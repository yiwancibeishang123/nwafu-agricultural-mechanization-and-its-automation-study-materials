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7.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Default Extension="wav" ContentType="audio/wav"/>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66"/>
  </p:notesMasterIdLst>
  <p:sldIdLst>
    <p:sldId id="278" r:id="rId2"/>
    <p:sldId id="382" r:id="rId3"/>
    <p:sldId id="276" r:id="rId4"/>
    <p:sldId id="277" r:id="rId5"/>
    <p:sldId id="256" r:id="rId6"/>
    <p:sldId id="258" r:id="rId7"/>
    <p:sldId id="269" r:id="rId8"/>
    <p:sldId id="273" r:id="rId9"/>
    <p:sldId id="274" r:id="rId10"/>
    <p:sldId id="279" r:id="rId11"/>
    <p:sldId id="330" r:id="rId12"/>
    <p:sldId id="280" r:id="rId13"/>
    <p:sldId id="383" r:id="rId14"/>
    <p:sldId id="284" r:id="rId15"/>
    <p:sldId id="285" r:id="rId16"/>
    <p:sldId id="286" r:id="rId17"/>
    <p:sldId id="288" r:id="rId18"/>
    <p:sldId id="344" r:id="rId19"/>
    <p:sldId id="289" r:id="rId20"/>
    <p:sldId id="290" r:id="rId21"/>
    <p:sldId id="389" r:id="rId22"/>
    <p:sldId id="349" r:id="rId23"/>
    <p:sldId id="292" r:id="rId24"/>
    <p:sldId id="293" r:id="rId25"/>
    <p:sldId id="350" r:id="rId26"/>
    <p:sldId id="295" r:id="rId27"/>
    <p:sldId id="352" r:id="rId28"/>
    <p:sldId id="297" r:id="rId29"/>
    <p:sldId id="298" r:id="rId30"/>
    <p:sldId id="384" r:id="rId31"/>
    <p:sldId id="385" r:id="rId32"/>
    <p:sldId id="301" r:id="rId33"/>
    <p:sldId id="353" r:id="rId34"/>
    <p:sldId id="354" r:id="rId35"/>
    <p:sldId id="356" r:id="rId36"/>
    <p:sldId id="305" r:id="rId37"/>
    <p:sldId id="388" r:id="rId38"/>
    <p:sldId id="358" r:id="rId39"/>
    <p:sldId id="359" r:id="rId40"/>
    <p:sldId id="360" r:id="rId41"/>
    <p:sldId id="365" r:id="rId42"/>
    <p:sldId id="362" r:id="rId43"/>
    <p:sldId id="309" r:id="rId44"/>
    <p:sldId id="364" r:id="rId45"/>
    <p:sldId id="311" r:id="rId46"/>
    <p:sldId id="367" r:id="rId47"/>
    <p:sldId id="368" r:id="rId48"/>
    <p:sldId id="369" r:id="rId49"/>
    <p:sldId id="314" r:id="rId50"/>
    <p:sldId id="315" r:id="rId51"/>
    <p:sldId id="370" r:id="rId52"/>
    <p:sldId id="371" r:id="rId53"/>
    <p:sldId id="372" r:id="rId54"/>
    <p:sldId id="318" r:id="rId55"/>
    <p:sldId id="319" r:id="rId56"/>
    <p:sldId id="320" r:id="rId57"/>
    <p:sldId id="325" r:id="rId58"/>
    <p:sldId id="326" r:id="rId59"/>
    <p:sldId id="380" r:id="rId60"/>
    <p:sldId id="381" r:id="rId61"/>
    <p:sldId id="334" r:id="rId62"/>
    <p:sldId id="341" r:id="rId63"/>
    <p:sldId id="390" r:id="rId64"/>
    <p:sldId id="342" r:id="rId65"/>
  </p:sldIdLst>
  <p:sldSz cx="9144000" cy="6858000" type="screen4x3"/>
  <p:notesSz cx="6858000" cy="9144000"/>
  <p:defaultTextStyle>
    <a:defPPr>
      <a:defRPr lang="en-US"/>
    </a:defPPr>
    <a:lvl1pPr algn="l" rtl="0" fontAlgn="base">
      <a:spcBef>
        <a:spcPct val="0"/>
      </a:spcBef>
      <a:spcAft>
        <a:spcPct val="0"/>
      </a:spcAft>
      <a:defRPr b="1" kern="1200">
        <a:solidFill>
          <a:schemeClr val="tx1"/>
        </a:solidFill>
        <a:latin typeface="Arial" charset="0"/>
        <a:ea typeface="宋体" pitchFamily="2" charset="-122"/>
        <a:cs typeface="+mn-cs"/>
      </a:defRPr>
    </a:lvl1pPr>
    <a:lvl2pPr marL="457200" algn="l" rtl="0" fontAlgn="base">
      <a:spcBef>
        <a:spcPct val="0"/>
      </a:spcBef>
      <a:spcAft>
        <a:spcPct val="0"/>
      </a:spcAft>
      <a:defRPr b="1" kern="1200">
        <a:solidFill>
          <a:schemeClr val="tx1"/>
        </a:solidFill>
        <a:latin typeface="Arial" charset="0"/>
        <a:ea typeface="宋体" pitchFamily="2" charset="-122"/>
        <a:cs typeface="+mn-cs"/>
      </a:defRPr>
    </a:lvl2pPr>
    <a:lvl3pPr marL="914400" algn="l" rtl="0" fontAlgn="base">
      <a:spcBef>
        <a:spcPct val="0"/>
      </a:spcBef>
      <a:spcAft>
        <a:spcPct val="0"/>
      </a:spcAft>
      <a:defRPr b="1" kern="1200">
        <a:solidFill>
          <a:schemeClr val="tx1"/>
        </a:solidFill>
        <a:latin typeface="Arial" charset="0"/>
        <a:ea typeface="宋体" pitchFamily="2" charset="-122"/>
        <a:cs typeface="+mn-cs"/>
      </a:defRPr>
    </a:lvl3pPr>
    <a:lvl4pPr marL="1371600" algn="l" rtl="0" fontAlgn="base">
      <a:spcBef>
        <a:spcPct val="0"/>
      </a:spcBef>
      <a:spcAft>
        <a:spcPct val="0"/>
      </a:spcAft>
      <a:defRPr b="1" kern="1200">
        <a:solidFill>
          <a:schemeClr val="tx1"/>
        </a:solidFill>
        <a:latin typeface="Arial" charset="0"/>
        <a:ea typeface="宋体" pitchFamily="2" charset="-122"/>
        <a:cs typeface="+mn-cs"/>
      </a:defRPr>
    </a:lvl4pPr>
    <a:lvl5pPr marL="1828800" algn="l" rtl="0" fontAlgn="base">
      <a:spcBef>
        <a:spcPct val="0"/>
      </a:spcBef>
      <a:spcAft>
        <a:spcPct val="0"/>
      </a:spcAft>
      <a:defRPr b="1" kern="1200">
        <a:solidFill>
          <a:schemeClr val="tx1"/>
        </a:solidFill>
        <a:latin typeface="Arial" charset="0"/>
        <a:ea typeface="宋体" pitchFamily="2" charset="-122"/>
        <a:cs typeface="+mn-cs"/>
      </a:defRPr>
    </a:lvl5pPr>
    <a:lvl6pPr marL="2286000" algn="l" defTabSz="914400" rtl="0" eaLnBrk="1" latinLnBrk="0" hangingPunct="1">
      <a:defRPr b="1" kern="1200">
        <a:solidFill>
          <a:schemeClr val="tx1"/>
        </a:solidFill>
        <a:latin typeface="Arial" charset="0"/>
        <a:ea typeface="宋体" pitchFamily="2" charset="-122"/>
        <a:cs typeface="+mn-cs"/>
      </a:defRPr>
    </a:lvl6pPr>
    <a:lvl7pPr marL="2743200" algn="l" defTabSz="914400" rtl="0" eaLnBrk="1" latinLnBrk="0" hangingPunct="1">
      <a:defRPr b="1" kern="1200">
        <a:solidFill>
          <a:schemeClr val="tx1"/>
        </a:solidFill>
        <a:latin typeface="Arial" charset="0"/>
        <a:ea typeface="宋体" pitchFamily="2" charset="-122"/>
        <a:cs typeface="+mn-cs"/>
      </a:defRPr>
    </a:lvl7pPr>
    <a:lvl8pPr marL="3200400" algn="l" defTabSz="914400" rtl="0" eaLnBrk="1" latinLnBrk="0" hangingPunct="1">
      <a:defRPr b="1" kern="1200">
        <a:solidFill>
          <a:schemeClr val="tx1"/>
        </a:solidFill>
        <a:latin typeface="Arial" charset="0"/>
        <a:ea typeface="宋体" pitchFamily="2" charset="-122"/>
        <a:cs typeface="+mn-cs"/>
      </a:defRPr>
    </a:lvl8pPr>
    <a:lvl9pPr marL="3657600" algn="l" defTabSz="914400" rtl="0" eaLnBrk="1" latinLnBrk="0" hangingPunct="1">
      <a:defRPr b="1"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0000CC"/>
    <a:srgbClr val="FF0000"/>
    <a:srgbClr val="B2B2B2"/>
    <a:srgbClr val="A7FFFF"/>
    <a:srgbClr val="A8EFF6"/>
    <a:srgbClr val="66FFFF"/>
    <a:srgbClr val="008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744" autoAdjust="0"/>
    <p:restoredTop sz="93310" autoAdjust="0"/>
  </p:normalViewPr>
  <p:slideViewPr>
    <p:cSldViewPr>
      <p:cViewPr varScale="1">
        <p:scale>
          <a:sx n="106" d="100"/>
          <a:sy n="106" d="100"/>
        </p:scale>
        <p:origin x="-1752"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5184"/>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11.wmf"/><Relationship Id="rId13" Type="http://schemas.openxmlformats.org/officeDocument/2006/relationships/image" Target="../media/image16.wmf"/><Relationship Id="rId3" Type="http://schemas.openxmlformats.org/officeDocument/2006/relationships/image" Target="../media/image6.wmf"/><Relationship Id="rId7" Type="http://schemas.openxmlformats.org/officeDocument/2006/relationships/image" Target="../media/image10.wmf"/><Relationship Id="rId12" Type="http://schemas.openxmlformats.org/officeDocument/2006/relationships/image" Target="../media/image15.wmf"/><Relationship Id="rId2" Type="http://schemas.openxmlformats.org/officeDocument/2006/relationships/image" Target="../media/image5.wmf"/><Relationship Id="rId16" Type="http://schemas.openxmlformats.org/officeDocument/2006/relationships/image" Target="../media/image19.wmf"/><Relationship Id="rId1" Type="http://schemas.openxmlformats.org/officeDocument/2006/relationships/image" Target="../media/image4.wmf"/><Relationship Id="rId6" Type="http://schemas.openxmlformats.org/officeDocument/2006/relationships/image" Target="../media/image9.wmf"/><Relationship Id="rId11" Type="http://schemas.openxmlformats.org/officeDocument/2006/relationships/image" Target="../media/image14.wmf"/><Relationship Id="rId5" Type="http://schemas.openxmlformats.org/officeDocument/2006/relationships/image" Target="../media/image8.wmf"/><Relationship Id="rId15" Type="http://schemas.openxmlformats.org/officeDocument/2006/relationships/image" Target="../media/image18.wmf"/><Relationship Id="rId10" Type="http://schemas.openxmlformats.org/officeDocument/2006/relationships/image" Target="../media/image13.wmf"/><Relationship Id="rId4" Type="http://schemas.openxmlformats.org/officeDocument/2006/relationships/image" Target="../media/image7.wmf"/><Relationship Id="rId9" Type="http://schemas.openxmlformats.org/officeDocument/2006/relationships/image" Target="../media/image12.wmf"/><Relationship Id="rId14" Type="http://schemas.openxmlformats.org/officeDocument/2006/relationships/image" Target="../media/image17.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 Id="rId4" Type="http://schemas.openxmlformats.org/officeDocument/2006/relationships/image" Target="../media/image23.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 Id="rId6" Type="http://schemas.openxmlformats.org/officeDocument/2006/relationships/image" Target="../media/image29.wmf"/><Relationship Id="rId5" Type="http://schemas.openxmlformats.org/officeDocument/2006/relationships/image" Target="../media/image28.wmf"/><Relationship Id="rId4" Type="http://schemas.openxmlformats.org/officeDocument/2006/relationships/image" Target="../media/image27.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image" Target="../media/image34.wmf"/><Relationship Id="rId7" Type="http://schemas.openxmlformats.org/officeDocument/2006/relationships/image" Target="../media/image38.wmf"/><Relationship Id="rId2" Type="http://schemas.openxmlformats.org/officeDocument/2006/relationships/image" Target="../media/image33.wmf"/><Relationship Id="rId1" Type="http://schemas.openxmlformats.org/officeDocument/2006/relationships/image" Target="../media/image32.wmf"/><Relationship Id="rId6" Type="http://schemas.openxmlformats.org/officeDocument/2006/relationships/image" Target="../media/image37.wmf"/><Relationship Id="rId5" Type="http://schemas.openxmlformats.org/officeDocument/2006/relationships/image" Target="../media/image36.wmf"/><Relationship Id="rId4" Type="http://schemas.openxmlformats.org/officeDocument/2006/relationships/image" Target="../media/image35.wmf"/><Relationship Id="rId9" Type="http://schemas.openxmlformats.org/officeDocument/2006/relationships/image" Target="../media/image40.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48.wmf"/><Relationship Id="rId13" Type="http://schemas.openxmlformats.org/officeDocument/2006/relationships/image" Target="../media/image53.wmf"/><Relationship Id="rId3" Type="http://schemas.openxmlformats.org/officeDocument/2006/relationships/image" Target="../media/image43.wmf"/><Relationship Id="rId7" Type="http://schemas.openxmlformats.org/officeDocument/2006/relationships/image" Target="../media/image47.wmf"/><Relationship Id="rId12" Type="http://schemas.openxmlformats.org/officeDocument/2006/relationships/image" Target="../media/image52.wmf"/><Relationship Id="rId2" Type="http://schemas.openxmlformats.org/officeDocument/2006/relationships/image" Target="../media/image42.wmf"/><Relationship Id="rId1" Type="http://schemas.openxmlformats.org/officeDocument/2006/relationships/image" Target="../media/image41.wmf"/><Relationship Id="rId6" Type="http://schemas.openxmlformats.org/officeDocument/2006/relationships/image" Target="../media/image46.wmf"/><Relationship Id="rId11" Type="http://schemas.openxmlformats.org/officeDocument/2006/relationships/image" Target="../media/image51.wmf"/><Relationship Id="rId5" Type="http://schemas.openxmlformats.org/officeDocument/2006/relationships/image" Target="../media/image45.wmf"/><Relationship Id="rId15" Type="http://schemas.openxmlformats.org/officeDocument/2006/relationships/image" Target="../media/image55.wmf"/><Relationship Id="rId10" Type="http://schemas.openxmlformats.org/officeDocument/2006/relationships/image" Target="../media/image50.wmf"/><Relationship Id="rId4" Type="http://schemas.openxmlformats.org/officeDocument/2006/relationships/image" Target="../media/image44.wmf"/><Relationship Id="rId9" Type="http://schemas.openxmlformats.org/officeDocument/2006/relationships/image" Target="../media/image49.wmf"/><Relationship Id="rId14" Type="http://schemas.openxmlformats.org/officeDocument/2006/relationships/image" Target="../media/image54.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image" Target="../media/image58.wmf"/><Relationship Id="rId7" Type="http://schemas.openxmlformats.org/officeDocument/2006/relationships/image" Target="../media/image62.wmf"/><Relationship Id="rId2" Type="http://schemas.openxmlformats.org/officeDocument/2006/relationships/image" Target="../media/image57.wmf"/><Relationship Id="rId1" Type="http://schemas.openxmlformats.org/officeDocument/2006/relationships/image" Target="../media/image56.wmf"/><Relationship Id="rId6" Type="http://schemas.openxmlformats.org/officeDocument/2006/relationships/image" Target="../media/image61.wmf"/><Relationship Id="rId5" Type="http://schemas.openxmlformats.org/officeDocument/2006/relationships/image" Target="../media/image60.wmf"/><Relationship Id="rId4" Type="http://schemas.openxmlformats.org/officeDocument/2006/relationships/image" Target="../media/image59.wmf"/><Relationship Id="rId9" Type="http://schemas.openxmlformats.org/officeDocument/2006/relationships/image" Target="../media/image64.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72.wmf"/><Relationship Id="rId3" Type="http://schemas.openxmlformats.org/officeDocument/2006/relationships/image" Target="../media/image67.wmf"/><Relationship Id="rId7" Type="http://schemas.openxmlformats.org/officeDocument/2006/relationships/image" Target="../media/image71.wmf"/><Relationship Id="rId2" Type="http://schemas.openxmlformats.org/officeDocument/2006/relationships/image" Target="../media/image66.wmf"/><Relationship Id="rId1" Type="http://schemas.openxmlformats.org/officeDocument/2006/relationships/image" Target="../media/image65.wmf"/><Relationship Id="rId6" Type="http://schemas.openxmlformats.org/officeDocument/2006/relationships/image" Target="../media/image70.wmf"/><Relationship Id="rId5" Type="http://schemas.openxmlformats.org/officeDocument/2006/relationships/image" Target="../media/image69.wmf"/><Relationship Id="rId4" Type="http://schemas.openxmlformats.org/officeDocument/2006/relationships/image" Target="../media/image68.wmf"/><Relationship Id="rId9" Type="http://schemas.openxmlformats.org/officeDocument/2006/relationships/image" Target="../media/image73.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image" Target="../media/image76.wmf"/><Relationship Id="rId7" Type="http://schemas.openxmlformats.org/officeDocument/2006/relationships/image" Target="../media/image80.wmf"/><Relationship Id="rId2" Type="http://schemas.openxmlformats.org/officeDocument/2006/relationships/image" Target="../media/image75.wmf"/><Relationship Id="rId1" Type="http://schemas.openxmlformats.org/officeDocument/2006/relationships/image" Target="../media/image74.wmf"/><Relationship Id="rId6" Type="http://schemas.openxmlformats.org/officeDocument/2006/relationships/image" Target="../media/image79.wmf"/><Relationship Id="rId5" Type="http://schemas.openxmlformats.org/officeDocument/2006/relationships/image" Target="../media/image78.wmf"/><Relationship Id="rId10" Type="http://schemas.openxmlformats.org/officeDocument/2006/relationships/image" Target="../media/image83.wmf"/><Relationship Id="rId4" Type="http://schemas.openxmlformats.org/officeDocument/2006/relationships/image" Target="../media/image77.wmf"/><Relationship Id="rId9" Type="http://schemas.openxmlformats.org/officeDocument/2006/relationships/image" Target="../media/image82.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 Id="rId6" Type="http://schemas.openxmlformats.org/officeDocument/2006/relationships/image" Target="../media/image89.wmf"/><Relationship Id="rId5" Type="http://schemas.openxmlformats.org/officeDocument/2006/relationships/image" Target="../media/image88.wmf"/><Relationship Id="rId4" Type="http://schemas.openxmlformats.org/officeDocument/2006/relationships/image" Target="../media/image87.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97.wmf"/><Relationship Id="rId3" Type="http://schemas.openxmlformats.org/officeDocument/2006/relationships/image" Target="../media/image92.wmf"/><Relationship Id="rId7" Type="http://schemas.openxmlformats.org/officeDocument/2006/relationships/image" Target="../media/image96.wmf"/><Relationship Id="rId2" Type="http://schemas.openxmlformats.org/officeDocument/2006/relationships/image" Target="../media/image91.wmf"/><Relationship Id="rId1" Type="http://schemas.openxmlformats.org/officeDocument/2006/relationships/image" Target="../media/image90.wmf"/><Relationship Id="rId6" Type="http://schemas.openxmlformats.org/officeDocument/2006/relationships/image" Target="../media/image95.wmf"/><Relationship Id="rId5" Type="http://schemas.openxmlformats.org/officeDocument/2006/relationships/image" Target="../media/image94.wmf"/><Relationship Id="rId4" Type="http://schemas.openxmlformats.org/officeDocument/2006/relationships/image" Target="../media/image93.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100.wmf"/><Relationship Id="rId7" Type="http://schemas.openxmlformats.org/officeDocument/2006/relationships/image" Target="../media/image104.wmf"/><Relationship Id="rId2" Type="http://schemas.openxmlformats.org/officeDocument/2006/relationships/image" Target="../media/image99.wmf"/><Relationship Id="rId1" Type="http://schemas.openxmlformats.org/officeDocument/2006/relationships/image" Target="../media/image98.wmf"/><Relationship Id="rId6" Type="http://schemas.openxmlformats.org/officeDocument/2006/relationships/image" Target="../media/image103.wmf"/><Relationship Id="rId5" Type="http://schemas.openxmlformats.org/officeDocument/2006/relationships/image" Target="../media/image102.wmf"/><Relationship Id="rId4" Type="http://schemas.openxmlformats.org/officeDocument/2006/relationships/image" Target="../media/image101.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112.wmf"/><Relationship Id="rId3" Type="http://schemas.openxmlformats.org/officeDocument/2006/relationships/image" Target="../media/image107.wmf"/><Relationship Id="rId7" Type="http://schemas.openxmlformats.org/officeDocument/2006/relationships/image" Target="../media/image111.wmf"/><Relationship Id="rId2" Type="http://schemas.openxmlformats.org/officeDocument/2006/relationships/image" Target="../media/image106.wmf"/><Relationship Id="rId1" Type="http://schemas.openxmlformats.org/officeDocument/2006/relationships/image" Target="../media/image105.wmf"/><Relationship Id="rId6" Type="http://schemas.openxmlformats.org/officeDocument/2006/relationships/image" Target="../media/image110.wmf"/><Relationship Id="rId5" Type="http://schemas.openxmlformats.org/officeDocument/2006/relationships/image" Target="../media/image109.wmf"/><Relationship Id="rId4" Type="http://schemas.openxmlformats.org/officeDocument/2006/relationships/image" Target="../media/image108.wmf"/><Relationship Id="rId9" Type="http://schemas.openxmlformats.org/officeDocument/2006/relationships/image" Target="../media/image113.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121.wmf"/><Relationship Id="rId13" Type="http://schemas.openxmlformats.org/officeDocument/2006/relationships/image" Target="../media/image126.wmf"/><Relationship Id="rId3" Type="http://schemas.openxmlformats.org/officeDocument/2006/relationships/image" Target="../media/image116.wmf"/><Relationship Id="rId7" Type="http://schemas.openxmlformats.org/officeDocument/2006/relationships/image" Target="../media/image120.wmf"/><Relationship Id="rId12" Type="http://schemas.openxmlformats.org/officeDocument/2006/relationships/image" Target="../media/image125.wmf"/><Relationship Id="rId2" Type="http://schemas.openxmlformats.org/officeDocument/2006/relationships/image" Target="../media/image115.wmf"/><Relationship Id="rId1" Type="http://schemas.openxmlformats.org/officeDocument/2006/relationships/image" Target="../media/image114.wmf"/><Relationship Id="rId6" Type="http://schemas.openxmlformats.org/officeDocument/2006/relationships/image" Target="../media/image119.wmf"/><Relationship Id="rId11" Type="http://schemas.openxmlformats.org/officeDocument/2006/relationships/image" Target="../media/image124.wmf"/><Relationship Id="rId5" Type="http://schemas.openxmlformats.org/officeDocument/2006/relationships/image" Target="../media/image118.wmf"/><Relationship Id="rId10" Type="http://schemas.openxmlformats.org/officeDocument/2006/relationships/image" Target="../media/image123.wmf"/><Relationship Id="rId4" Type="http://schemas.openxmlformats.org/officeDocument/2006/relationships/image" Target="../media/image117.wmf"/><Relationship Id="rId9" Type="http://schemas.openxmlformats.org/officeDocument/2006/relationships/image" Target="../media/image122.wmf"/><Relationship Id="rId14" Type="http://schemas.openxmlformats.org/officeDocument/2006/relationships/image" Target="../media/image127.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image" Target="../media/image128.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38.wmf"/><Relationship Id="rId13" Type="http://schemas.openxmlformats.org/officeDocument/2006/relationships/image" Target="../media/image143.wmf"/><Relationship Id="rId3" Type="http://schemas.openxmlformats.org/officeDocument/2006/relationships/image" Target="../media/image133.wmf"/><Relationship Id="rId7" Type="http://schemas.openxmlformats.org/officeDocument/2006/relationships/image" Target="../media/image137.wmf"/><Relationship Id="rId12" Type="http://schemas.openxmlformats.org/officeDocument/2006/relationships/image" Target="../media/image142.wmf"/><Relationship Id="rId17" Type="http://schemas.openxmlformats.org/officeDocument/2006/relationships/image" Target="../media/image147.wmf"/><Relationship Id="rId2" Type="http://schemas.openxmlformats.org/officeDocument/2006/relationships/image" Target="../media/image132.wmf"/><Relationship Id="rId16" Type="http://schemas.openxmlformats.org/officeDocument/2006/relationships/image" Target="../media/image146.wmf"/><Relationship Id="rId1" Type="http://schemas.openxmlformats.org/officeDocument/2006/relationships/image" Target="../media/image131.wmf"/><Relationship Id="rId6" Type="http://schemas.openxmlformats.org/officeDocument/2006/relationships/image" Target="../media/image136.wmf"/><Relationship Id="rId11" Type="http://schemas.openxmlformats.org/officeDocument/2006/relationships/image" Target="../media/image141.wmf"/><Relationship Id="rId5" Type="http://schemas.openxmlformats.org/officeDocument/2006/relationships/image" Target="../media/image135.wmf"/><Relationship Id="rId15" Type="http://schemas.openxmlformats.org/officeDocument/2006/relationships/image" Target="../media/image145.wmf"/><Relationship Id="rId10" Type="http://schemas.openxmlformats.org/officeDocument/2006/relationships/image" Target="../media/image140.wmf"/><Relationship Id="rId4" Type="http://schemas.openxmlformats.org/officeDocument/2006/relationships/image" Target="../media/image134.wmf"/><Relationship Id="rId9" Type="http://schemas.openxmlformats.org/officeDocument/2006/relationships/image" Target="../media/image139.wmf"/><Relationship Id="rId14" Type="http://schemas.openxmlformats.org/officeDocument/2006/relationships/image" Target="../media/image144.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55.wmf"/><Relationship Id="rId3" Type="http://schemas.openxmlformats.org/officeDocument/2006/relationships/image" Target="../media/image150.wmf"/><Relationship Id="rId7" Type="http://schemas.openxmlformats.org/officeDocument/2006/relationships/image" Target="../media/image154.wmf"/><Relationship Id="rId2" Type="http://schemas.openxmlformats.org/officeDocument/2006/relationships/image" Target="../media/image149.wmf"/><Relationship Id="rId1" Type="http://schemas.openxmlformats.org/officeDocument/2006/relationships/image" Target="../media/image148.wmf"/><Relationship Id="rId6" Type="http://schemas.openxmlformats.org/officeDocument/2006/relationships/image" Target="../media/image153.wmf"/><Relationship Id="rId5" Type="http://schemas.openxmlformats.org/officeDocument/2006/relationships/image" Target="../media/image152.wmf"/><Relationship Id="rId4" Type="http://schemas.openxmlformats.org/officeDocument/2006/relationships/image" Target="../media/image151.wmf"/><Relationship Id="rId9" Type="http://schemas.openxmlformats.org/officeDocument/2006/relationships/image" Target="../media/image156.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64.wmf"/><Relationship Id="rId3" Type="http://schemas.openxmlformats.org/officeDocument/2006/relationships/image" Target="../media/image159.wmf"/><Relationship Id="rId7" Type="http://schemas.openxmlformats.org/officeDocument/2006/relationships/image" Target="../media/image163.wmf"/><Relationship Id="rId2" Type="http://schemas.openxmlformats.org/officeDocument/2006/relationships/image" Target="../media/image158.wmf"/><Relationship Id="rId1" Type="http://schemas.openxmlformats.org/officeDocument/2006/relationships/image" Target="../media/image157.wmf"/><Relationship Id="rId6" Type="http://schemas.openxmlformats.org/officeDocument/2006/relationships/image" Target="../media/image162.wmf"/><Relationship Id="rId5" Type="http://schemas.openxmlformats.org/officeDocument/2006/relationships/image" Target="../media/image161.wmf"/><Relationship Id="rId4" Type="http://schemas.openxmlformats.org/officeDocument/2006/relationships/image" Target="../media/image160.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74.wmf"/><Relationship Id="rId13" Type="http://schemas.openxmlformats.org/officeDocument/2006/relationships/image" Target="../media/image179.wmf"/><Relationship Id="rId3" Type="http://schemas.openxmlformats.org/officeDocument/2006/relationships/image" Target="../media/image169.wmf"/><Relationship Id="rId7" Type="http://schemas.openxmlformats.org/officeDocument/2006/relationships/image" Target="../media/image173.wmf"/><Relationship Id="rId12" Type="http://schemas.openxmlformats.org/officeDocument/2006/relationships/image" Target="../media/image178.wmf"/><Relationship Id="rId2" Type="http://schemas.openxmlformats.org/officeDocument/2006/relationships/image" Target="../media/image168.wmf"/><Relationship Id="rId16" Type="http://schemas.openxmlformats.org/officeDocument/2006/relationships/image" Target="../media/image182.wmf"/><Relationship Id="rId1" Type="http://schemas.openxmlformats.org/officeDocument/2006/relationships/image" Target="../media/image167.wmf"/><Relationship Id="rId6" Type="http://schemas.openxmlformats.org/officeDocument/2006/relationships/image" Target="../media/image172.wmf"/><Relationship Id="rId11" Type="http://schemas.openxmlformats.org/officeDocument/2006/relationships/image" Target="../media/image177.wmf"/><Relationship Id="rId5" Type="http://schemas.openxmlformats.org/officeDocument/2006/relationships/image" Target="../media/image171.wmf"/><Relationship Id="rId15" Type="http://schemas.openxmlformats.org/officeDocument/2006/relationships/image" Target="../media/image181.wmf"/><Relationship Id="rId10" Type="http://schemas.openxmlformats.org/officeDocument/2006/relationships/image" Target="../media/image176.wmf"/><Relationship Id="rId4" Type="http://schemas.openxmlformats.org/officeDocument/2006/relationships/image" Target="../media/image170.wmf"/><Relationship Id="rId9" Type="http://schemas.openxmlformats.org/officeDocument/2006/relationships/image" Target="../media/image175.wmf"/><Relationship Id="rId14" Type="http://schemas.openxmlformats.org/officeDocument/2006/relationships/image" Target="../media/image180.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90.wmf"/><Relationship Id="rId13" Type="http://schemas.openxmlformats.org/officeDocument/2006/relationships/image" Target="../media/image195.wmf"/><Relationship Id="rId18" Type="http://schemas.openxmlformats.org/officeDocument/2006/relationships/image" Target="../media/image200.wmf"/><Relationship Id="rId3" Type="http://schemas.openxmlformats.org/officeDocument/2006/relationships/image" Target="../media/image185.wmf"/><Relationship Id="rId21" Type="http://schemas.openxmlformats.org/officeDocument/2006/relationships/image" Target="../media/image203.wmf"/><Relationship Id="rId7" Type="http://schemas.openxmlformats.org/officeDocument/2006/relationships/image" Target="../media/image189.wmf"/><Relationship Id="rId12" Type="http://schemas.openxmlformats.org/officeDocument/2006/relationships/image" Target="../media/image194.wmf"/><Relationship Id="rId17" Type="http://schemas.openxmlformats.org/officeDocument/2006/relationships/image" Target="../media/image199.wmf"/><Relationship Id="rId2" Type="http://schemas.openxmlformats.org/officeDocument/2006/relationships/image" Target="../media/image184.wmf"/><Relationship Id="rId16" Type="http://schemas.openxmlformats.org/officeDocument/2006/relationships/image" Target="../media/image198.wmf"/><Relationship Id="rId20" Type="http://schemas.openxmlformats.org/officeDocument/2006/relationships/image" Target="../media/image202.wmf"/><Relationship Id="rId1" Type="http://schemas.openxmlformats.org/officeDocument/2006/relationships/image" Target="../media/image183.wmf"/><Relationship Id="rId6" Type="http://schemas.openxmlformats.org/officeDocument/2006/relationships/image" Target="../media/image188.wmf"/><Relationship Id="rId11" Type="http://schemas.openxmlformats.org/officeDocument/2006/relationships/image" Target="../media/image193.wmf"/><Relationship Id="rId5" Type="http://schemas.openxmlformats.org/officeDocument/2006/relationships/image" Target="../media/image187.wmf"/><Relationship Id="rId15" Type="http://schemas.openxmlformats.org/officeDocument/2006/relationships/image" Target="../media/image197.wmf"/><Relationship Id="rId23" Type="http://schemas.openxmlformats.org/officeDocument/2006/relationships/image" Target="../media/image205.wmf"/><Relationship Id="rId10" Type="http://schemas.openxmlformats.org/officeDocument/2006/relationships/image" Target="../media/image192.wmf"/><Relationship Id="rId19" Type="http://schemas.openxmlformats.org/officeDocument/2006/relationships/image" Target="../media/image201.wmf"/><Relationship Id="rId4" Type="http://schemas.openxmlformats.org/officeDocument/2006/relationships/image" Target="../media/image186.wmf"/><Relationship Id="rId9" Type="http://schemas.openxmlformats.org/officeDocument/2006/relationships/image" Target="../media/image191.wmf"/><Relationship Id="rId14" Type="http://schemas.openxmlformats.org/officeDocument/2006/relationships/image" Target="../media/image196.wmf"/><Relationship Id="rId22" Type="http://schemas.openxmlformats.org/officeDocument/2006/relationships/image" Target="../media/image204.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213.wmf"/><Relationship Id="rId13" Type="http://schemas.openxmlformats.org/officeDocument/2006/relationships/image" Target="../media/image218.wmf"/><Relationship Id="rId18" Type="http://schemas.openxmlformats.org/officeDocument/2006/relationships/image" Target="../media/image223.wmf"/><Relationship Id="rId26" Type="http://schemas.openxmlformats.org/officeDocument/2006/relationships/image" Target="../media/image231.wmf"/><Relationship Id="rId3" Type="http://schemas.openxmlformats.org/officeDocument/2006/relationships/image" Target="../media/image208.wmf"/><Relationship Id="rId21" Type="http://schemas.openxmlformats.org/officeDocument/2006/relationships/image" Target="../media/image226.wmf"/><Relationship Id="rId7" Type="http://schemas.openxmlformats.org/officeDocument/2006/relationships/image" Target="../media/image212.wmf"/><Relationship Id="rId12" Type="http://schemas.openxmlformats.org/officeDocument/2006/relationships/image" Target="../media/image217.wmf"/><Relationship Id="rId17" Type="http://schemas.openxmlformats.org/officeDocument/2006/relationships/image" Target="../media/image222.wmf"/><Relationship Id="rId25" Type="http://schemas.openxmlformats.org/officeDocument/2006/relationships/image" Target="../media/image230.wmf"/><Relationship Id="rId2" Type="http://schemas.openxmlformats.org/officeDocument/2006/relationships/image" Target="../media/image207.wmf"/><Relationship Id="rId16" Type="http://schemas.openxmlformats.org/officeDocument/2006/relationships/image" Target="../media/image221.wmf"/><Relationship Id="rId20" Type="http://schemas.openxmlformats.org/officeDocument/2006/relationships/image" Target="../media/image225.wmf"/><Relationship Id="rId1" Type="http://schemas.openxmlformats.org/officeDocument/2006/relationships/image" Target="../media/image206.wmf"/><Relationship Id="rId6" Type="http://schemas.openxmlformats.org/officeDocument/2006/relationships/image" Target="../media/image211.wmf"/><Relationship Id="rId11" Type="http://schemas.openxmlformats.org/officeDocument/2006/relationships/image" Target="../media/image216.wmf"/><Relationship Id="rId24" Type="http://schemas.openxmlformats.org/officeDocument/2006/relationships/image" Target="../media/image229.wmf"/><Relationship Id="rId5" Type="http://schemas.openxmlformats.org/officeDocument/2006/relationships/image" Target="../media/image210.wmf"/><Relationship Id="rId15" Type="http://schemas.openxmlformats.org/officeDocument/2006/relationships/image" Target="../media/image220.wmf"/><Relationship Id="rId23" Type="http://schemas.openxmlformats.org/officeDocument/2006/relationships/image" Target="../media/image228.wmf"/><Relationship Id="rId10" Type="http://schemas.openxmlformats.org/officeDocument/2006/relationships/image" Target="../media/image215.wmf"/><Relationship Id="rId19" Type="http://schemas.openxmlformats.org/officeDocument/2006/relationships/image" Target="../media/image224.wmf"/><Relationship Id="rId4" Type="http://schemas.openxmlformats.org/officeDocument/2006/relationships/image" Target="../media/image209.wmf"/><Relationship Id="rId9" Type="http://schemas.openxmlformats.org/officeDocument/2006/relationships/image" Target="../media/image214.wmf"/><Relationship Id="rId14" Type="http://schemas.openxmlformats.org/officeDocument/2006/relationships/image" Target="../media/image219.wmf"/><Relationship Id="rId22" Type="http://schemas.openxmlformats.org/officeDocument/2006/relationships/image" Target="../media/image227.wmf"/><Relationship Id="rId27" Type="http://schemas.openxmlformats.org/officeDocument/2006/relationships/image" Target="../media/image232.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240.wmf"/><Relationship Id="rId13" Type="http://schemas.openxmlformats.org/officeDocument/2006/relationships/image" Target="../media/image245.wmf"/><Relationship Id="rId3" Type="http://schemas.openxmlformats.org/officeDocument/2006/relationships/image" Target="../media/image235.wmf"/><Relationship Id="rId7" Type="http://schemas.openxmlformats.org/officeDocument/2006/relationships/image" Target="../media/image239.wmf"/><Relationship Id="rId12" Type="http://schemas.openxmlformats.org/officeDocument/2006/relationships/image" Target="../media/image244.wmf"/><Relationship Id="rId2" Type="http://schemas.openxmlformats.org/officeDocument/2006/relationships/image" Target="../media/image234.wmf"/><Relationship Id="rId1" Type="http://schemas.openxmlformats.org/officeDocument/2006/relationships/image" Target="../media/image233.wmf"/><Relationship Id="rId6" Type="http://schemas.openxmlformats.org/officeDocument/2006/relationships/image" Target="../media/image238.wmf"/><Relationship Id="rId11" Type="http://schemas.openxmlformats.org/officeDocument/2006/relationships/image" Target="../media/image243.wmf"/><Relationship Id="rId5" Type="http://schemas.openxmlformats.org/officeDocument/2006/relationships/image" Target="../media/image237.wmf"/><Relationship Id="rId10" Type="http://schemas.openxmlformats.org/officeDocument/2006/relationships/image" Target="../media/image242.wmf"/><Relationship Id="rId4" Type="http://schemas.openxmlformats.org/officeDocument/2006/relationships/image" Target="../media/image236.wmf"/><Relationship Id="rId9" Type="http://schemas.openxmlformats.org/officeDocument/2006/relationships/image" Target="../media/image241.wmf"/><Relationship Id="rId14" Type="http://schemas.openxmlformats.org/officeDocument/2006/relationships/image" Target="../media/image246.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254.wmf"/><Relationship Id="rId3" Type="http://schemas.openxmlformats.org/officeDocument/2006/relationships/image" Target="../media/image249.wmf"/><Relationship Id="rId7" Type="http://schemas.openxmlformats.org/officeDocument/2006/relationships/image" Target="../media/image253.wmf"/><Relationship Id="rId2" Type="http://schemas.openxmlformats.org/officeDocument/2006/relationships/image" Target="../media/image248.wmf"/><Relationship Id="rId1" Type="http://schemas.openxmlformats.org/officeDocument/2006/relationships/image" Target="../media/image247.wmf"/><Relationship Id="rId6" Type="http://schemas.openxmlformats.org/officeDocument/2006/relationships/image" Target="../media/image252.wmf"/><Relationship Id="rId5" Type="http://schemas.openxmlformats.org/officeDocument/2006/relationships/image" Target="../media/image251.wmf"/><Relationship Id="rId4" Type="http://schemas.openxmlformats.org/officeDocument/2006/relationships/image" Target="../media/image250.wmf"/><Relationship Id="rId9" Type="http://schemas.openxmlformats.org/officeDocument/2006/relationships/image" Target="../media/image255.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258.wmf"/><Relationship Id="rId2" Type="http://schemas.openxmlformats.org/officeDocument/2006/relationships/image" Target="../media/image257.wmf"/><Relationship Id="rId1" Type="http://schemas.openxmlformats.org/officeDocument/2006/relationships/image" Target="../media/image256.wmf"/><Relationship Id="rId4" Type="http://schemas.openxmlformats.org/officeDocument/2006/relationships/image" Target="../media/image259.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267.wmf"/><Relationship Id="rId13" Type="http://schemas.openxmlformats.org/officeDocument/2006/relationships/image" Target="../media/image272.wmf"/><Relationship Id="rId3" Type="http://schemas.openxmlformats.org/officeDocument/2006/relationships/image" Target="../media/image262.wmf"/><Relationship Id="rId7" Type="http://schemas.openxmlformats.org/officeDocument/2006/relationships/image" Target="../media/image266.wmf"/><Relationship Id="rId12" Type="http://schemas.openxmlformats.org/officeDocument/2006/relationships/image" Target="../media/image271.wmf"/><Relationship Id="rId2" Type="http://schemas.openxmlformats.org/officeDocument/2006/relationships/image" Target="../media/image261.wmf"/><Relationship Id="rId1" Type="http://schemas.openxmlformats.org/officeDocument/2006/relationships/image" Target="../media/image260.wmf"/><Relationship Id="rId6" Type="http://schemas.openxmlformats.org/officeDocument/2006/relationships/image" Target="../media/image265.wmf"/><Relationship Id="rId11" Type="http://schemas.openxmlformats.org/officeDocument/2006/relationships/image" Target="../media/image270.wmf"/><Relationship Id="rId5" Type="http://schemas.openxmlformats.org/officeDocument/2006/relationships/image" Target="../media/image264.wmf"/><Relationship Id="rId10" Type="http://schemas.openxmlformats.org/officeDocument/2006/relationships/image" Target="../media/image269.wmf"/><Relationship Id="rId4" Type="http://schemas.openxmlformats.org/officeDocument/2006/relationships/image" Target="../media/image263.wmf"/><Relationship Id="rId9" Type="http://schemas.openxmlformats.org/officeDocument/2006/relationships/image" Target="../media/image268.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275.wmf"/><Relationship Id="rId2" Type="http://schemas.openxmlformats.org/officeDocument/2006/relationships/image" Target="../media/image274.wmf"/><Relationship Id="rId1" Type="http://schemas.openxmlformats.org/officeDocument/2006/relationships/image" Target="../media/image273.wmf"/><Relationship Id="rId6" Type="http://schemas.openxmlformats.org/officeDocument/2006/relationships/image" Target="../media/image278.wmf"/><Relationship Id="rId5" Type="http://schemas.openxmlformats.org/officeDocument/2006/relationships/image" Target="../media/image277.wmf"/><Relationship Id="rId4" Type="http://schemas.openxmlformats.org/officeDocument/2006/relationships/image" Target="../media/image276.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198.wmf"/><Relationship Id="rId13" Type="http://schemas.openxmlformats.org/officeDocument/2006/relationships/image" Target="../media/image205.wmf"/><Relationship Id="rId18" Type="http://schemas.openxmlformats.org/officeDocument/2006/relationships/image" Target="../media/image282.wmf"/><Relationship Id="rId3" Type="http://schemas.openxmlformats.org/officeDocument/2006/relationships/image" Target="../media/image192.wmf"/><Relationship Id="rId7" Type="http://schemas.openxmlformats.org/officeDocument/2006/relationships/image" Target="../media/image197.wmf"/><Relationship Id="rId12" Type="http://schemas.openxmlformats.org/officeDocument/2006/relationships/image" Target="../media/image204.wmf"/><Relationship Id="rId17" Type="http://schemas.openxmlformats.org/officeDocument/2006/relationships/image" Target="../media/image281.wmf"/><Relationship Id="rId2" Type="http://schemas.openxmlformats.org/officeDocument/2006/relationships/image" Target="../media/image191.wmf"/><Relationship Id="rId16" Type="http://schemas.openxmlformats.org/officeDocument/2006/relationships/image" Target="../media/image186.wmf"/><Relationship Id="rId1" Type="http://schemas.openxmlformats.org/officeDocument/2006/relationships/image" Target="../media/image189.wmf"/><Relationship Id="rId6" Type="http://schemas.openxmlformats.org/officeDocument/2006/relationships/image" Target="../media/image195.wmf"/><Relationship Id="rId11" Type="http://schemas.openxmlformats.org/officeDocument/2006/relationships/image" Target="../media/image201.wmf"/><Relationship Id="rId5" Type="http://schemas.openxmlformats.org/officeDocument/2006/relationships/image" Target="../media/image194.wmf"/><Relationship Id="rId15" Type="http://schemas.openxmlformats.org/officeDocument/2006/relationships/image" Target="../media/image280.wmf"/><Relationship Id="rId10" Type="http://schemas.openxmlformats.org/officeDocument/2006/relationships/image" Target="../media/image200.wmf"/><Relationship Id="rId4" Type="http://schemas.openxmlformats.org/officeDocument/2006/relationships/image" Target="../media/image193.wmf"/><Relationship Id="rId9" Type="http://schemas.openxmlformats.org/officeDocument/2006/relationships/image" Target="../media/image199.wmf"/><Relationship Id="rId14" Type="http://schemas.openxmlformats.org/officeDocument/2006/relationships/image" Target="../media/image279.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290.wmf"/><Relationship Id="rId13" Type="http://schemas.openxmlformats.org/officeDocument/2006/relationships/image" Target="../media/image295.wmf"/><Relationship Id="rId3" Type="http://schemas.openxmlformats.org/officeDocument/2006/relationships/image" Target="../media/image285.wmf"/><Relationship Id="rId7" Type="http://schemas.openxmlformats.org/officeDocument/2006/relationships/image" Target="../media/image289.wmf"/><Relationship Id="rId12" Type="http://schemas.openxmlformats.org/officeDocument/2006/relationships/image" Target="../media/image294.wmf"/><Relationship Id="rId2" Type="http://schemas.openxmlformats.org/officeDocument/2006/relationships/image" Target="../media/image284.wmf"/><Relationship Id="rId1" Type="http://schemas.openxmlformats.org/officeDocument/2006/relationships/image" Target="../media/image283.wmf"/><Relationship Id="rId6" Type="http://schemas.openxmlformats.org/officeDocument/2006/relationships/image" Target="../media/image288.wmf"/><Relationship Id="rId11" Type="http://schemas.openxmlformats.org/officeDocument/2006/relationships/image" Target="../media/image293.wmf"/><Relationship Id="rId5" Type="http://schemas.openxmlformats.org/officeDocument/2006/relationships/image" Target="../media/image287.wmf"/><Relationship Id="rId10" Type="http://schemas.openxmlformats.org/officeDocument/2006/relationships/image" Target="../media/image292.wmf"/><Relationship Id="rId4" Type="http://schemas.openxmlformats.org/officeDocument/2006/relationships/image" Target="../media/image286.wmf"/><Relationship Id="rId9" Type="http://schemas.openxmlformats.org/officeDocument/2006/relationships/image" Target="../media/image291.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298.wmf"/><Relationship Id="rId2" Type="http://schemas.openxmlformats.org/officeDocument/2006/relationships/image" Target="../media/image297.wmf"/><Relationship Id="rId1" Type="http://schemas.openxmlformats.org/officeDocument/2006/relationships/image" Target="../media/image296.w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306.wmf"/><Relationship Id="rId13" Type="http://schemas.openxmlformats.org/officeDocument/2006/relationships/image" Target="../media/image311.wmf"/><Relationship Id="rId3" Type="http://schemas.openxmlformats.org/officeDocument/2006/relationships/image" Target="../media/image301.wmf"/><Relationship Id="rId7" Type="http://schemas.openxmlformats.org/officeDocument/2006/relationships/image" Target="../media/image305.wmf"/><Relationship Id="rId12" Type="http://schemas.openxmlformats.org/officeDocument/2006/relationships/image" Target="../media/image310.wmf"/><Relationship Id="rId2" Type="http://schemas.openxmlformats.org/officeDocument/2006/relationships/image" Target="../media/image300.wmf"/><Relationship Id="rId1" Type="http://schemas.openxmlformats.org/officeDocument/2006/relationships/image" Target="../media/image299.wmf"/><Relationship Id="rId6" Type="http://schemas.openxmlformats.org/officeDocument/2006/relationships/image" Target="../media/image304.wmf"/><Relationship Id="rId11" Type="http://schemas.openxmlformats.org/officeDocument/2006/relationships/image" Target="../media/image309.wmf"/><Relationship Id="rId5" Type="http://schemas.openxmlformats.org/officeDocument/2006/relationships/image" Target="../media/image303.wmf"/><Relationship Id="rId10" Type="http://schemas.openxmlformats.org/officeDocument/2006/relationships/image" Target="../media/image308.wmf"/><Relationship Id="rId4" Type="http://schemas.openxmlformats.org/officeDocument/2006/relationships/image" Target="../media/image302.wmf"/><Relationship Id="rId9" Type="http://schemas.openxmlformats.org/officeDocument/2006/relationships/image" Target="../media/image307.wmf"/><Relationship Id="rId14" Type="http://schemas.openxmlformats.org/officeDocument/2006/relationships/image" Target="../media/image312.w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320.wmf"/><Relationship Id="rId13" Type="http://schemas.openxmlformats.org/officeDocument/2006/relationships/image" Target="../media/image325.wmf"/><Relationship Id="rId3" Type="http://schemas.openxmlformats.org/officeDocument/2006/relationships/image" Target="../media/image315.wmf"/><Relationship Id="rId7" Type="http://schemas.openxmlformats.org/officeDocument/2006/relationships/image" Target="../media/image319.wmf"/><Relationship Id="rId12" Type="http://schemas.openxmlformats.org/officeDocument/2006/relationships/image" Target="../media/image324.wmf"/><Relationship Id="rId2" Type="http://schemas.openxmlformats.org/officeDocument/2006/relationships/image" Target="../media/image314.wmf"/><Relationship Id="rId1" Type="http://schemas.openxmlformats.org/officeDocument/2006/relationships/image" Target="../media/image313.wmf"/><Relationship Id="rId6" Type="http://schemas.openxmlformats.org/officeDocument/2006/relationships/image" Target="../media/image318.wmf"/><Relationship Id="rId11" Type="http://schemas.openxmlformats.org/officeDocument/2006/relationships/image" Target="../media/image323.wmf"/><Relationship Id="rId5" Type="http://schemas.openxmlformats.org/officeDocument/2006/relationships/image" Target="../media/image317.wmf"/><Relationship Id="rId10" Type="http://schemas.openxmlformats.org/officeDocument/2006/relationships/image" Target="../media/image322.wmf"/><Relationship Id="rId4" Type="http://schemas.openxmlformats.org/officeDocument/2006/relationships/image" Target="../media/image316.wmf"/><Relationship Id="rId9" Type="http://schemas.openxmlformats.org/officeDocument/2006/relationships/image" Target="../media/image321.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333.wmf"/><Relationship Id="rId13" Type="http://schemas.openxmlformats.org/officeDocument/2006/relationships/image" Target="../media/image338.wmf"/><Relationship Id="rId18" Type="http://schemas.openxmlformats.org/officeDocument/2006/relationships/image" Target="../media/image343.wmf"/><Relationship Id="rId3" Type="http://schemas.openxmlformats.org/officeDocument/2006/relationships/image" Target="../media/image328.wmf"/><Relationship Id="rId7" Type="http://schemas.openxmlformats.org/officeDocument/2006/relationships/image" Target="../media/image332.wmf"/><Relationship Id="rId12" Type="http://schemas.openxmlformats.org/officeDocument/2006/relationships/image" Target="../media/image337.wmf"/><Relationship Id="rId17" Type="http://schemas.openxmlformats.org/officeDocument/2006/relationships/image" Target="../media/image342.wmf"/><Relationship Id="rId2" Type="http://schemas.openxmlformats.org/officeDocument/2006/relationships/image" Target="../media/image327.wmf"/><Relationship Id="rId16" Type="http://schemas.openxmlformats.org/officeDocument/2006/relationships/image" Target="../media/image341.wmf"/><Relationship Id="rId20" Type="http://schemas.openxmlformats.org/officeDocument/2006/relationships/image" Target="../media/image345.wmf"/><Relationship Id="rId1" Type="http://schemas.openxmlformats.org/officeDocument/2006/relationships/image" Target="../media/image326.wmf"/><Relationship Id="rId6" Type="http://schemas.openxmlformats.org/officeDocument/2006/relationships/image" Target="../media/image331.wmf"/><Relationship Id="rId11" Type="http://schemas.openxmlformats.org/officeDocument/2006/relationships/image" Target="../media/image336.wmf"/><Relationship Id="rId5" Type="http://schemas.openxmlformats.org/officeDocument/2006/relationships/image" Target="../media/image330.wmf"/><Relationship Id="rId15" Type="http://schemas.openxmlformats.org/officeDocument/2006/relationships/image" Target="../media/image340.wmf"/><Relationship Id="rId10" Type="http://schemas.openxmlformats.org/officeDocument/2006/relationships/image" Target="../media/image335.wmf"/><Relationship Id="rId19" Type="http://schemas.openxmlformats.org/officeDocument/2006/relationships/image" Target="../media/image344.wmf"/><Relationship Id="rId4" Type="http://schemas.openxmlformats.org/officeDocument/2006/relationships/image" Target="../media/image329.wmf"/><Relationship Id="rId9" Type="http://schemas.openxmlformats.org/officeDocument/2006/relationships/image" Target="../media/image334.wmf"/><Relationship Id="rId14" Type="http://schemas.openxmlformats.org/officeDocument/2006/relationships/image" Target="../media/image339.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348.wmf"/><Relationship Id="rId2" Type="http://schemas.openxmlformats.org/officeDocument/2006/relationships/image" Target="../media/image347.wmf"/><Relationship Id="rId1" Type="http://schemas.openxmlformats.org/officeDocument/2006/relationships/image" Target="../media/image346.wmf"/><Relationship Id="rId4" Type="http://schemas.openxmlformats.org/officeDocument/2006/relationships/image" Target="../media/image349.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352.wmf"/><Relationship Id="rId2" Type="http://schemas.openxmlformats.org/officeDocument/2006/relationships/image" Target="../media/image351.wmf"/><Relationship Id="rId1" Type="http://schemas.openxmlformats.org/officeDocument/2006/relationships/image" Target="../media/image350.wmf"/><Relationship Id="rId6" Type="http://schemas.openxmlformats.org/officeDocument/2006/relationships/image" Target="../media/image355.wmf"/><Relationship Id="rId5" Type="http://schemas.openxmlformats.org/officeDocument/2006/relationships/image" Target="../media/image354.wmf"/><Relationship Id="rId4" Type="http://schemas.openxmlformats.org/officeDocument/2006/relationships/image" Target="../media/image353.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358.wmf"/><Relationship Id="rId2" Type="http://schemas.openxmlformats.org/officeDocument/2006/relationships/image" Target="../media/image357.wmf"/><Relationship Id="rId1" Type="http://schemas.openxmlformats.org/officeDocument/2006/relationships/image" Target="../media/image356.wmf"/><Relationship Id="rId5" Type="http://schemas.openxmlformats.org/officeDocument/2006/relationships/image" Target="../media/image360.wmf"/><Relationship Id="rId4" Type="http://schemas.openxmlformats.org/officeDocument/2006/relationships/image" Target="../media/image359.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363.wmf"/><Relationship Id="rId7" Type="http://schemas.openxmlformats.org/officeDocument/2006/relationships/image" Target="../media/image367.wmf"/><Relationship Id="rId2" Type="http://schemas.openxmlformats.org/officeDocument/2006/relationships/image" Target="../media/image362.wmf"/><Relationship Id="rId1" Type="http://schemas.openxmlformats.org/officeDocument/2006/relationships/image" Target="../media/image361.wmf"/><Relationship Id="rId6" Type="http://schemas.openxmlformats.org/officeDocument/2006/relationships/image" Target="../media/image366.wmf"/><Relationship Id="rId5" Type="http://schemas.openxmlformats.org/officeDocument/2006/relationships/image" Target="../media/image365.wmf"/><Relationship Id="rId4" Type="http://schemas.openxmlformats.org/officeDocument/2006/relationships/image" Target="../media/image364.w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375.wmf"/><Relationship Id="rId13" Type="http://schemas.openxmlformats.org/officeDocument/2006/relationships/image" Target="../media/image380.wmf"/><Relationship Id="rId3" Type="http://schemas.openxmlformats.org/officeDocument/2006/relationships/image" Target="../media/image370.wmf"/><Relationship Id="rId7" Type="http://schemas.openxmlformats.org/officeDocument/2006/relationships/image" Target="../media/image374.wmf"/><Relationship Id="rId12" Type="http://schemas.openxmlformats.org/officeDocument/2006/relationships/image" Target="../media/image379.wmf"/><Relationship Id="rId2" Type="http://schemas.openxmlformats.org/officeDocument/2006/relationships/image" Target="../media/image369.wmf"/><Relationship Id="rId1" Type="http://schemas.openxmlformats.org/officeDocument/2006/relationships/image" Target="../media/image368.wmf"/><Relationship Id="rId6" Type="http://schemas.openxmlformats.org/officeDocument/2006/relationships/image" Target="../media/image373.wmf"/><Relationship Id="rId11" Type="http://schemas.openxmlformats.org/officeDocument/2006/relationships/image" Target="../media/image378.wmf"/><Relationship Id="rId5" Type="http://schemas.openxmlformats.org/officeDocument/2006/relationships/image" Target="../media/image372.wmf"/><Relationship Id="rId15" Type="http://schemas.openxmlformats.org/officeDocument/2006/relationships/image" Target="../media/image382.wmf"/><Relationship Id="rId10" Type="http://schemas.openxmlformats.org/officeDocument/2006/relationships/image" Target="../media/image377.wmf"/><Relationship Id="rId4" Type="http://schemas.openxmlformats.org/officeDocument/2006/relationships/image" Target="../media/image371.wmf"/><Relationship Id="rId9" Type="http://schemas.openxmlformats.org/officeDocument/2006/relationships/image" Target="../media/image376.wmf"/><Relationship Id="rId14" Type="http://schemas.openxmlformats.org/officeDocument/2006/relationships/image" Target="../media/image381.wmf"/></Relationships>
</file>

<file path=ppt/drawings/_rels/vmlDrawing38.vml.rels><?xml version="1.0" encoding="UTF-8" standalone="yes"?>
<Relationships xmlns="http://schemas.openxmlformats.org/package/2006/relationships"><Relationship Id="rId8" Type="http://schemas.openxmlformats.org/officeDocument/2006/relationships/image" Target="../media/image390.wmf"/><Relationship Id="rId13" Type="http://schemas.openxmlformats.org/officeDocument/2006/relationships/image" Target="../media/image395.wmf"/><Relationship Id="rId18" Type="http://schemas.openxmlformats.org/officeDocument/2006/relationships/image" Target="../media/image400.wmf"/><Relationship Id="rId3" Type="http://schemas.openxmlformats.org/officeDocument/2006/relationships/image" Target="../media/image385.wmf"/><Relationship Id="rId21" Type="http://schemas.openxmlformats.org/officeDocument/2006/relationships/image" Target="../media/image403.wmf"/><Relationship Id="rId7" Type="http://schemas.openxmlformats.org/officeDocument/2006/relationships/image" Target="../media/image389.wmf"/><Relationship Id="rId12" Type="http://schemas.openxmlformats.org/officeDocument/2006/relationships/image" Target="../media/image394.wmf"/><Relationship Id="rId17" Type="http://schemas.openxmlformats.org/officeDocument/2006/relationships/image" Target="../media/image399.wmf"/><Relationship Id="rId2" Type="http://schemas.openxmlformats.org/officeDocument/2006/relationships/image" Target="../media/image384.wmf"/><Relationship Id="rId16" Type="http://schemas.openxmlformats.org/officeDocument/2006/relationships/image" Target="../media/image398.wmf"/><Relationship Id="rId20" Type="http://schemas.openxmlformats.org/officeDocument/2006/relationships/image" Target="../media/image402.wmf"/><Relationship Id="rId1" Type="http://schemas.openxmlformats.org/officeDocument/2006/relationships/image" Target="../media/image383.wmf"/><Relationship Id="rId6" Type="http://schemas.openxmlformats.org/officeDocument/2006/relationships/image" Target="../media/image388.wmf"/><Relationship Id="rId11" Type="http://schemas.openxmlformats.org/officeDocument/2006/relationships/image" Target="../media/image393.wmf"/><Relationship Id="rId5" Type="http://schemas.openxmlformats.org/officeDocument/2006/relationships/image" Target="../media/image387.wmf"/><Relationship Id="rId15" Type="http://schemas.openxmlformats.org/officeDocument/2006/relationships/image" Target="../media/image397.wmf"/><Relationship Id="rId23" Type="http://schemas.openxmlformats.org/officeDocument/2006/relationships/image" Target="../media/image3.wmf"/><Relationship Id="rId10" Type="http://schemas.openxmlformats.org/officeDocument/2006/relationships/image" Target="../media/image392.wmf"/><Relationship Id="rId19" Type="http://schemas.openxmlformats.org/officeDocument/2006/relationships/image" Target="../media/image401.wmf"/><Relationship Id="rId4" Type="http://schemas.openxmlformats.org/officeDocument/2006/relationships/image" Target="../media/image386.wmf"/><Relationship Id="rId9" Type="http://schemas.openxmlformats.org/officeDocument/2006/relationships/image" Target="../media/image391.wmf"/><Relationship Id="rId14" Type="http://schemas.openxmlformats.org/officeDocument/2006/relationships/image" Target="../media/image396.wmf"/><Relationship Id="rId22" Type="http://schemas.openxmlformats.org/officeDocument/2006/relationships/image" Target="../media/image404.w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414.wmf"/><Relationship Id="rId3" Type="http://schemas.openxmlformats.org/officeDocument/2006/relationships/image" Target="../media/image409.wmf"/><Relationship Id="rId7" Type="http://schemas.openxmlformats.org/officeDocument/2006/relationships/image" Target="../media/image413.wmf"/><Relationship Id="rId2" Type="http://schemas.openxmlformats.org/officeDocument/2006/relationships/image" Target="../media/image408.wmf"/><Relationship Id="rId1" Type="http://schemas.openxmlformats.org/officeDocument/2006/relationships/image" Target="../media/image407.wmf"/><Relationship Id="rId6" Type="http://schemas.openxmlformats.org/officeDocument/2006/relationships/image" Target="../media/image412.wmf"/><Relationship Id="rId11" Type="http://schemas.openxmlformats.org/officeDocument/2006/relationships/image" Target="../media/image417.wmf"/><Relationship Id="rId5" Type="http://schemas.openxmlformats.org/officeDocument/2006/relationships/image" Target="../media/image411.wmf"/><Relationship Id="rId10" Type="http://schemas.openxmlformats.org/officeDocument/2006/relationships/image" Target="../media/image416.wmf"/><Relationship Id="rId4" Type="http://schemas.openxmlformats.org/officeDocument/2006/relationships/image" Target="../media/image410.wmf"/><Relationship Id="rId9" Type="http://schemas.openxmlformats.org/officeDocument/2006/relationships/image" Target="../media/image415.wmf"/></Relationships>
</file>

<file path=ppt/drawings/_rels/vmlDrawing40.vml.rels><?xml version="1.0" encoding="UTF-8" standalone="yes"?>
<Relationships xmlns="http://schemas.openxmlformats.org/package/2006/relationships"><Relationship Id="rId8" Type="http://schemas.openxmlformats.org/officeDocument/2006/relationships/image" Target="../media/image425.wmf"/><Relationship Id="rId3" Type="http://schemas.openxmlformats.org/officeDocument/2006/relationships/image" Target="../media/image420.wmf"/><Relationship Id="rId7" Type="http://schemas.openxmlformats.org/officeDocument/2006/relationships/image" Target="../media/image424.wmf"/><Relationship Id="rId2" Type="http://schemas.openxmlformats.org/officeDocument/2006/relationships/image" Target="../media/image419.wmf"/><Relationship Id="rId1" Type="http://schemas.openxmlformats.org/officeDocument/2006/relationships/image" Target="../media/image418.wmf"/><Relationship Id="rId6" Type="http://schemas.openxmlformats.org/officeDocument/2006/relationships/image" Target="../media/image423.wmf"/><Relationship Id="rId5" Type="http://schemas.openxmlformats.org/officeDocument/2006/relationships/image" Target="../media/image422.wmf"/><Relationship Id="rId10" Type="http://schemas.openxmlformats.org/officeDocument/2006/relationships/image" Target="../media/image427.wmf"/><Relationship Id="rId4" Type="http://schemas.openxmlformats.org/officeDocument/2006/relationships/image" Target="../media/image421.wmf"/><Relationship Id="rId9" Type="http://schemas.openxmlformats.org/officeDocument/2006/relationships/image" Target="../media/image426.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430.wmf"/><Relationship Id="rId2" Type="http://schemas.openxmlformats.org/officeDocument/2006/relationships/image" Target="../media/image429.wmf"/><Relationship Id="rId1" Type="http://schemas.openxmlformats.org/officeDocument/2006/relationships/image" Target="../media/image428.wmf"/><Relationship Id="rId5" Type="http://schemas.openxmlformats.org/officeDocument/2006/relationships/image" Target="../media/image432.wmf"/><Relationship Id="rId4" Type="http://schemas.openxmlformats.org/officeDocument/2006/relationships/image" Target="../media/image43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05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Times New Roman" pitchFamily="18" charset="0"/>
              </a:defRPr>
            </a:lvl1pPr>
          </a:lstStyle>
          <a:p>
            <a:pPr>
              <a:defRPr/>
            </a:pPr>
            <a:endParaRPr lang="zh-CN" altLang="en-US"/>
          </a:p>
        </p:txBody>
      </p:sp>
      <p:sp>
        <p:nvSpPr>
          <p:cNvPr id="11059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defRPr>
            </a:lvl1pPr>
          </a:lstStyle>
          <a:p>
            <a:pPr>
              <a:defRPr/>
            </a:pPr>
            <a:endParaRPr lang="en-US" altLang="zh-CN"/>
          </a:p>
        </p:txBody>
      </p:sp>
      <p:sp>
        <p:nvSpPr>
          <p:cNvPr id="67588"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1059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1059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Times New Roman" pitchFamily="18" charset="0"/>
              </a:defRPr>
            </a:lvl1pPr>
          </a:lstStyle>
          <a:p>
            <a:pPr>
              <a:defRPr/>
            </a:pPr>
            <a:endParaRPr lang="en-US" altLang="zh-CN"/>
          </a:p>
        </p:txBody>
      </p:sp>
      <p:sp>
        <p:nvSpPr>
          <p:cNvPr id="11059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8" charset="0"/>
              </a:defRPr>
            </a:lvl1pPr>
          </a:lstStyle>
          <a:p>
            <a:pPr>
              <a:defRPr/>
            </a:pPr>
            <a:fld id="{85769879-747A-4085-A64E-815D2FFFC8B5}"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D0655464-9137-4BDE-89F9-C0723EAF9C11}" type="slidenum">
              <a:rPr lang="zh-CN" altLang="en-US" smtClean="0"/>
              <a:pPr/>
              <a:t>10</a:t>
            </a:fld>
            <a:endParaRPr lang="en-US" altLang="zh-CN" smtClean="0"/>
          </a:p>
        </p:txBody>
      </p:sp>
      <p:sp>
        <p:nvSpPr>
          <p:cNvPr id="68611" name="Rectangle 2"/>
          <p:cNvSpPr>
            <a:spLocks noRo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lnSpc>
                <a:spcPct val="120000"/>
              </a:lnSpc>
              <a:spcBef>
                <a:spcPct val="0"/>
              </a:spcBef>
            </a:pPr>
            <a:r>
              <a:rPr kumimoji="1" lang="zh-CN" altLang="en-US" smtClean="0"/>
              <a:t>物理学以及物理学与其他学科交叉的边缘学科在物质世界中许多层次都有研究。</a:t>
            </a:r>
          </a:p>
          <a:p>
            <a:pPr eaLnBrk="1" hangingPunct="1"/>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7BC3C475-134B-412A-9797-CCF552296DD7}" type="slidenum">
              <a:rPr lang="zh-CN" altLang="en-US" smtClean="0"/>
              <a:pPr/>
              <a:t>11</a:t>
            </a:fld>
            <a:endParaRPr lang="en-US" altLang="zh-CN" smtClean="0"/>
          </a:p>
        </p:txBody>
      </p:sp>
      <p:sp>
        <p:nvSpPr>
          <p:cNvPr id="69635" name="Rectangle 2"/>
          <p:cNvSpPr>
            <a:spLocks noRo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pPr eaLnBrk="1" hangingPunct="1"/>
            <a:r>
              <a:rPr kumimoji="1" lang="zh-CN" altLang="en-US" smtClean="0"/>
              <a:t>人们从自己向</a:t>
            </a:r>
            <a:r>
              <a:rPr kumimoji="1" lang="zh-CN" altLang="en-US" smtClean="0">
                <a:solidFill>
                  <a:schemeClr val="accent2"/>
                </a:solidFill>
              </a:rPr>
              <a:t>大尺度追问以探索</a:t>
            </a:r>
            <a:r>
              <a:rPr kumimoji="1" lang="zh-CN" altLang="en-US" smtClean="0"/>
              <a:t>宇宙的奥秘，物理学上对应</a:t>
            </a:r>
            <a:r>
              <a:rPr kumimoji="1" lang="zh-CN" altLang="en-US" smtClean="0">
                <a:solidFill>
                  <a:srgbClr val="FF0000"/>
                </a:solidFill>
              </a:rPr>
              <a:t>天体物理学</a:t>
            </a:r>
            <a:r>
              <a:rPr kumimoji="1" lang="en-US" altLang="zh-CN" smtClean="0">
                <a:solidFill>
                  <a:srgbClr val="6600FF"/>
                </a:solidFill>
              </a:rPr>
              <a:t>(</a:t>
            </a:r>
            <a:r>
              <a:rPr kumimoji="1" lang="zh-CN" altLang="en-US" smtClean="0">
                <a:solidFill>
                  <a:srgbClr val="6600FF"/>
                </a:solidFill>
              </a:rPr>
              <a:t>宇观理论</a:t>
            </a:r>
            <a:r>
              <a:rPr kumimoji="1" lang="en-US" altLang="zh-CN" smtClean="0">
                <a:solidFill>
                  <a:srgbClr val="6600FF"/>
                </a:solidFill>
              </a:rPr>
              <a:t>)</a:t>
            </a:r>
            <a:r>
              <a:rPr kumimoji="1" lang="zh-CN" altLang="en-US" smtClean="0">
                <a:solidFill>
                  <a:srgbClr val="6600FF"/>
                </a:solidFill>
              </a:rPr>
              <a:t>；</a:t>
            </a:r>
            <a:r>
              <a:rPr kumimoji="1" lang="zh-CN" altLang="en-US" smtClean="0"/>
              <a:t>人们不断向</a:t>
            </a:r>
            <a:r>
              <a:rPr kumimoji="1" lang="zh-CN" altLang="en-US" smtClean="0">
                <a:solidFill>
                  <a:schemeClr val="accent2"/>
                </a:solidFill>
              </a:rPr>
              <a:t>小尺度开拓以探索</a:t>
            </a:r>
            <a:r>
              <a:rPr kumimoji="1" lang="zh-CN" altLang="en-US" smtClean="0"/>
              <a:t>物质的组成，物理学上对应</a:t>
            </a:r>
            <a:r>
              <a:rPr kumimoji="1" lang="zh-CN" altLang="en-US" smtClean="0">
                <a:solidFill>
                  <a:srgbClr val="FF0000"/>
                </a:solidFill>
              </a:rPr>
              <a:t>粒子物理学</a:t>
            </a:r>
            <a:r>
              <a:rPr kumimoji="1" lang="en-US" altLang="zh-CN" smtClean="0">
                <a:solidFill>
                  <a:srgbClr val="6600FF"/>
                </a:solidFill>
              </a:rPr>
              <a:t>(</a:t>
            </a:r>
            <a:r>
              <a:rPr kumimoji="1" lang="zh-CN" altLang="en-US" smtClean="0">
                <a:solidFill>
                  <a:srgbClr val="6600FF"/>
                </a:solidFill>
              </a:rPr>
              <a:t>微观理论</a:t>
            </a:r>
            <a:r>
              <a:rPr kumimoji="1" lang="en-US" altLang="zh-CN" smtClean="0">
                <a:solidFill>
                  <a:srgbClr val="6600FF"/>
                </a:solidFill>
              </a:rPr>
              <a:t>)</a:t>
            </a:r>
            <a:r>
              <a:rPr kumimoji="1" lang="zh-CN" altLang="en-US" smtClean="0">
                <a:solidFill>
                  <a:srgbClr val="6600FF"/>
                </a:solidFill>
              </a:rPr>
              <a:t>。</a:t>
            </a:r>
          </a:p>
          <a:p>
            <a:pPr eaLnBrk="1" hangingPunct="1"/>
            <a:endParaRPr kumimoji="1" lang="zh-CN" altLang="en-US" smtClean="0">
              <a:solidFill>
                <a:srgbClr val="6600FF"/>
              </a:solidFill>
            </a:endParaRPr>
          </a:p>
          <a:p>
            <a:pPr eaLnBrk="1" hangingPunct="1"/>
            <a:endParaRPr lang="zh-CN"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E2C9C7F7-6601-4001-A3F4-E06C52B411D2}" type="slidenum">
              <a:rPr lang="zh-CN" altLang="en-US" smtClean="0"/>
              <a:pPr/>
              <a:t>12</a:t>
            </a:fld>
            <a:endParaRPr lang="en-US" altLang="zh-CN" smtClean="0"/>
          </a:p>
        </p:txBody>
      </p:sp>
      <p:sp>
        <p:nvSpPr>
          <p:cNvPr id="70659" name="Rectangle 2"/>
          <p:cNvSpPr>
            <a:spLocks noRo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r>
              <a:rPr lang="zh-CN" altLang="en-US" smtClean="0"/>
              <a:t>任何物质都处于运动变化之中，只能以某一种固定的形态存在一定的时间，这个时间称为物质的存活寿命，寿命的结束意味这物质存在的形态发生了变化。</a:t>
            </a:r>
            <a:r>
              <a:rPr lang="zh-CN" altLang="en-US" b="1" smtClean="0">
                <a:solidFill>
                  <a:srgbClr val="0000CC"/>
                </a:solidFill>
              </a:rPr>
              <a:t>存活寿命揭示了物质由起源到灭亡的演化过程</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D7283ADF-1B65-4261-8AE8-FFA72533A14D}" type="slidenum">
              <a:rPr lang="zh-CN" altLang="en-US" smtClean="0"/>
              <a:pPr/>
              <a:t>13</a:t>
            </a:fld>
            <a:endParaRPr lang="en-US" altLang="zh-CN" smtClean="0"/>
          </a:p>
        </p:txBody>
      </p:sp>
      <p:sp>
        <p:nvSpPr>
          <p:cNvPr id="71683" name="Rectangle 2"/>
          <p:cNvSpPr>
            <a:spLocks noRo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spcBef>
                <a:spcPct val="50000"/>
              </a:spcBef>
            </a:pPr>
            <a:r>
              <a:rPr lang="zh-CN" altLang="en-US" smtClean="0"/>
              <a:t>从宇宙大爆炸开始算起，当时宇宙</a:t>
            </a:r>
            <a:r>
              <a:rPr lang="zh-CN" altLang="en-US" smtClean="0">
                <a:solidFill>
                  <a:srgbClr val="FF6600"/>
                </a:solidFill>
              </a:rPr>
              <a:t>温度极高</a:t>
            </a:r>
            <a:r>
              <a:rPr lang="zh-CN" altLang="en-US" smtClean="0"/>
              <a:t>，</a:t>
            </a:r>
            <a:r>
              <a:rPr lang="zh-CN" altLang="en-US" smtClean="0">
                <a:solidFill>
                  <a:srgbClr val="FF6600"/>
                </a:solidFill>
              </a:rPr>
              <a:t>物质密度极大</a:t>
            </a:r>
            <a:r>
              <a:rPr lang="zh-CN" altLang="en-US" smtClean="0"/>
              <a:t>；大约在最初的 </a:t>
            </a:r>
            <a:r>
              <a:rPr lang="en-US" altLang="zh-CN" smtClean="0"/>
              <a:t>3min </a:t>
            </a:r>
            <a:r>
              <a:rPr lang="zh-CN" altLang="en-US" smtClean="0"/>
              <a:t>后，宇宙温度降至 </a:t>
            </a:r>
            <a:r>
              <a:rPr lang="en-US" altLang="zh-CN" smtClean="0"/>
              <a:t>109K </a:t>
            </a:r>
            <a:r>
              <a:rPr lang="zh-CN" altLang="en-US" smtClean="0"/>
              <a:t>，开始形成轻核；随着温度的逐渐降低，演化出天体星云，直至成为今天的宇宙。作为大爆炸的痕迹，至今在整个宇宙中还残留存在着温度约为 </a:t>
            </a:r>
            <a:r>
              <a:rPr lang="en-US" altLang="zh-CN" smtClean="0"/>
              <a:t>2.7K </a:t>
            </a:r>
            <a:r>
              <a:rPr lang="zh-CN" altLang="en-US" smtClean="0"/>
              <a:t>的</a:t>
            </a:r>
            <a:r>
              <a:rPr lang="zh-CN" altLang="en-US" smtClean="0">
                <a:latin typeface="Arial" charset="0"/>
              </a:rPr>
              <a:t>“</a:t>
            </a:r>
            <a:r>
              <a:rPr lang="zh-CN" altLang="en-US" smtClean="0"/>
              <a:t>微波背景辐射</a:t>
            </a:r>
            <a:r>
              <a:rPr lang="zh-CN" altLang="en-US" smtClean="0">
                <a:latin typeface="Arial" charset="0"/>
              </a:rPr>
              <a:t>”</a:t>
            </a:r>
            <a:r>
              <a:rPr lang="zh-CN" altLang="en-US" smtClean="0"/>
              <a:t>，由此可推出宇宙的年龄大约为</a:t>
            </a:r>
            <a:r>
              <a:rPr lang="en-US" altLang="zh-CN" smtClean="0"/>
              <a:t>100 </a:t>
            </a:r>
            <a:r>
              <a:rPr lang="zh-CN" altLang="en-US" smtClean="0"/>
              <a:t>亿年。</a:t>
            </a:r>
          </a:p>
          <a:p>
            <a:pPr eaLnBrk="1" hangingPunct="1">
              <a:spcBef>
                <a:spcPct val="50000"/>
              </a:spcBef>
            </a:pPr>
            <a:endParaRPr lang="zh-CN" altLang="en-US" smtClean="0"/>
          </a:p>
          <a:p>
            <a:pPr eaLnBrk="1" hangingPunct="1">
              <a:spcBef>
                <a:spcPct val="50000"/>
              </a:spcBef>
            </a:pPr>
            <a:endParaRPr lang="zh-CN" altLang="en-US" smtClean="0"/>
          </a:p>
          <a:p>
            <a:pPr eaLnBrk="1" hangingPunct="1">
              <a:spcBef>
                <a:spcPct val="50000"/>
              </a:spcBef>
            </a:pPr>
            <a:endParaRPr lang="zh-CN" altLang="en-US" smtClean="0"/>
          </a:p>
          <a:p>
            <a:pPr eaLnBrk="1" hangingPunct="1"/>
            <a:endParaRPr lang="zh-CN"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91DD7BB2-4F38-46B5-9679-767A1F67B97C}" type="slidenum">
              <a:rPr lang="zh-CN" altLang="en-US" smtClean="0"/>
              <a:pPr/>
              <a:t>14</a:t>
            </a:fld>
            <a:endParaRPr lang="en-US" altLang="zh-CN" smtClean="0"/>
          </a:p>
        </p:txBody>
      </p:sp>
      <p:sp>
        <p:nvSpPr>
          <p:cNvPr id="72707" name="Rectangle 2"/>
          <p:cNvSpPr>
            <a:spLocks noRo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lnSpc>
                <a:spcPct val="110000"/>
              </a:lnSpc>
            </a:pPr>
            <a:r>
              <a:rPr kumimoji="1" lang="zh-CN" altLang="en-US" smtClean="0"/>
              <a:t>对真实的物理过程和对象，根据所讨论的问题的基本要求，为了突出研究对象的主要性质，而忽略一些次要的要素</a:t>
            </a:r>
            <a:r>
              <a:rPr kumimoji="1" lang="en-US" altLang="zh-CN" smtClean="0"/>
              <a:t>,</a:t>
            </a:r>
            <a:r>
              <a:rPr kumimoji="1" lang="zh-CN" altLang="en-US" smtClean="0"/>
              <a:t>对其进行理想化的简化，抽象为可以用数学方法描述的理想模型。</a:t>
            </a:r>
          </a:p>
          <a:p>
            <a:pPr eaLnBrk="1" hangingPunct="1"/>
            <a:endParaRPr lang="zh-CN"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931DA1BD-87C7-47F9-96C0-B175D401B2F8}" type="slidenum">
              <a:rPr lang="zh-CN" altLang="en-US" smtClean="0"/>
              <a:pPr/>
              <a:t>36</a:t>
            </a:fld>
            <a:endParaRPr lang="en-US" altLang="zh-CN" smtClean="0"/>
          </a:p>
        </p:txBody>
      </p:sp>
      <p:sp>
        <p:nvSpPr>
          <p:cNvPr id="73731" name="Rectangle 2"/>
          <p:cNvSpPr>
            <a:spLocks noRo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r>
              <a:rPr lang="zh-CN" altLang="en-US" smtClean="0"/>
              <a:t>对于直线运动：当加速度的方向与速度的方向相同时，加速运动；当加速度的方向与速度的方向相反时，减速运动。并不是说，加速度为正就是加速运动，加速度为负就是减速运动。因为加速度的正负与坐标系的选择有关。</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91B92ECB-5654-4CFD-B4C5-94002D7B2011}" type="slidenum">
              <a:rPr lang="zh-CN" altLang="en-US" smtClean="0"/>
              <a:pPr/>
              <a:t>61</a:t>
            </a:fld>
            <a:endParaRPr lang="en-US" altLang="zh-CN" smtClean="0"/>
          </a:p>
        </p:txBody>
      </p:sp>
      <p:sp>
        <p:nvSpPr>
          <p:cNvPr id="74755" name="Rectangle 2"/>
          <p:cNvSpPr>
            <a:spLocks noRo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spcBef>
                <a:spcPct val="50000"/>
              </a:spcBef>
            </a:pPr>
            <a:r>
              <a:rPr lang="zh-CN" altLang="en-US" smtClean="0"/>
              <a:t>指人类迄今为止尚未发现其内部结构的</a:t>
            </a:r>
            <a:r>
              <a:rPr lang="zh-CN" altLang="en-US" smtClean="0">
                <a:latin typeface="Arial" charset="0"/>
              </a:rPr>
              <a:t>“</a:t>
            </a:r>
            <a:r>
              <a:rPr lang="zh-CN" altLang="en-US" smtClean="0"/>
              <a:t>点</a:t>
            </a:r>
            <a:r>
              <a:rPr lang="zh-CN" altLang="en-US" smtClean="0">
                <a:latin typeface="Arial" charset="0"/>
              </a:rPr>
              <a:t>”</a:t>
            </a:r>
            <a:r>
              <a:rPr lang="zh-CN" altLang="en-US" smtClean="0"/>
              <a:t>粒子，是一个不断向更深层次转移的动态概念。</a:t>
            </a:r>
          </a:p>
          <a:p>
            <a:pPr eaLnBrk="1" hangingPunct="1"/>
            <a:endParaRPr lang="zh-CN"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187E4458-3A67-497C-83C7-B77C9CA954EF}" type="slidenum">
              <a:rPr lang="zh-CN" altLang="en-US" smtClean="0"/>
              <a:pPr/>
              <a:t>62</a:t>
            </a:fld>
            <a:endParaRPr lang="en-US" altLang="zh-CN" smtClean="0"/>
          </a:p>
        </p:txBody>
      </p:sp>
      <p:sp>
        <p:nvSpPr>
          <p:cNvPr id="75779" name="Rectangle 2"/>
          <p:cNvSpPr>
            <a:spLocks noRo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r>
              <a:rPr kumimoji="1" lang="zh-CN" altLang="en-US" smtClean="0"/>
              <a:t>目前物理学界公认组成物质的最小单元是</a:t>
            </a:r>
            <a:r>
              <a:rPr kumimoji="1" lang="zh-CN" altLang="en-US" smtClean="0">
                <a:solidFill>
                  <a:schemeClr val="tx2"/>
                </a:solidFill>
              </a:rPr>
              <a:t>夸克</a:t>
            </a:r>
            <a:r>
              <a:rPr kumimoji="1" lang="zh-CN" altLang="en-US" smtClean="0">
                <a:solidFill>
                  <a:srgbClr val="FF0033"/>
                </a:solidFill>
              </a:rPr>
              <a:t>，</a:t>
            </a:r>
            <a:r>
              <a:rPr kumimoji="1" lang="zh-CN" altLang="en-US" smtClean="0">
                <a:solidFill>
                  <a:schemeClr val="tx2"/>
                </a:solidFill>
              </a:rPr>
              <a:t>即认为</a:t>
            </a:r>
            <a:r>
              <a:rPr kumimoji="1" lang="en-US" altLang="zh-CN" i="1" smtClean="0">
                <a:solidFill>
                  <a:srgbClr val="FF6600"/>
                </a:solidFill>
              </a:rPr>
              <a:t>quark </a:t>
            </a:r>
            <a:r>
              <a:rPr kumimoji="1" lang="zh-CN" altLang="en-US" smtClean="0"/>
              <a:t>没有内部结构。但近来有消息称</a:t>
            </a:r>
            <a:r>
              <a:rPr kumimoji="1" lang="en-US" altLang="zh-CN" smtClean="0"/>
              <a:t>: </a:t>
            </a:r>
            <a:r>
              <a:rPr kumimoji="1" lang="en-US" altLang="zh-CN" i="1" smtClean="0">
                <a:solidFill>
                  <a:srgbClr val="FF6600"/>
                </a:solidFill>
              </a:rPr>
              <a:t>quark</a:t>
            </a:r>
            <a:r>
              <a:rPr kumimoji="1" lang="en-US" altLang="zh-CN" i="1" smtClean="0"/>
              <a:t> </a:t>
            </a:r>
            <a:r>
              <a:rPr kumimoji="1" lang="zh-CN" altLang="en-US" smtClean="0"/>
              <a:t>也</a:t>
            </a:r>
            <a:r>
              <a:rPr kumimoji="1" lang="zh-CN" altLang="en-US" smtClean="0">
                <a:solidFill>
                  <a:schemeClr val="accent2"/>
                </a:solidFill>
              </a:rPr>
              <a:t>可一分为二 ，说明</a:t>
            </a:r>
            <a:r>
              <a:rPr kumimoji="1" lang="zh-CN" altLang="en-US" smtClean="0">
                <a:solidFill>
                  <a:schemeClr val="tx2"/>
                </a:solidFill>
              </a:rPr>
              <a:t>认识无止境。</a:t>
            </a:r>
            <a:endParaRPr kumimoji="1" lang="zh-CN" altLang="en-US" smtClean="0">
              <a:solidFill>
                <a:srgbClr val="993300"/>
              </a:solidFill>
            </a:endParaRPr>
          </a:p>
          <a:p>
            <a:pPr eaLnBrk="1" hangingPunct="1"/>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843E34D-9E69-4ECF-948E-34173FD8DE51}" type="slidenum">
              <a:rPr lang="zh-CN" altLang="en-US"/>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B7D4E5A-69B1-4E47-849C-BB149F11E6DD}" type="slidenum">
              <a:rPr lang="zh-CN" altLang="en-US"/>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B991073-4519-4359-AC84-99BF2178CD55}" type="slidenum">
              <a:rPr lang="zh-CN" altLang="en-US"/>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8A5E3164-6B6B-411C-885C-634F2FE228B1}" type="slidenum">
              <a:rPr lang="zh-CN" altLang="en-US"/>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4ED4A7B4-4EAF-4C27-A29B-44564F409202}" type="slidenum">
              <a:rPr lang="zh-CN" altLang="en-US"/>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7B7D3B3C-2ABC-459D-A062-286C43D8F673}" type="slidenum">
              <a:rPr lang="zh-CN" altLang="en-US"/>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5E05C160-C5EE-43EB-BF8C-BFB4F6CC1F0F}" type="slidenum">
              <a:rPr lang="zh-CN" altLang="en-US"/>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5F187FB7-C333-4ABF-B8C5-DB5134E30593}" type="slidenum">
              <a:rPr lang="zh-CN" altLang="en-US"/>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4EEBF01-C1EC-42C9-8169-1C63D535A667}" type="slidenum">
              <a:rPr lang="zh-CN" altLang="en-US"/>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06B9D2A-93B8-4BC3-A32A-65C034A8136A}" type="slidenum">
              <a:rPr lang="zh-CN" altLang="en-US"/>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95C44DFE-6B2D-4834-A3E9-EA5E53E15C90}" type="slidenum">
              <a:rPr lang="zh-CN" altLang="en-US"/>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6A6D6A61-FCA0-46AA-B633-B26173498BB1}" type="slidenum">
              <a:rPr lang="zh-CN" altLang="en-US"/>
              <a:pPr>
                <a:defRPr/>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938588"/>
            <a:ext cx="4038600" cy="21875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a:ln/>
        </p:spPr>
        <p:txBody>
          <a:bodyPr/>
          <a:lstStyle>
            <a:lvl1pPr>
              <a:defRPr/>
            </a:lvl1pPr>
          </a:lstStyle>
          <a:p>
            <a:pPr>
              <a:defRPr/>
            </a:pPr>
            <a:fld id="{F52464B3-2DE2-4DF1-9B9C-0D8026211D39}" type="slidenum">
              <a:rPr lang="zh-CN" altLang="en-US"/>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43011"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8436"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atin typeface="Arial" charset="0"/>
              </a:defRPr>
            </a:lvl1pPr>
          </a:lstStyle>
          <a:p>
            <a:pPr>
              <a:defRPr/>
            </a:pPr>
            <a:endParaRPr lang="en-US" altLang="zh-CN"/>
          </a:p>
        </p:txBody>
      </p:sp>
      <p:sp>
        <p:nvSpPr>
          <p:cNvPr id="18437"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atin typeface="Arial" charset="0"/>
              </a:defRPr>
            </a:lvl1pPr>
          </a:lstStyle>
          <a:p>
            <a:pPr>
              <a:defRPr/>
            </a:pPr>
            <a:endParaRPr lang="en-US" altLang="zh-CN"/>
          </a:p>
        </p:txBody>
      </p:sp>
      <p:sp>
        <p:nvSpPr>
          <p:cNvPr id="18438"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atin typeface="Arial" charset="0"/>
              </a:defRPr>
            </a:lvl1pPr>
          </a:lstStyle>
          <a:p>
            <a:pPr>
              <a:defRPr/>
            </a:pPr>
            <a:fld id="{AE34033D-110C-4E13-A852-D1381DE9E815}" type="slidenum">
              <a:rPr lang="zh-CN" altLang="en-US"/>
              <a:pPr>
                <a:defRPr/>
              </a:pPr>
              <a:t>‹#›</a:t>
            </a:fld>
            <a:endParaRPr lang="en-US" altLang="zh-CN"/>
          </a:p>
        </p:txBody>
      </p:sp>
      <p:sp>
        <p:nvSpPr>
          <p:cNvPr id="18439" name="Rectangle 7">
            <a:hlinkClick r:id="" action="ppaction://hlinkshowjump?jump=previousslide"/>
          </p:cNvPr>
          <p:cNvSpPr>
            <a:spLocks noChangeArrowheads="1"/>
          </p:cNvSpPr>
          <p:nvPr userDrawn="1"/>
        </p:nvSpPr>
        <p:spPr bwMode="auto">
          <a:xfrm>
            <a:off x="7308850" y="6669088"/>
            <a:ext cx="431800" cy="73025"/>
          </a:xfrm>
          <a:prstGeom prst="rect">
            <a:avLst/>
          </a:prstGeom>
          <a:noFill/>
          <a:ln w="9525">
            <a:noFill/>
            <a:miter lim="800000"/>
            <a:headEnd/>
            <a:tailEnd/>
          </a:ln>
          <a:effectLst/>
        </p:spPr>
        <p:txBody>
          <a:bodyPr wrap="none" anchor="ctr"/>
          <a:lstStyle/>
          <a:p>
            <a:pPr>
              <a:defRPr/>
            </a:pPr>
            <a:endParaRPr lang="zh-CN" altLang="en-US"/>
          </a:p>
        </p:txBody>
      </p:sp>
      <p:sp>
        <p:nvSpPr>
          <p:cNvPr id="18440" name="Rectangle 8"/>
          <p:cNvSpPr>
            <a:spLocks noChangeArrowheads="1"/>
          </p:cNvSpPr>
          <p:nvPr userDrawn="1"/>
        </p:nvSpPr>
        <p:spPr bwMode="auto">
          <a:xfrm>
            <a:off x="7773988" y="6669088"/>
            <a:ext cx="431800" cy="73025"/>
          </a:xfrm>
          <a:prstGeom prst="rect">
            <a:avLst/>
          </a:prstGeom>
          <a:noFill/>
          <a:ln w="9525">
            <a:noFill/>
            <a:miter lim="800000"/>
            <a:headEnd/>
            <a:tailEnd/>
          </a:ln>
          <a:effectLst/>
        </p:spPr>
        <p:txBody>
          <a:bodyPr wrap="none" anchor="ctr"/>
          <a:lstStyle/>
          <a:p>
            <a:pPr>
              <a:defRPr/>
            </a:pPr>
            <a:endParaRPr lang="zh-CN" altLang="en-US"/>
          </a:p>
        </p:txBody>
      </p:sp>
      <p:sp>
        <p:nvSpPr>
          <p:cNvPr id="18441" name="Rectangle 9">
            <a:hlinkClick r:id="" action="ppaction://hlinkshowjump?jump=nextslide"/>
          </p:cNvPr>
          <p:cNvSpPr>
            <a:spLocks noChangeArrowheads="1"/>
          </p:cNvSpPr>
          <p:nvPr userDrawn="1"/>
        </p:nvSpPr>
        <p:spPr bwMode="auto">
          <a:xfrm>
            <a:off x="8243888" y="6669088"/>
            <a:ext cx="431800" cy="73025"/>
          </a:xfrm>
          <a:prstGeom prst="rect">
            <a:avLst/>
          </a:prstGeom>
          <a:noFill/>
          <a:ln w="9525">
            <a:noFill/>
            <a:miter lim="800000"/>
            <a:headEnd/>
            <a:tailEnd/>
          </a:ln>
          <a:effectLst/>
        </p:spPr>
        <p:txBody>
          <a:bodyPr wrap="none" anchor="ct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txStyles>
    <p:titleStyle>
      <a:lvl1pPr algn="ctr" rtl="0" eaLnBrk="0" fontAlgn="base" hangingPunct="0">
        <a:spcBef>
          <a:spcPct val="0"/>
        </a:spcBef>
        <a:spcAft>
          <a:spcPct val="0"/>
        </a:spcAft>
        <a:defRPr sz="5400" b="1">
          <a:solidFill>
            <a:schemeClr val="tx2"/>
          </a:solidFill>
          <a:latin typeface="Times New Roman" pitchFamily="18" charset="0"/>
          <a:ea typeface="隶书" pitchFamily="49" charset="-122"/>
          <a:cs typeface="+mj-cs"/>
        </a:defRPr>
      </a:lvl1pPr>
      <a:lvl2pPr algn="ctr" rtl="0" eaLnBrk="0" fontAlgn="base" hangingPunct="0">
        <a:spcBef>
          <a:spcPct val="0"/>
        </a:spcBef>
        <a:spcAft>
          <a:spcPct val="0"/>
        </a:spcAft>
        <a:defRPr sz="5400" b="1">
          <a:solidFill>
            <a:schemeClr val="tx2"/>
          </a:solidFill>
          <a:latin typeface="Times New Roman" pitchFamily="18" charset="0"/>
          <a:ea typeface="隶书" pitchFamily="49" charset="-122"/>
        </a:defRPr>
      </a:lvl2pPr>
      <a:lvl3pPr algn="ctr" rtl="0" eaLnBrk="0" fontAlgn="base" hangingPunct="0">
        <a:spcBef>
          <a:spcPct val="0"/>
        </a:spcBef>
        <a:spcAft>
          <a:spcPct val="0"/>
        </a:spcAft>
        <a:defRPr sz="5400" b="1">
          <a:solidFill>
            <a:schemeClr val="tx2"/>
          </a:solidFill>
          <a:latin typeface="Times New Roman" pitchFamily="18" charset="0"/>
          <a:ea typeface="隶书" pitchFamily="49" charset="-122"/>
        </a:defRPr>
      </a:lvl3pPr>
      <a:lvl4pPr algn="ctr" rtl="0" eaLnBrk="0" fontAlgn="base" hangingPunct="0">
        <a:spcBef>
          <a:spcPct val="0"/>
        </a:spcBef>
        <a:spcAft>
          <a:spcPct val="0"/>
        </a:spcAft>
        <a:defRPr sz="5400" b="1">
          <a:solidFill>
            <a:schemeClr val="tx2"/>
          </a:solidFill>
          <a:latin typeface="Times New Roman" pitchFamily="18" charset="0"/>
          <a:ea typeface="隶书" pitchFamily="49" charset="-122"/>
        </a:defRPr>
      </a:lvl4pPr>
      <a:lvl5pPr algn="ctr" rtl="0" eaLnBrk="0" fontAlgn="base" hangingPunct="0">
        <a:spcBef>
          <a:spcPct val="0"/>
        </a:spcBef>
        <a:spcAft>
          <a:spcPct val="0"/>
        </a:spcAft>
        <a:defRPr sz="5400" b="1">
          <a:solidFill>
            <a:schemeClr val="tx2"/>
          </a:solidFill>
          <a:latin typeface="Times New Roman" pitchFamily="18" charset="0"/>
          <a:ea typeface="隶书" pitchFamily="49"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 Target="slide10.xml"/><Relationship Id="rId7" Type="http://schemas.openxmlformats.org/officeDocument/2006/relationships/slide" Target="slide57.xml"/><Relationship Id="rId2" Type="http://schemas.openxmlformats.org/officeDocument/2006/relationships/slide" Target="slide6.xml"/><Relationship Id="rId1" Type="http://schemas.openxmlformats.org/officeDocument/2006/relationships/slideLayout" Target="../slideLayouts/slideLayout6.xml"/><Relationship Id="rId6" Type="http://schemas.openxmlformats.org/officeDocument/2006/relationships/slide" Target="slide45.xml"/><Relationship Id="rId5" Type="http://schemas.openxmlformats.org/officeDocument/2006/relationships/slide" Target="slide17.xml"/><Relationship Id="rId4" Type="http://schemas.openxmlformats.org/officeDocument/2006/relationships/slide" Target="slide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 Target="slide61.xml"/><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s>
</file>

<file path=ppt/slides/_rels/slide1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oleObject" Target="../embeddings/oleObject12.bin"/><Relationship Id="rId18" Type="http://schemas.openxmlformats.org/officeDocument/2006/relationships/oleObject" Target="../embeddings/oleObject17.bin"/><Relationship Id="rId3" Type="http://schemas.openxmlformats.org/officeDocument/2006/relationships/oleObject" Target="../embeddings/oleObject2.bin"/><Relationship Id="rId21" Type="http://schemas.openxmlformats.org/officeDocument/2006/relationships/oleObject" Target="../embeddings/oleObject20.bin"/><Relationship Id="rId7" Type="http://schemas.openxmlformats.org/officeDocument/2006/relationships/oleObject" Target="../embeddings/oleObject6.bin"/><Relationship Id="rId12" Type="http://schemas.openxmlformats.org/officeDocument/2006/relationships/oleObject" Target="../embeddings/oleObject11.bin"/><Relationship Id="rId17" Type="http://schemas.openxmlformats.org/officeDocument/2006/relationships/oleObject" Target="../embeddings/oleObject16.bin"/><Relationship Id="rId2" Type="http://schemas.openxmlformats.org/officeDocument/2006/relationships/slideLayout" Target="../slideLayouts/slideLayout13.xml"/><Relationship Id="rId16" Type="http://schemas.openxmlformats.org/officeDocument/2006/relationships/oleObject" Target="../embeddings/oleObject15.bin"/><Relationship Id="rId20" Type="http://schemas.openxmlformats.org/officeDocument/2006/relationships/oleObject" Target="../embeddings/oleObject19.bin"/><Relationship Id="rId1" Type="http://schemas.openxmlformats.org/officeDocument/2006/relationships/vmlDrawing" Target="../drawings/vmlDrawing2.vml"/><Relationship Id="rId6" Type="http://schemas.openxmlformats.org/officeDocument/2006/relationships/oleObject" Target="../embeddings/oleObject5.bin"/><Relationship Id="rId11" Type="http://schemas.openxmlformats.org/officeDocument/2006/relationships/oleObject" Target="../embeddings/oleObject10.bin"/><Relationship Id="rId5" Type="http://schemas.openxmlformats.org/officeDocument/2006/relationships/oleObject" Target="../embeddings/oleObject4.bin"/><Relationship Id="rId15" Type="http://schemas.openxmlformats.org/officeDocument/2006/relationships/oleObject" Target="../embeddings/oleObject14.bin"/><Relationship Id="rId10" Type="http://schemas.openxmlformats.org/officeDocument/2006/relationships/oleObject" Target="../embeddings/oleObject9.bin"/><Relationship Id="rId19" Type="http://schemas.openxmlformats.org/officeDocument/2006/relationships/oleObject" Target="../embeddings/oleObject18.bin"/><Relationship Id="rId4" Type="http://schemas.openxmlformats.org/officeDocument/2006/relationships/oleObject" Target="../embeddings/oleObject3.bin"/><Relationship Id="rId9" Type="http://schemas.openxmlformats.org/officeDocument/2006/relationships/oleObject" Target="../embeddings/oleObject8.bin"/><Relationship Id="rId14" Type="http://schemas.openxmlformats.org/officeDocument/2006/relationships/oleObject" Target="../embeddings/oleObject13.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24.bin"/><Relationship Id="rId5" Type="http://schemas.openxmlformats.org/officeDocument/2006/relationships/oleObject" Target="../embeddings/oleObject23.bin"/><Relationship Id="rId4" Type="http://schemas.openxmlformats.org/officeDocument/2006/relationships/oleObject" Target="../embeddings/oleObject22.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audio" Target="../media/audio2.wav"/><Relationship Id="rId7"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27.bin"/><Relationship Id="rId11" Type="http://schemas.openxmlformats.org/officeDocument/2006/relationships/image" Target="../media/image31.emf"/><Relationship Id="rId5" Type="http://schemas.openxmlformats.org/officeDocument/2006/relationships/oleObject" Target="../embeddings/oleObject26.bin"/><Relationship Id="rId10" Type="http://schemas.openxmlformats.org/officeDocument/2006/relationships/image" Target="../media/image30.emf"/><Relationship Id="rId4" Type="http://schemas.openxmlformats.org/officeDocument/2006/relationships/oleObject" Target="../embeddings/oleObject25.bin"/><Relationship Id="rId9" Type="http://schemas.openxmlformats.org/officeDocument/2006/relationships/oleObject" Target="../embeddings/oleObject30.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36.bin"/><Relationship Id="rId3" Type="http://schemas.openxmlformats.org/officeDocument/2006/relationships/oleObject" Target="../embeddings/oleObject31.bin"/><Relationship Id="rId7" Type="http://schemas.openxmlformats.org/officeDocument/2006/relationships/oleObject" Target="../embeddings/oleObject35.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34.bin"/><Relationship Id="rId11" Type="http://schemas.openxmlformats.org/officeDocument/2006/relationships/oleObject" Target="../embeddings/oleObject39.bin"/><Relationship Id="rId5" Type="http://schemas.openxmlformats.org/officeDocument/2006/relationships/oleObject" Target="../embeddings/oleObject33.bin"/><Relationship Id="rId10" Type="http://schemas.openxmlformats.org/officeDocument/2006/relationships/oleObject" Target="../embeddings/oleObject38.bin"/><Relationship Id="rId4" Type="http://schemas.openxmlformats.org/officeDocument/2006/relationships/oleObject" Target="../embeddings/oleObject32.bin"/><Relationship Id="rId9" Type="http://schemas.openxmlformats.org/officeDocument/2006/relationships/oleObject" Target="../embeddings/oleObject37.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45.bin"/><Relationship Id="rId13" Type="http://schemas.openxmlformats.org/officeDocument/2006/relationships/oleObject" Target="../embeddings/oleObject50.bin"/><Relationship Id="rId3" Type="http://schemas.openxmlformats.org/officeDocument/2006/relationships/oleObject" Target="../embeddings/oleObject40.bin"/><Relationship Id="rId7" Type="http://schemas.openxmlformats.org/officeDocument/2006/relationships/oleObject" Target="../embeddings/oleObject44.bin"/><Relationship Id="rId12" Type="http://schemas.openxmlformats.org/officeDocument/2006/relationships/oleObject" Target="../embeddings/oleObject49.bin"/><Relationship Id="rId17" Type="http://schemas.openxmlformats.org/officeDocument/2006/relationships/oleObject" Target="../embeddings/oleObject54.bin"/><Relationship Id="rId2" Type="http://schemas.openxmlformats.org/officeDocument/2006/relationships/slideLayout" Target="../slideLayouts/slideLayout7.xml"/><Relationship Id="rId16" Type="http://schemas.openxmlformats.org/officeDocument/2006/relationships/oleObject" Target="../embeddings/oleObject53.bin"/><Relationship Id="rId1" Type="http://schemas.openxmlformats.org/officeDocument/2006/relationships/vmlDrawing" Target="../drawings/vmlDrawing6.vml"/><Relationship Id="rId6" Type="http://schemas.openxmlformats.org/officeDocument/2006/relationships/oleObject" Target="../embeddings/oleObject43.bin"/><Relationship Id="rId11" Type="http://schemas.openxmlformats.org/officeDocument/2006/relationships/oleObject" Target="../embeddings/oleObject48.bin"/><Relationship Id="rId5" Type="http://schemas.openxmlformats.org/officeDocument/2006/relationships/oleObject" Target="../embeddings/oleObject42.bin"/><Relationship Id="rId15" Type="http://schemas.openxmlformats.org/officeDocument/2006/relationships/oleObject" Target="../embeddings/oleObject52.bin"/><Relationship Id="rId10" Type="http://schemas.openxmlformats.org/officeDocument/2006/relationships/oleObject" Target="../embeddings/oleObject47.bin"/><Relationship Id="rId4" Type="http://schemas.openxmlformats.org/officeDocument/2006/relationships/oleObject" Target="../embeddings/oleObject41.bin"/><Relationship Id="rId9" Type="http://schemas.openxmlformats.org/officeDocument/2006/relationships/oleObject" Target="../embeddings/oleObject46.bin"/><Relationship Id="rId14" Type="http://schemas.openxmlformats.org/officeDocument/2006/relationships/oleObject" Target="../embeddings/oleObject51.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60.bin"/><Relationship Id="rId3" Type="http://schemas.openxmlformats.org/officeDocument/2006/relationships/oleObject" Target="../embeddings/oleObject55.bin"/><Relationship Id="rId7" Type="http://schemas.openxmlformats.org/officeDocument/2006/relationships/oleObject" Target="../embeddings/oleObject59.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58.bin"/><Relationship Id="rId11" Type="http://schemas.openxmlformats.org/officeDocument/2006/relationships/oleObject" Target="../embeddings/oleObject63.bin"/><Relationship Id="rId5" Type="http://schemas.openxmlformats.org/officeDocument/2006/relationships/oleObject" Target="../embeddings/oleObject57.bin"/><Relationship Id="rId10" Type="http://schemas.openxmlformats.org/officeDocument/2006/relationships/oleObject" Target="../embeddings/oleObject62.bin"/><Relationship Id="rId4" Type="http://schemas.openxmlformats.org/officeDocument/2006/relationships/oleObject" Target="../embeddings/oleObject56.bin"/><Relationship Id="rId9" Type="http://schemas.openxmlformats.org/officeDocument/2006/relationships/oleObject" Target="../embeddings/oleObject61.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69.bin"/><Relationship Id="rId3" Type="http://schemas.openxmlformats.org/officeDocument/2006/relationships/oleObject" Target="../embeddings/oleObject64.bin"/><Relationship Id="rId7" Type="http://schemas.openxmlformats.org/officeDocument/2006/relationships/oleObject" Target="../embeddings/oleObject68.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67.bin"/><Relationship Id="rId11" Type="http://schemas.openxmlformats.org/officeDocument/2006/relationships/oleObject" Target="../embeddings/oleObject72.bin"/><Relationship Id="rId5" Type="http://schemas.openxmlformats.org/officeDocument/2006/relationships/oleObject" Target="../embeddings/oleObject66.bin"/><Relationship Id="rId10" Type="http://schemas.openxmlformats.org/officeDocument/2006/relationships/oleObject" Target="../embeddings/oleObject71.bin"/><Relationship Id="rId4" Type="http://schemas.openxmlformats.org/officeDocument/2006/relationships/oleObject" Target="../embeddings/oleObject65.bin"/><Relationship Id="rId9" Type="http://schemas.openxmlformats.org/officeDocument/2006/relationships/oleObject" Target="../embeddings/oleObject70.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78.bin"/><Relationship Id="rId3" Type="http://schemas.openxmlformats.org/officeDocument/2006/relationships/oleObject" Target="../embeddings/oleObject73.bin"/><Relationship Id="rId7" Type="http://schemas.openxmlformats.org/officeDocument/2006/relationships/oleObject" Target="../embeddings/oleObject77.bin"/><Relationship Id="rId12" Type="http://schemas.openxmlformats.org/officeDocument/2006/relationships/oleObject" Target="../embeddings/oleObject82.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76.bin"/><Relationship Id="rId11" Type="http://schemas.openxmlformats.org/officeDocument/2006/relationships/oleObject" Target="../embeddings/oleObject81.bin"/><Relationship Id="rId5" Type="http://schemas.openxmlformats.org/officeDocument/2006/relationships/oleObject" Target="../embeddings/oleObject75.bin"/><Relationship Id="rId10" Type="http://schemas.openxmlformats.org/officeDocument/2006/relationships/oleObject" Target="../embeddings/oleObject80.bin"/><Relationship Id="rId4" Type="http://schemas.openxmlformats.org/officeDocument/2006/relationships/oleObject" Target="../embeddings/oleObject74.bin"/><Relationship Id="rId9" Type="http://schemas.openxmlformats.org/officeDocument/2006/relationships/oleObject" Target="../embeddings/oleObject79.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88.bin"/><Relationship Id="rId3" Type="http://schemas.openxmlformats.org/officeDocument/2006/relationships/oleObject" Target="../embeddings/oleObject83.bin"/><Relationship Id="rId7" Type="http://schemas.openxmlformats.org/officeDocument/2006/relationships/oleObject" Target="../embeddings/oleObject87.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oleObject" Target="../embeddings/oleObject86.bin"/><Relationship Id="rId5" Type="http://schemas.openxmlformats.org/officeDocument/2006/relationships/oleObject" Target="../embeddings/oleObject85.bin"/><Relationship Id="rId4" Type="http://schemas.openxmlformats.org/officeDocument/2006/relationships/oleObject" Target="../embeddings/oleObject84.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94.bin"/><Relationship Id="rId3" Type="http://schemas.openxmlformats.org/officeDocument/2006/relationships/oleObject" Target="../embeddings/oleObject89.bin"/><Relationship Id="rId7" Type="http://schemas.openxmlformats.org/officeDocument/2006/relationships/oleObject" Target="../embeddings/oleObject93.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oleObject" Target="../embeddings/oleObject92.bin"/><Relationship Id="rId5" Type="http://schemas.openxmlformats.org/officeDocument/2006/relationships/oleObject" Target="../embeddings/oleObject91.bin"/><Relationship Id="rId10" Type="http://schemas.openxmlformats.org/officeDocument/2006/relationships/oleObject" Target="../embeddings/oleObject96.bin"/><Relationship Id="rId4" Type="http://schemas.openxmlformats.org/officeDocument/2006/relationships/oleObject" Target="../embeddings/oleObject90.bin"/><Relationship Id="rId9" Type="http://schemas.openxmlformats.org/officeDocument/2006/relationships/oleObject" Target="../embeddings/oleObject95.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02.bin"/><Relationship Id="rId3" Type="http://schemas.openxmlformats.org/officeDocument/2006/relationships/oleObject" Target="../embeddings/oleObject97.bin"/><Relationship Id="rId7" Type="http://schemas.openxmlformats.org/officeDocument/2006/relationships/oleObject" Target="../embeddings/oleObject101.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oleObject" Target="../embeddings/oleObject100.bin"/><Relationship Id="rId5" Type="http://schemas.openxmlformats.org/officeDocument/2006/relationships/oleObject" Target="../embeddings/oleObject99.bin"/><Relationship Id="rId4" Type="http://schemas.openxmlformats.org/officeDocument/2006/relationships/oleObject" Target="../embeddings/oleObject98.bin"/><Relationship Id="rId9" Type="http://schemas.openxmlformats.org/officeDocument/2006/relationships/oleObject" Target="../embeddings/oleObject103.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09.bin"/><Relationship Id="rId3" Type="http://schemas.openxmlformats.org/officeDocument/2006/relationships/oleObject" Target="../embeddings/oleObject104.bin"/><Relationship Id="rId7" Type="http://schemas.openxmlformats.org/officeDocument/2006/relationships/oleObject" Target="../embeddings/oleObject108.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107.bin"/><Relationship Id="rId11" Type="http://schemas.openxmlformats.org/officeDocument/2006/relationships/oleObject" Target="../embeddings/oleObject112.bin"/><Relationship Id="rId5" Type="http://schemas.openxmlformats.org/officeDocument/2006/relationships/oleObject" Target="../embeddings/oleObject106.bin"/><Relationship Id="rId10" Type="http://schemas.openxmlformats.org/officeDocument/2006/relationships/oleObject" Target="../embeddings/oleObject111.bin"/><Relationship Id="rId4" Type="http://schemas.openxmlformats.org/officeDocument/2006/relationships/oleObject" Target="../embeddings/oleObject105.bin"/><Relationship Id="rId9" Type="http://schemas.openxmlformats.org/officeDocument/2006/relationships/oleObject" Target="../embeddings/oleObject110.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18.bin"/><Relationship Id="rId13" Type="http://schemas.openxmlformats.org/officeDocument/2006/relationships/oleObject" Target="../embeddings/oleObject123.bin"/><Relationship Id="rId3" Type="http://schemas.openxmlformats.org/officeDocument/2006/relationships/oleObject" Target="../embeddings/oleObject113.bin"/><Relationship Id="rId7" Type="http://schemas.openxmlformats.org/officeDocument/2006/relationships/oleObject" Target="../embeddings/oleObject117.bin"/><Relationship Id="rId12" Type="http://schemas.openxmlformats.org/officeDocument/2006/relationships/oleObject" Target="../embeddings/oleObject122.bin"/><Relationship Id="rId2" Type="http://schemas.openxmlformats.org/officeDocument/2006/relationships/slideLayout" Target="../slideLayouts/slideLayout7.xml"/><Relationship Id="rId16" Type="http://schemas.openxmlformats.org/officeDocument/2006/relationships/oleObject" Target="../embeddings/oleObject126.bin"/><Relationship Id="rId1" Type="http://schemas.openxmlformats.org/officeDocument/2006/relationships/vmlDrawing" Target="../drawings/vmlDrawing14.vml"/><Relationship Id="rId6" Type="http://schemas.openxmlformats.org/officeDocument/2006/relationships/oleObject" Target="../embeddings/oleObject116.bin"/><Relationship Id="rId11" Type="http://schemas.openxmlformats.org/officeDocument/2006/relationships/oleObject" Target="../embeddings/oleObject121.bin"/><Relationship Id="rId5" Type="http://schemas.openxmlformats.org/officeDocument/2006/relationships/oleObject" Target="../embeddings/oleObject115.bin"/><Relationship Id="rId15" Type="http://schemas.openxmlformats.org/officeDocument/2006/relationships/oleObject" Target="../embeddings/oleObject125.bin"/><Relationship Id="rId10" Type="http://schemas.openxmlformats.org/officeDocument/2006/relationships/oleObject" Target="../embeddings/oleObject120.bin"/><Relationship Id="rId4" Type="http://schemas.openxmlformats.org/officeDocument/2006/relationships/oleObject" Target="../embeddings/oleObject114.bin"/><Relationship Id="rId9" Type="http://schemas.openxmlformats.org/officeDocument/2006/relationships/oleObject" Target="../embeddings/oleObject119.bin"/><Relationship Id="rId14" Type="http://schemas.openxmlformats.org/officeDocument/2006/relationships/oleObject" Target="../embeddings/oleObject124.bin"/></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27.bin"/><Relationship Id="rId2" Type="http://schemas.openxmlformats.org/officeDocument/2006/relationships/slideLayout" Target="../slideLayouts/slideLayout7.xml"/><Relationship Id="rId1" Type="http://schemas.openxmlformats.org/officeDocument/2006/relationships/vmlDrawing" Target="../drawings/vmlDrawing15.vml"/><Relationship Id="rId5" Type="http://schemas.openxmlformats.org/officeDocument/2006/relationships/oleObject" Target="../embeddings/oleObject129.bin"/><Relationship Id="rId4" Type="http://schemas.openxmlformats.org/officeDocument/2006/relationships/oleObject" Target="../embeddings/oleObject128.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135.bin"/><Relationship Id="rId13" Type="http://schemas.openxmlformats.org/officeDocument/2006/relationships/oleObject" Target="../embeddings/oleObject140.bin"/><Relationship Id="rId18" Type="http://schemas.openxmlformats.org/officeDocument/2006/relationships/oleObject" Target="../embeddings/oleObject145.bin"/><Relationship Id="rId3" Type="http://schemas.openxmlformats.org/officeDocument/2006/relationships/oleObject" Target="../embeddings/oleObject130.bin"/><Relationship Id="rId7" Type="http://schemas.openxmlformats.org/officeDocument/2006/relationships/oleObject" Target="../embeddings/oleObject134.bin"/><Relationship Id="rId12" Type="http://schemas.openxmlformats.org/officeDocument/2006/relationships/oleObject" Target="../embeddings/oleObject139.bin"/><Relationship Id="rId17" Type="http://schemas.openxmlformats.org/officeDocument/2006/relationships/oleObject" Target="../embeddings/oleObject144.bin"/><Relationship Id="rId2" Type="http://schemas.openxmlformats.org/officeDocument/2006/relationships/slideLayout" Target="../slideLayouts/slideLayout7.xml"/><Relationship Id="rId16" Type="http://schemas.openxmlformats.org/officeDocument/2006/relationships/oleObject" Target="../embeddings/oleObject143.bin"/><Relationship Id="rId1" Type="http://schemas.openxmlformats.org/officeDocument/2006/relationships/vmlDrawing" Target="../drawings/vmlDrawing16.vml"/><Relationship Id="rId6" Type="http://schemas.openxmlformats.org/officeDocument/2006/relationships/oleObject" Target="../embeddings/oleObject133.bin"/><Relationship Id="rId11" Type="http://schemas.openxmlformats.org/officeDocument/2006/relationships/oleObject" Target="../embeddings/oleObject138.bin"/><Relationship Id="rId5" Type="http://schemas.openxmlformats.org/officeDocument/2006/relationships/oleObject" Target="../embeddings/oleObject132.bin"/><Relationship Id="rId15" Type="http://schemas.openxmlformats.org/officeDocument/2006/relationships/oleObject" Target="../embeddings/oleObject142.bin"/><Relationship Id="rId10" Type="http://schemas.openxmlformats.org/officeDocument/2006/relationships/oleObject" Target="../embeddings/oleObject137.bin"/><Relationship Id="rId19" Type="http://schemas.openxmlformats.org/officeDocument/2006/relationships/oleObject" Target="../embeddings/oleObject146.bin"/><Relationship Id="rId4" Type="http://schemas.openxmlformats.org/officeDocument/2006/relationships/oleObject" Target="../embeddings/oleObject131.bin"/><Relationship Id="rId9" Type="http://schemas.openxmlformats.org/officeDocument/2006/relationships/oleObject" Target="../embeddings/oleObject136.bin"/><Relationship Id="rId14" Type="http://schemas.openxmlformats.org/officeDocument/2006/relationships/oleObject" Target="../embeddings/oleObject141.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52.bin"/><Relationship Id="rId3" Type="http://schemas.openxmlformats.org/officeDocument/2006/relationships/oleObject" Target="../embeddings/oleObject147.bin"/><Relationship Id="rId7" Type="http://schemas.openxmlformats.org/officeDocument/2006/relationships/oleObject" Target="../embeddings/oleObject151.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150.bin"/><Relationship Id="rId11" Type="http://schemas.openxmlformats.org/officeDocument/2006/relationships/oleObject" Target="../embeddings/oleObject155.bin"/><Relationship Id="rId5" Type="http://schemas.openxmlformats.org/officeDocument/2006/relationships/oleObject" Target="../embeddings/oleObject149.bin"/><Relationship Id="rId10" Type="http://schemas.openxmlformats.org/officeDocument/2006/relationships/oleObject" Target="../embeddings/oleObject154.bin"/><Relationship Id="rId4" Type="http://schemas.openxmlformats.org/officeDocument/2006/relationships/oleObject" Target="../embeddings/oleObject148.bin"/><Relationship Id="rId9" Type="http://schemas.openxmlformats.org/officeDocument/2006/relationships/oleObject" Target="../embeddings/oleObject153.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159.bin"/><Relationship Id="rId13" Type="http://schemas.openxmlformats.org/officeDocument/2006/relationships/image" Target="../media/image166.emf"/><Relationship Id="rId18" Type="http://schemas.openxmlformats.org/officeDocument/2006/relationships/oleObject" Target="../embeddings/oleObject168.bin"/><Relationship Id="rId3" Type="http://schemas.openxmlformats.org/officeDocument/2006/relationships/notesSlide" Target="../notesSlides/notesSlide6.xml"/><Relationship Id="rId7" Type="http://schemas.openxmlformats.org/officeDocument/2006/relationships/oleObject" Target="../embeddings/oleObject158.bin"/><Relationship Id="rId12" Type="http://schemas.openxmlformats.org/officeDocument/2006/relationships/oleObject" Target="../embeddings/oleObject163.bin"/><Relationship Id="rId17" Type="http://schemas.openxmlformats.org/officeDocument/2006/relationships/oleObject" Target="../embeddings/oleObject167.bin"/><Relationship Id="rId2" Type="http://schemas.openxmlformats.org/officeDocument/2006/relationships/slideLayout" Target="../slideLayouts/slideLayout7.xml"/><Relationship Id="rId16" Type="http://schemas.openxmlformats.org/officeDocument/2006/relationships/oleObject" Target="../embeddings/oleObject166.bin"/><Relationship Id="rId1" Type="http://schemas.openxmlformats.org/officeDocument/2006/relationships/vmlDrawing" Target="../drawings/vmlDrawing18.vml"/><Relationship Id="rId6" Type="http://schemas.openxmlformats.org/officeDocument/2006/relationships/oleObject" Target="../embeddings/oleObject157.bin"/><Relationship Id="rId11" Type="http://schemas.openxmlformats.org/officeDocument/2006/relationships/oleObject" Target="../embeddings/oleObject162.bin"/><Relationship Id="rId5" Type="http://schemas.openxmlformats.org/officeDocument/2006/relationships/oleObject" Target="../embeddings/oleObject156.bin"/><Relationship Id="rId15" Type="http://schemas.openxmlformats.org/officeDocument/2006/relationships/oleObject" Target="../embeddings/oleObject165.bin"/><Relationship Id="rId10" Type="http://schemas.openxmlformats.org/officeDocument/2006/relationships/oleObject" Target="../embeddings/oleObject161.bin"/><Relationship Id="rId4" Type="http://schemas.openxmlformats.org/officeDocument/2006/relationships/image" Target="../media/image165.png"/><Relationship Id="rId9" Type="http://schemas.openxmlformats.org/officeDocument/2006/relationships/oleObject" Target="../embeddings/oleObject160.bin"/><Relationship Id="rId14" Type="http://schemas.openxmlformats.org/officeDocument/2006/relationships/oleObject" Target="../embeddings/oleObject164.bin"/></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74.bin"/><Relationship Id="rId13" Type="http://schemas.openxmlformats.org/officeDocument/2006/relationships/oleObject" Target="../embeddings/oleObject179.bin"/><Relationship Id="rId18" Type="http://schemas.openxmlformats.org/officeDocument/2006/relationships/oleObject" Target="../embeddings/oleObject184.bin"/><Relationship Id="rId3" Type="http://schemas.openxmlformats.org/officeDocument/2006/relationships/oleObject" Target="../embeddings/oleObject169.bin"/><Relationship Id="rId7" Type="http://schemas.openxmlformats.org/officeDocument/2006/relationships/oleObject" Target="../embeddings/oleObject173.bin"/><Relationship Id="rId12" Type="http://schemas.openxmlformats.org/officeDocument/2006/relationships/oleObject" Target="../embeddings/oleObject178.bin"/><Relationship Id="rId17" Type="http://schemas.openxmlformats.org/officeDocument/2006/relationships/oleObject" Target="../embeddings/oleObject183.bin"/><Relationship Id="rId2" Type="http://schemas.openxmlformats.org/officeDocument/2006/relationships/slideLayout" Target="../slideLayouts/slideLayout7.xml"/><Relationship Id="rId16" Type="http://schemas.openxmlformats.org/officeDocument/2006/relationships/oleObject" Target="../embeddings/oleObject182.bin"/><Relationship Id="rId20" Type="http://schemas.openxmlformats.org/officeDocument/2006/relationships/oleObject" Target="../embeddings/oleObject186.bin"/><Relationship Id="rId1" Type="http://schemas.openxmlformats.org/officeDocument/2006/relationships/vmlDrawing" Target="../drawings/vmlDrawing19.vml"/><Relationship Id="rId6" Type="http://schemas.openxmlformats.org/officeDocument/2006/relationships/oleObject" Target="../embeddings/oleObject172.bin"/><Relationship Id="rId11" Type="http://schemas.openxmlformats.org/officeDocument/2006/relationships/oleObject" Target="../embeddings/oleObject177.bin"/><Relationship Id="rId5" Type="http://schemas.openxmlformats.org/officeDocument/2006/relationships/oleObject" Target="../embeddings/oleObject171.bin"/><Relationship Id="rId15" Type="http://schemas.openxmlformats.org/officeDocument/2006/relationships/oleObject" Target="../embeddings/oleObject181.bin"/><Relationship Id="rId10" Type="http://schemas.openxmlformats.org/officeDocument/2006/relationships/oleObject" Target="../embeddings/oleObject176.bin"/><Relationship Id="rId19" Type="http://schemas.openxmlformats.org/officeDocument/2006/relationships/oleObject" Target="../embeddings/oleObject185.bin"/><Relationship Id="rId4" Type="http://schemas.openxmlformats.org/officeDocument/2006/relationships/oleObject" Target="../embeddings/oleObject170.bin"/><Relationship Id="rId9" Type="http://schemas.openxmlformats.org/officeDocument/2006/relationships/oleObject" Target="../embeddings/oleObject175.bin"/><Relationship Id="rId14" Type="http://schemas.openxmlformats.org/officeDocument/2006/relationships/oleObject" Target="../embeddings/oleObject180.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92.bin"/><Relationship Id="rId13" Type="http://schemas.openxmlformats.org/officeDocument/2006/relationships/oleObject" Target="../embeddings/oleObject197.bin"/><Relationship Id="rId18" Type="http://schemas.openxmlformats.org/officeDocument/2006/relationships/oleObject" Target="../embeddings/oleObject202.bin"/><Relationship Id="rId3" Type="http://schemas.openxmlformats.org/officeDocument/2006/relationships/oleObject" Target="../embeddings/oleObject187.bin"/><Relationship Id="rId21" Type="http://schemas.openxmlformats.org/officeDocument/2006/relationships/oleObject" Target="../embeddings/oleObject205.bin"/><Relationship Id="rId7" Type="http://schemas.openxmlformats.org/officeDocument/2006/relationships/oleObject" Target="../embeddings/oleObject191.bin"/><Relationship Id="rId12" Type="http://schemas.openxmlformats.org/officeDocument/2006/relationships/oleObject" Target="../embeddings/oleObject196.bin"/><Relationship Id="rId17" Type="http://schemas.openxmlformats.org/officeDocument/2006/relationships/oleObject" Target="../embeddings/oleObject201.bin"/><Relationship Id="rId25" Type="http://schemas.openxmlformats.org/officeDocument/2006/relationships/oleObject" Target="../embeddings/oleObject209.bin"/><Relationship Id="rId2" Type="http://schemas.openxmlformats.org/officeDocument/2006/relationships/slideLayout" Target="../slideLayouts/slideLayout7.xml"/><Relationship Id="rId16" Type="http://schemas.openxmlformats.org/officeDocument/2006/relationships/oleObject" Target="../embeddings/oleObject200.bin"/><Relationship Id="rId20" Type="http://schemas.openxmlformats.org/officeDocument/2006/relationships/oleObject" Target="../embeddings/oleObject204.bin"/><Relationship Id="rId1" Type="http://schemas.openxmlformats.org/officeDocument/2006/relationships/vmlDrawing" Target="../drawings/vmlDrawing20.vml"/><Relationship Id="rId6" Type="http://schemas.openxmlformats.org/officeDocument/2006/relationships/oleObject" Target="../embeddings/oleObject190.bin"/><Relationship Id="rId11" Type="http://schemas.openxmlformats.org/officeDocument/2006/relationships/oleObject" Target="../embeddings/oleObject195.bin"/><Relationship Id="rId24" Type="http://schemas.openxmlformats.org/officeDocument/2006/relationships/oleObject" Target="../embeddings/oleObject208.bin"/><Relationship Id="rId5" Type="http://schemas.openxmlformats.org/officeDocument/2006/relationships/oleObject" Target="../embeddings/oleObject189.bin"/><Relationship Id="rId15" Type="http://schemas.openxmlformats.org/officeDocument/2006/relationships/oleObject" Target="../embeddings/oleObject199.bin"/><Relationship Id="rId23" Type="http://schemas.openxmlformats.org/officeDocument/2006/relationships/oleObject" Target="../embeddings/oleObject207.bin"/><Relationship Id="rId10" Type="http://schemas.openxmlformats.org/officeDocument/2006/relationships/oleObject" Target="../embeddings/oleObject194.bin"/><Relationship Id="rId19" Type="http://schemas.openxmlformats.org/officeDocument/2006/relationships/oleObject" Target="../embeddings/oleObject203.bin"/><Relationship Id="rId4" Type="http://schemas.openxmlformats.org/officeDocument/2006/relationships/oleObject" Target="../embeddings/oleObject188.bin"/><Relationship Id="rId9" Type="http://schemas.openxmlformats.org/officeDocument/2006/relationships/oleObject" Target="../embeddings/oleObject193.bin"/><Relationship Id="rId14" Type="http://schemas.openxmlformats.org/officeDocument/2006/relationships/oleObject" Target="../embeddings/oleObject198.bin"/><Relationship Id="rId22" Type="http://schemas.openxmlformats.org/officeDocument/2006/relationships/oleObject" Target="../embeddings/oleObject206.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215.bin"/><Relationship Id="rId13" Type="http://schemas.openxmlformats.org/officeDocument/2006/relationships/oleObject" Target="../embeddings/oleObject220.bin"/><Relationship Id="rId18" Type="http://schemas.openxmlformats.org/officeDocument/2006/relationships/oleObject" Target="../embeddings/oleObject225.bin"/><Relationship Id="rId26" Type="http://schemas.openxmlformats.org/officeDocument/2006/relationships/oleObject" Target="../embeddings/oleObject233.bin"/><Relationship Id="rId3" Type="http://schemas.openxmlformats.org/officeDocument/2006/relationships/oleObject" Target="../embeddings/oleObject210.bin"/><Relationship Id="rId21" Type="http://schemas.openxmlformats.org/officeDocument/2006/relationships/oleObject" Target="../embeddings/oleObject228.bin"/><Relationship Id="rId7" Type="http://schemas.openxmlformats.org/officeDocument/2006/relationships/oleObject" Target="../embeddings/oleObject214.bin"/><Relationship Id="rId12" Type="http://schemas.openxmlformats.org/officeDocument/2006/relationships/oleObject" Target="../embeddings/oleObject219.bin"/><Relationship Id="rId17" Type="http://schemas.openxmlformats.org/officeDocument/2006/relationships/oleObject" Target="../embeddings/oleObject224.bin"/><Relationship Id="rId25" Type="http://schemas.openxmlformats.org/officeDocument/2006/relationships/oleObject" Target="../embeddings/oleObject232.bin"/><Relationship Id="rId2" Type="http://schemas.openxmlformats.org/officeDocument/2006/relationships/slideLayout" Target="../slideLayouts/slideLayout7.xml"/><Relationship Id="rId16" Type="http://schemas.openxmlformats.org/officeDocument/2006/relationships/oleObject" Target="../embeddings/oleObject223.bin"/><Relationship Id="rId20" Type="http://schemas.openxmlformats.org/officeDocument/2006/relationships/oleObject" Target="../embeddings/oleObject227.bin"/><Relationship Id="rId29" Type="http://schemas.openxmlformats.org/officeDocument/2006/relationships/oleObject" Target="../embeddings/oleObject236.bin"/><Relationship Id="rId1" Type="http://schemas.openxmlformats.org/officeDocument/2006/relationships/vmlDrawing" Target="../drawings/vmlDrawing21.vml"/><Relationship Id="rId6" Type="http://schemas.openxmlformats.org/officeDocument/2006/relationships/oleObject" Target="../embeddings/oleObject213.bin"/><Relationship Id="rId11" Type="http://schemas.openxmlformats.org/officeDocument/2006/relationships/oleObject" Target="../embeddings/oleObject218.bin"/><Relationship Id="rId24" Type="http://schemas.openxmlformats.org/officeDocument/2006/relationships/oleObject" Target="../embeddings/oleObject231.bin"/><Relationship Id="rId5" Type="http://schemas.openxmlformats.org/officeDocument/2006/relationships/oleObject" Target="../embeddings/oleObject212.bin"/><Relationship Id="rId15" Type="http://schemas.openxmlformats.org/officeDocument/2006/relationships/oleObject" Target="../embeddings/oleObject222.bin"/><Relationship Id="rId23" Type="http://schemas.openxmlformats.org/officeDocument/2006/relationships/oleObject" Target="../embeddings/oleObject230.bin"/><Relationship Id="rId28" Type="http://schemas.openxmlformats.org/officeDocument/2006/relationships/oleObject" Target="../embeddings/oleObject235.bin"/><Relationship Id="rId10" Type="http://schemas.openxmlformats.org/officeDocument/2006/relationships/oleObject" Target="../embeddings/oleObject217.bin"/><Relationship Id="rId19" Type="http://schemas.openxmlformats.org/officeDocument/2006/relationships/oleObject" Target="../embeddings/oleObject226.bin"/><Relationship Id="rId4" Type="http://schemas.openxmlformats.org/officeDocument/2006/relationships/oleObject" Target="../embeddings/oleObject211.bin"/><Relationship Id="rId9" Type="http://schemas.openxmlformats.org/officeDocument/2006/relationships/oleObject" Target="../embeddings/oleObject216.bin"/><Relationship Id="rId14" Type="http://schemas.openxmlformats.org/officeDocument/2006/relationships/oleObject" Target="../embeddings/oleObject221.bin"/><Relationship Id="rId22" Type="http://schemas.openxmlformats.org/officeDocument/2006/relationships/oleObject" Target="../embeddings/oleObject229.bin"/><Relationship Id="rId27" Type="http://schemas.openxmlformats.org/officeDocument/2006/relationships/oleObject" Target="../embeddings/oleObject234.bin"/></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242.bin"/><Relationship Id="rId13" Type="http://schemas.openxmlformats.org/officeDocument/2006/relationships/oleObject" Target="../embeddings/oleObject247.bin"/><Relationship Id="rId3" Type="http://schemas.openxmlformats.org/officeDocument/2006/relationships/oleObject" Target="../embeddings/oleObject237.bin"/><Relationship Id="rId7" Type="http://schemas.openxmlformats.org/officeDocument/2006/relationships/oleObject" Target="../embeddings/oleObject241.bin"/><Relationship Id="rId12" Type="http://schemas.openxmlformats.org/officeDocument/2006/relationships/oleObject" Target="../embeddings/oleObject246.bin"/><Relationship Id="rId2" Type="http://schemas.openxmlformats.org/officeDocument/2006/relationships/slideLayout" Target="../slideLayouts/slideLayout7.xml"/><Relationship Id="rId16" Type="http://schemas.openxmlformats.org/officeDocument/2006/relationships/oleObject" Target="../embeddings/oleObject250.bin"/><Relationship Id="rId1" Type="http://schemas.openxmlformats.org/officeDocument/2006/relationships/vmlDrawing" Target="../drawings/vmlDrawing22.vml"/><Relationship Id="rId6" Type="http://schemas.openxmlformats.org/officeDocument/2006/relationships/oleObject" Target="../embeddings/oleObject240.bin"/><Relationship Id="rId11" Type="http://schemas.openxmlformats.org/officeDocument/2006/relationships/oleObject" Target="../embeddings/oleObject245.bin"/><Relationship Id="rId5" Type="http://schemas.openxmlformats.org/officeDocument/2006/relationships/oleObject" Target="../embeddings/oleObject239.bin"/><Relationship Id="rId15" Type="http://schemas.openxmlformats.org/officeDocument/2006/relationships/oleObject" Target="../embeddings/oleObject249.bin"/><Relationship Id="rId10" Type="http://schemas.openxmlformats.org/officeDocument/2006/relationships/oleObject" Target="../embeddings/oleObject244.bin"/><Relationship Id="rId4" Type="http://schemas.openxmlformats.org/officeDocument/2006/relationships/oleObject" Target="../embeddings/oleObject238.bin"/><Relationship Id="rId9" Type="http://schemas.openxmlformats.org/officeDocument/2006/relationships/oleObject" Target="../embeddings/oleObject243.bin"/><Relationship Id="rId14" Type="http://schemas.openxmlformats.org/officeDocument/2006/relationships/oleObject" Target="../embeddings/oleObject248.bin"/></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256.bin"/><Relationship Id="rId3" Type="http://schemas.openxmlformats.org/officeDocument/2006/relationships/oleObject" Target="../embeddings/oleObject251.bin"/><Relationship Id="rId7" Type="http://schemas.openxmlformats.org/officeDocument/2006/relationships/oleObject" Target="../embeddings/oleObject255.bin"/><Relationship Id="rId12" Type="http://schemas.openxmlformats.org/officeDocument/2006/relationships/oleObject" Target="../embeddings/oleObject260.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oleObject" Target="../embeddings/oleObject254.bin"/><Relationship Id="rId11" Type="http://schemas.openxmlformats.org/officeDocument/2006/relationships/oleObject" Target="../embeddings/oleObject259.bin"/><Relationship Id="rId5" Type="http://schemas.openxmlformats.org/officeDocument/2006/relationships/oleObject" Target="../embeddings/oleObject253.bin"/><Relationship Id="rId10" Type="http://schemas.openxmlformats.org/officeDocument/2006/relationships/oleObject" Target="../embeddings/oleObject258.bin"/><Relationship Id="rId4" Type="http://schemas.openxmlformats.org/officeDocument/2006/relationships/oleObject" Target="../embeddings/oleObject252.bin"/><Relationship Id="rId9" Type="http://schemas.openxmlformats.org/officeDocument/2006/relationships/oleObject" Target="../embeddings/oleObject257.bin"/></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261.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oleObject" Target="../embeddings/oleObject264.bin"/><Relationship Id="rId5" Type="http://schemas.openxmlformats.org/officeDocument/2006/relationships/oleObject" Target="../embeddings/oleObject263.bin"/><Relationship Id="rId4" Type="http://schemas.openxmlformats.org/officeDocument/2006/relationships/oleObject" Target="../embeddings/oleObject262.bin"/></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270.bin"/><Relationship Id="rId13" Type="http://schemas.openxmlformats.org/officeDocument/2006/relationships/oleObject" Target="../embeddings/oleObject275.bin"/><Relationship Id="rId3" Type="http://schemas.openxmlformats.org/officeDocument/2006/relationships/oleObject" Target="../embeddings/oleObject265.bin"/><Relationship Id="rId7" Type="http://schemas.openxmlformats.org/officeDocument/2006/relationships/oleObject" Target="../embeddings/oleObject269.bin"/><Relationship Id="rId12" Type="http://schemas.openxmlformats.org/officeDocument/2006/relationships/oleObject" Target="../embeddings/oleObject274.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268.bin"/><Relationship Id="rId11" Type="http://schemas.openxmlformats.org/officeDocument/2006/relationships/oleObject" Target="../embeddings/oleObject273.bin"/><Relationship Id="rId5" Type="http://schemas.openxmlformats.org/officeDocument/2006/relationships/oleObject" Target="../embeddings/oleObject267.bin"/><Relationship Id="rId15" Type="http://schemas.openxmlformats.org/officeDocument/2006/relationships/oleObject" Target="../embeddings/oleObject277.bin"/><Relationship Id="rId10" Type="http://schemas.openxmlformats.org/officeDocument/2006/relationships/oleObject" Target="../embeddings/oleObject272.bin"/><Relationship Id="rId4" Type="http://schemas.openxmlformats.org/officeDocument/2006/relationships/oleObject" Target="../embeddings/oleObject266.bin"/><Relationship Id="rId9" Type="http://schemas.openxmlformats.org/officeDocument/2006/relationships/oleObject" Target="../embeddings/oleObject271.bin"/><Relationship Id="rId14" Type="http://schemas.openxmlformats.org/officeDocument/2006/relationships/oleObject" Target="../embeddings/oleObject276.bin"/></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283.bin"/><Relationship Id="rId3" Type="http://schemas.openxmlformats.org/officeDocument/2006/relationships/oleObject" Target="../embeddings/oleObject278.bin"/><Relationship Id="rId7" Type="http://schemas.openxmlformats.org/officeDocument/2006/relationships/oleObject" Target="../embeddings/oleObject282.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oleObject" Target="../embeddings/oleObject281.bin"/><Relationship Id="rId5" Type="http://schemas.openxmlformats.org/officeDocument/2006/relationships/oleObject" Target="../embeddings/oleObject280.bin"/><Relationship Id="rId4" Type="http://schemas.openxmlformats.org/officeDocument/2006/relationships/oleObject" Target="../embeddings/oleObject279.bin"/><Relationship Id="rId9" Type="http://schemas.openxmlformats.org/officeDocument/2006/relationships/slide" Target="slide5.xml"/></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289.bin"/><Relationship Id="rId13" Type="http://schemas.openxmlformats.org/officeDocument/2006/relationships/oleObject" Target="../embeddings/oleObject294.bin"/><Relationship Id="rId18" Type="http://schemas.openxmlformats.org/officeDocument/2006/relationships/oleObject" Target="../embeddings/oleObject299.bin"/><Relationship Id="rId3" Type="http://schemas.openxmlformats.org/officeDocument/2006/relationships/oleObject" Target="../embeddings/oleObject284.bin"/><Relationship Id="rId7" Type="http://schemas.openxmlformats.org/officeDocument/2006/relationships/oleObject" Target="../embeddings/oleObject288.bin"/><Relationship Id="rId12" Type="http://schemas.openxmlformats.org/officeDocument/2006/relationships/oleObject" Target="../embeddings/oleObject293.bin"/><Relationship Id="rId17" Type="http://schemas.openxmlformats.org/officeDocument/2006/relationships/oleObject" Target="../embeddings/oleObject298.bin"/><Relationship Id="rId2" Type="http://schemas.openxmlformats.org/officeDocument/2006/relationships/slideLayout" Target="../slideLayouts/slideLayout13.xml"/><Relationship Id="rId16" Type="http://schemas.openxmlformats.org/officeDocument/2006/relationships/oleObject" Target="../embeddings/oleObject297.bin"/><Relationship Id="rId20" Type="http://schemas.openxmlformats.org/officeDocument/2006/relationships/oleObject" Target="../embeddings/oleObject301.bin"/><Relationship Id="rId1" Type="http://schemas.openxmlformats.org/officeDocument/2006/relationships/vmlDrawing" Target="../drawings/vmlDrawing27.vml"/><Relationship Id="rId6" Type="http://schemas.openxmlformats.org/officeDocument/2006/relationships/oleObject" Target="../embeddings/oleObject287.bin"/><Relationship Id="rId11" Type="http://schemas.openxmlformats.org/officeDocument/2006/relationships/oleObject" Target="../embeddings/oleObject292.bin"/><Relationship Id="rId5" Type="http://schemas.openxmlformats.org/officeDocument/2006/relationships/oleObject" Target="../embeddings/oleObject286.bin"/><Relationship Id="rId15" Type="http://schemas.openxmlformats.org/officeDocument/2006/relationships/oleObject" Target="../embeddings/oleObject296.bin"/><Relationship Id="rId10" Type="http://schemas.openxmlformats.org/officeDocument/2006/relationships/oleObject" Target="../embeddings/oleObject291.bin"/><Relationship Id="rId19" Type="http://schemas.openxmlformats.org/officeDocument/2006/relationships/oleObject" Target="../embeddings/oleObject300.bin"/><Relationship Id="rId4" Type="http://schemas.openxmlformats.org/officeDocument/2006/relationships/oleObject" Target="../embeddings/oleObject285.bin"/><Relationship Id="rId9" Type="http://schemas.openxmlformats.org/officeDocument/2006/relationships/oleObject" Target="../embeddings/oleObject290.bin"/><Relationship Id="rId14" Type="http://schemas.openxmlformats.org/officeDocument/2006/relationships/oleObject" Target="../embeddings/oleObject295.bin"/></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307.bin"/><Relationship Id="rId13" Type="http://schemas.openxmlformats.org/officeDocument/2006/relationships/oleObject" Target="../embeddings/oleObject312.bin"/><Relationship Id="rId3" Type="http://schemas.openxmlformats.org/officeDocument/2006/relationships/oleObject" Target="../embeddings/oleObject302.bin"/><Relationship Id="rId7" Type="http://schemas.openxmlformats.org/officeDocument/2006/relationships/oleObject" Target="../embeddings/oleObject306.bin"/><Relationship Id="rId12" Type="http://schemas.openxmlformats.org/officeDocument/2006/relationships/oleObject" Target="../embeddings/oleObject311.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oleObject" Target="../embeddings/oleObject305.bin"/><Relationship Id="rId11" Type="http://schemas.openxmlformats.org/officeDocument/2006/relationships/oleObject" Target="../embeddings/oleObject310.bin"/><Relationship Id="rId5" Type="http://schemas.openxmlformats.org/officeDocument/2006/relationships/oleObject" Target="../embeddings/oleObject304.bin"/><Relationship Id="rId15" Type="http://schemas.openxmlformats.org/officeDocument/2006/relationships/oleObject" Target="../embeddings/oleObject314.bin"/><Relationship Id="rId10" Type="http://schemas.openxmlformats.org/officeDocument/2006/relationships/oleObject" Target="../embeddings/oleObject309.bin"/><Relationship Id="rId4" Type="http://schemas.openxmlformats.org/officeDocument/2006/relationships/oleObject" Target="../embeddings/oleObject303.bin"/><Relationship Id="rId9" Type="http://schemas.openxmlformats.org/officeDocument/2006/relationships/oleObject" Target="../embeddings/oleObject308.bin"/><Relationship Id="rId14" Type="http://schemas.openxmlformats.org/officeDocument/2006/relationships/oleObject" Target="../embeddings/oleObject313.bin"/></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315.bin"/><Relationship Id="rId2" Type="http://schemas.openxmlformats.org/officeDocument/2006/relationships/slideLayout" Target="../slideLayouts/slideLayout7.xml"/><Relationship Id="rId1" Type="http://schemas.openxmlformats.org/officeDocument/2006/relationships/vmlDrawing" Target="../drawings/vmlDrawing29.vml"/><Relationship Id="rId5" Type="http://schemas.openxmlformats.org/officeDocument/2006/relationships/oleObject" Target="../embeddings/oleObject317.bin"/><Relationship Id="rId4" Type="http://schemas.openxmlformats.org/officeDocument/2006/relationships/oleObject" Target="../embeddings/oleObject316.bin"/></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323.bin"/><Relationship Id="rId13" Type="http://schemas.openxmlformats.org/officeDocument/2006/relationships/oleObject" Target="../embeddings/oleObject328.bin"/><Relationship Id="rId3" Type="http://schemas.openxmlformats.org/officeDocument/2006/relationships/oleObject" Target="../embeddings/oleObject318.bin"/><Relationship Id="rId7" Type="http://schemas.openxmlformats.org/officeDocument/2006/relationships/oleObject" Target="../embeddings/oleObject322.bin"/><Relationship Id="rId12" Type="http://schemas.openxmlformats.org/officeDocument/2006/relationships/oleObject" Target="../embeddings/oleObject327.bin"/><Relationship Id="rId2" Type="http://schemas.openxmlformats.org/officeDocument/2006/relationships/slideLayout" Target="../slideLayouts/slideLayout7.xml"/><Relationship Id="rId16" Type="http://schemas.openxmlformats.org/officeDocument/2006/relationships/oleObject" Target="../embeddings/oleObject331.bin"/><Relationship Id="rId1" Type="http://schemas.openxmlformats.org/officeDocument/2006/relationships/vmlDrawing" Target="../drawings/vmlDrawing30.vml"/><Relationship Id="rId6" Type="http://schemas.openxmlformats.org/officeDocument/2006/relationships/oleObject" Target="../embeddings/oleObject321.bin"/><Relationship Id="rId11" Type="http://schemas.openxmlformats.org/officeDocument/2006/relationships/oleObject" Target="../embeddings/oleObject326.bin"/><Relationship Id="rId5" Type="http://schemas.openxmlformats.org/officeDocument/2006/relationships/oleObject" Target="../embeddings/oleObject320.bin"/><Relationship Id="rId15" Type="http://schemas.openxmlformats.org/officeDocument/2006/relationships/oleObject" Target="../embeddings/oleObject330.bin"/><Relationship Id="rId10" Type="http://schemas.openxmlformats.org/officeDocument/2006/relationships/oleObject" Target="../embeddings/oleObject325.bin"/><Relationship Id="rId4" Type="http://schemas.openxmlformats.org/officeDocument/2006/relationships/oleObject" Target="../embeddings/oleObject319.bin"/><Relationship Id="rId9" Type="http://schemas.openxmlformats.org/officeDocument/2006/relationships/oleObject" Target="../embeddings/oleObject324.bin"/><Relationship Id="rId14" Type="http://schemas.openxmlformats.org/officeDocument/2006/relationships/oleObject" Target="../embeddings/oleObject329.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337.bin"/><Relationship Id="rId13" Type="http://schemas.openxmlformats.org/officeDocument/2006/relationships/oleObject" Target="../embeddings/oleObject342.bin"/><Relationship Id="rId3" Type="http://schemas.openxmlformats.org/officeDocument/2006/relationships/oleObject" Target="../embeddings/oleObject332.bin"/><Relationship Id="rId7" Type="http://schemas.openxmlformats.org/officeDocument/2006/relationships/oleObject" Target="../embeddings/oleObject336.bin"/><Relationship Id="rId12" Type="http://schemas.openxmlformats.org/officeDocument/2006/relationships/oleObject" Target="../embeddings/oleObject341.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oleObject" Target="../embeddings/oleObject335.bin"/><Relationship Id="rId11" Type="http://schemas.openxmlformats.org/officeDocument/2006/relationships/oleObject" Target="../embeddings/oleObject340.bin"/><Relationship Id="rId5" Type="http://schemas.openxmlformats.org/officeDocument/2006/relationships/oleObject" Target="../embeddings/oleObject334.bin"/><Relationship Id="rId15" Type="http://schemas.openxmlformats.org/officeDocument/2006/relationships/oleObject" Target="../embeddings/oleObject344.bin"/><Relationship Id="rId10" Type="http://schemas.openxmlformats.org/officeDocument/2006/relationships/oleObject" Target="../embeddings/oleObject339.bin"/><Relationship Id="rId4" Type="http://schemas.openxmlformats.org/officeDocument/2006/relationships/oleObject" Target="../embeddings/oleObject333.bin"/><Relationship Id="rId9" Type="http://schemas.openxmlformats.org/officeDocument/2006/relationships/oleObject" Target="../embeddings/oleObject338.bin"/><Relationship Id="rId14" Type="http://schemas.openxmlformats.org/officeDocument/2006/relationships/oleObject" Target="../embeddings/oleObject343.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350.bin"/><Relationship Id="rId13" Type="http://schemas.openxmlformats.org/officeDocument/2006/relationships/oleObject" Target="../embeddings/oleObject355.bin"/><Relationship Id="rId18" Type="http://schemas.openxmlformats.org/officeDocument/2006/relationships/oleObject" Target="../embeddings/oleObject360.bin"/><Relationship Id="rId3" Type="http://schemas.openxmlformats.org/officeDocument/2006/relationships/oleObject" Target="../embeddings/oleObject345.bin"/><Relationship Id="rId21" Type="http://schemas.openxmlformats.org/officeDocument/2006/relationships/oleObject" Target="../embeddings/oleObject363.bin"/><Relationship Id="rId7" Type="http://schemas.openxmlformats.org/officeDocument/2006/relationships/oleObject" Target="../embeddings/oleObject349.bin"/><Relationship Id="rId12" Type="http://schemas.openxmlformats.org/officeDocument/2006/relationships/oleObject" Target="../embeddings/oleObject354.bin"/><Relationship Id="rId17" Type="http://schemas.openxmlformats.org/officeDocument/2006/relationships/oleObject" Target="../embeddings/oleObject359.bin"/><Relationship Id="rId2" Type="http://schemas.openxmlformats.org/officeDocument/2006/relationships/slideLayout" Target="../slideLayouts/slideLayout7.xml"/><Relationship Id="rId16" Type="http://schemas.openxmlformats.org/officeDocument/2006/relationships/oleObject" Target="../embeddings/oleObject358.bin"/><Relationship Id="rId20" Type="http://schemas.openxmlformats.org/officeDocument/2006/relationships/oleObject" Target="../embeddings/oleObject362.bin"/><Relationship Id="rId1" Type="http://schemas.openxmlformats.org/officeDocument/2006/relationships/vmlDrawing" Target="../drawings/vmlDrawing32.vml"/><Relationship Id="rId6" Type="http://schemas.openxmlformats.org/officeDocument/2006/relationships/oleObject" Target="../embeddings/oleObject348.bin"/><Relationship Id="rId11" Type="http://schemas.openxmlformats.org/officeDocument/2006/relationships/oleObject" Target="../embeddings/oleObject353.bin"/><Relationship Id="rId5" Type="http://schemas.openxmlformats.org/officeDocument/2006/relationships/oleObject" Target="../embeddings/oleObject347.bin"/><Relationship Id="rId15" Type="http://schemas.openxmlformats.org/officeDocument/2006/relationships/oleObject" Target="../embeddings/oleObject357.bin"/><Relationship Id="rId10" Type="http://schemas.openxmlformats.org/officeDocument/2006/relationships/oleObject" Target="../embeddings/oleObject352.bin"/><Relationship Id="rId19" Type="http://schemas.openxmlformats.org/officeDocument/2006/relationships/oleObject" Target="../embeddings/oleObject361.bin"/><Relationship Id="rId4" Type="http://schemas.openxmlformats.org/officeDocument/2006/relationships/oleObject" Target="../embeddings/oleObject346.bin"/><Relationship Id="rId9" Type="http://schemas.openxmlformats.org/officeDocument/2006/relationships/oleObject" Target="../embeddings/oleObject351.bin"/><Relationship Id="rId14" Type="http://schemas.openxmlformats.org/officeDocument/2006/relationships/oleObject" Target="../embeddings/oleObject356.bin"/><Relationship Id="rId22" Type="http://schemas.openxmlformats.org/officeDocument/2006/relationships/oleObject" Target="../embeddings/oleObject364.bin"/></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365.bin"/><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oleObject" Target="../embeddings/oleObject368.bin"/><Relationship Id="rId5" Type="http://schemas.openxmlformats.org/officeDocument/2006/relationships/oleObject" Target="../embeddings/oleObject367.bin"/><Relationship Id="rId4" Type="http://schemas.openxmlformats.org/officeDocument/2006/relationships/oleObject" Target="../embeddings/oleObject366.bin"/></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374.bin"/><Relationship Id="rId3" Type="http://schemas.openxmlformats.org/officeDocument/2006/relationships/oleObject" Target="../embeddings/oleObject369.bin"/><Relationship Id="rId7" Type="http://schemas.openxmlformats.org/officeDocument/2006/relationships/oleObject" Target="../embeddings/oleObject373.bin"/><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oleObject" Target="../embeddings/oleObject372.bin"/><Relationship Id="rId5" Type="http://schemas.openxmlformats.org/officeDocument/2006/relationships/oleObject" Target="../embeddings/oleObject371.bin"/><Relationship Id="rId4" Type="http://schemas.openxmlformats.org/officeDocument/2006/relationships/oleObject" Target="../embeddings/oleObject370.bin"/></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375.bin"/><Relationship Id="rId7" Type="http://schemas.openxmlformats.org/officeDocument/2006/relationships/oleObject" Target="../embeddings/oleObject379.bin"/><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oleObject" Target="../embeddings/oleObject378.bin"/><Relationship Id="rId5" Type="http://schemas.openxmlformats.org/officeDocument/2006/relationships/oleObject" Target="../embeddings/oleObject377.bin"/><Relationship Id="rId4" Type="http://schemas.openxmlformats.org/officeDocument/2006/relationships/oleObject" Target="../embeddings/oleObject376.bin"/></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385.bin"/><Relationship Id="rId3" Type="http://schemas.openxmlformats.org/officeDocument/2006/relationships/oleObject" Target="../embeddings/oleObject380.bin"/><Relationship Id="rId7" Type="http://schemas.openxmlformats.org/officeDocument/2006/relationships/oleObject" Target="../embeddings/oleObject384.bin"/><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oleObject" Target="../embeddings/oleObject383.bin"/><Relationship Id="rId5" Type="http://schemas.openxmlformats.org/officeDocument/2006/relationships/oleObject" Target="../embeddings/oleObject382.bin"/><Relationship Id="rId4" Type="http://schemas.openxmlformats.org/officeDocument/2006/relationships/oleObject" Target="../embeddings/oleObject381.bin"/><Relationship Id="rId9" Type="http://schemas.openxmlformats.org/officeDocument/2006/relationships/oleObject" Target="../embeddings/oleObject386.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392.bin"/><Relationship Id="rId13" Type="http://schemas.openxmlformats.org/officeDocument/2006/relationships/oleObject" Target="../embeddings/oleObject397.bin"/><Relationship Id="rId18" Type="http://schemas.openxmlformats.org/officeDocument/2006/relationships/slide" Target="slide5.xml"/><Relationship Id="rId3" Type="http://schemas.openxmlformats.org/officeDocument/2006/relationships/oleObject" Target="../embeddings/oleObject387.bin"/><Relationship Id="rId7" Type="http://schemas.openxmlformats.org/officeDocument/2006/relationships/oleObject" Target="../embeddings/oleObject391.bin"/><Relationship Id="rId12" Type="http://schemas.openxmlformats.org/officeDocument/2006/relationships/oleObject" Target="../embeddings/oleObject396.bin"/><Relationship Id="rId17" Type="http://schemas.openxmlformats.org/officeDocument/2006/relationships/oleObject" Target="../embeddings/oleObject401.bin"/><Relationship Id="rId2" Type="http://schemas.openxmlformats.org/officeDocument/2006/relationships/slideLayout" Target="../slideLayouts/slideLayout7.xml"/><Relationship Id="rId16" Type="http://schemas.openxmlformats.org/officeDocument/2006/relationships/oleObject" Target="../embeddings/oleObject400.bin"/><Relationship Id="rId1" Type="http://schemas.openxmlformats.org/officeDocument/2006/relationships/vmlDrawing" Target="../drawings/vmlDrawing37.vml"/><Relationship Id="rId6" Type="http://schemas.openxmlformats.org/officeDocument/2006/relationships/oleObject" Target="../embeddings/oleObject390.bin"/><Relationship Id="rId11" Type="http://schemas.openxmlformats.org/officeDocument/2006/relationships/oleObject" Target="../embeddings/oleObject395.bin"/><Relationship Id="rId5" Type="http://schemas.openxmlformats.org/officeDocument/2006/relationships/oleObject" Target="../embeddings/oleObject389.bin"/><Relationship Id="rId15" Type="http://schemas.openxmlformats.org/officeDocument/2006/relationships/oleObject" Target="../embeddings/oleObject399.bin"/><Relationship Id="rId10" Type="http://schemas.openxmlformats.org/officeDocument/2006/relationships/oleObject" Target="../embeddings/oleObject394.bin"/><Relationship Id="rId4" Type="http://schemas.openxmlformats.org/officeDocument/2006/relationships/oleObject" Target="../embeddings/oleObject388.bin"/><Relationship Id="rId9" Type="http://schemas.openxmlformats.org/officeDocument/2006/relationships/oleObject" Target="../embeddings/oleObject393.bin"/><Relationship Id="rId14" Type="http://schemas.openxmlformats.org/officeDocument/2006/relationships/oleObject" Target="../embeddings/oleObject398.bin"/></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405.bin"/><Relationship Id="rId13" Type="http://schemas.openxmlformats.org/officeDocument/2006/relationships/oleObject" Target="../embeddings/oleObject410.bin"/><Relationship Id="rId18" Type="http://schemas.openxmlformats.org/officeDocument/2006/relationships/oleObject" Target="../embeddings/oleObject415.bin"/><Relationship Id="rId26" Type="http://schemas.openxmlformats.org/officeDocument/2006/relationships/oleObject" Target="../embeddings/oleObject423.bin"/><Relationship Id="rId3" Type="http://schemas.openxmlformats.org/officeDocument/2006/relationships/image" Target="../media/image405.jpeg"/><Relationship Id="rId21" Type="http://schemas.openxmlformats.org/officeDocument/2006/relationships/oleObject" Target="../embeddings/oleObject418.bin"/><Relationship Id="rId7" Type="http://schemas.openxmlformats.org/officeDocument/2006/relationships/oleObject" Target="../embeddings/oleObject404.bin"/><Relationship Id="rId12" Type="http://schemas.openxmlformats.org/officeDocument/2006/relationships/oleObject" Target="../embeddings/oleObject409.bin"/><Relationship Id="rId17" Type="http://schemas.openxmlformats.org/officeDocument/2006/relationships/oleObject" Target="../embeddings/oleObject414.bin"/><Relationship Id="rId25" Type="http://schemas.openxmlformats.org/officeDocument/2006/relationships/oleObject" Target="../embeddings/oleObject422.bin"/><Relationship Id="rId2" Type="http://schemas.openxmlformats.org/officeDocument/2006/relationships/slideLayout" Target="../slideLayouts/slideLayout7.xml"/><Relationship Id="rId16" Type="http://schemas.openxmlformats.org/officeDocument/2006/relationships/oleObject" Target="../embeddings/oleObject413.bin"/><Relationship Id="rId20" Type="http://schemas.openxmlformats.org/officeDocument/2006/relationships/oleObject" Target="../embeddings/oleObject417.bin"/><Relationship Id="rId29" Type="http://schemas.openxmlformats.org/officeDocument/2006/relationships/oleObject" Target="../embeddings/oleObject426.bin"/><Relationship Id="rId1" Type="http://schemas.openxmlformats.org/officeDocument/2006/relationships/vmlDrawing" Target="../drawings/vmlDrawing38.vml"/><Relationship Id="rId6" Type="http://schemas.openxmlformats.org/officeDocument/2006/relationships/oleObject" Target="../embeddings/oleObject403.bin"/><Relationship Id="rId11" Type="http://schemas.openxmlformats.org/officeDocument/2006/relationships/oleObject" Target="../embeddings/oleObject408.bin"/><Relationship Id="rId24" Type="http://schemas.openxmlformats.org/officeDocument/2006/relationships/oleObject" Target="../embeddings/oleObject421.bin"/><Relationship Id="rId5" Type="http://schemas.openxmlformats.org/officeDocument/2006/relationships/oleObject" Target="../embeddings/oleObject402.bin"/><Relationship Id="rId15" Type="http://schemas.openxmlformats.org/officeDocument/2006/relationships/oleObject" Target="../embeddings/oleObject412.bin"/><Relationship Id="rId23" Type="http://schemas.openxmlformats.org/officeDocument/2006/relationships/oleObject" Target="../embeddings/oleObject420.bin"/><Relationship Id="rId28" Type="http://schemas.openxmlformats.org/officeDocument/2006/relationships/oleObject" Target="../embeddings/oleObject425.bin"/><Relationship Id="rId10" Type="http://schemas.openxmlformats.org/officeDocument/2006/relationships/oleObject" Target="../embeddings/oleObject407.bin"/><Relationship Id="rId19" Type="http://schemas.openxmlformats.org/officeDocument/2006/relationships/oleObject" Target="../embeddings/oleObject416.bin"/><Relationship Id="rId4" Type="http://schemas.openxmlformats.org/officeDocument/2006/relationships/image" Target="../media/image406.jpeg"/><Relationship Id="rId9" Type="http://schemas.openxmlformats.org/officeDocument/2006/relationships/oleObject" Target="../embeddings/oleObject406.bin"/><Relationship Id="rId14" Type="http://schemas.openxmlformats.org/officeDocument/2006/relationships/oleObject" Target="../embeddings/oleObject411.bin"/><Relationship Id="rId22" Type="http://schemas.openxmlformats.org/officeDocument/2006/relationships/oleObject" Target="../embeddings/oleObject419.bin"/><Relationship Id="rId27" Type="http://schemas.openxmlformats.org/officeDocument/2006/relationships/oleObject" Target="../embeddings/oleObject424.bin"/><Relationship Id="rId30" Type="http://schemas.openxmlformats.org/officeDocument/2006/relationships/oleObject" Target="../embeddings/oleObject427.bin"/></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433.bin"/><Relationship Id="rId13" Type="http://schemas.openxmlformats.org/officeDocument/2006/relationships/oleObject" Target="../embeddings/oleObject438.bin"/><Relationship Id="rId3" Type="http://schemas.openxmlformats.org/officeDocument/2006/relationships/oleObject" Target="../embeddings/oleObject428.bin"/><Relationship Id="rId7" Type="http://schemas.openxmlformats.org/officeDocument/2006/relationships/oleObject" Target="../embeddings/oleObject432.bin"/><Relationship Id="rId12" Type="http://schemas.openxmlformats.org/officeDocument/2006/relationships/oleObject" Target="../embeddings/oleObject437.bin"/><Relationship Id="rId2" Type="http://schemas.openxmlformats.org/officeDocument/2006/relationships/slideLayout" Target="../slideLayouts/slideLayout7.xml"/><Relationship Id="rId16" Type="http://schemas.openxmlformats.org/officeDocument/2006/relationships/oleObject" Target="../embeddings/oleObject441.bin"/><Relationship Id="rId1" Type="http://schemas.openxmlformats.org/officeDocument/2006/relationships/vmlDrawing" Target="../drawings/vmlDrawing39.vml"/><Relationship Id="rId6" Type="http://schemas.openxmlformats.org/officeDocument/2006/relationships/oleObject" Target="../embeddings/oleObject431.bin"/><Relationship Id="rId11" Type="http://schemas.openxmlformats.org/officeDocument/2006/relationships/oleObject" Target="../embeddings/oleObject436.bin"/><Relationship Id="rId5" Type="http://schemas.openxmlformats.org/officeDocument/2006/relationships/oleObject" Target="../embeddings/oleObject430.bin"/><Relationship Id="rId15" Type="http://schemas.openxmlformats.org/officeDocument/2006/relationships/oleObject" Target="../embeddings/oleObject440.bin"/><Relationship Id="rId10" Type="http://schemas.openxmlformats.org/officeDocument/2006/relationships/oleObject" Target="../embeddings/oleObject435.bin"/><Relationship Id="rId4" Type="http://schemas.openxmlformats.org/officeDocument/2006/relationships/oleObject" Target="../embeddings/oleObject429.bin"/><Relationship Id="rId9" Type="http://schemas.openxmlformats.org/officeDocument/2006/relationships/oleObject" Target="../embeddings/oleObject434.bin"/><Relationship Id="rId14" Type="http://schemas.openxmlformats.org/officeDocument/2006/relationships/oleObject" Target="../embeddings/oleObject439.bin"/></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447.bin"/><Relationship Id="rId3" Type="http://schemas.openxmlformats.org/officeDocument/2006/relationships/oleObject" Target="../embeddings/oleObject442.bin"/><Relationship Id="rId7" Type="http://schemas.openxmlformats.org/officeDocument/2006/relationships/oleObject" Target="../embeddings/oleObject446.bin"/><Relationship Id="rId12" Type="http://schemas.openxmlformats.org/officeDocument/2006/relationships/oleObject" Target="../embeddings/oleObject451.bin"/><Relationship Id="rId2" Type="http://schemas.openxmlformats.org/officeDocument/2006/relationships/slideLayout" Target="../slideLayouts/slideLayout7.xml"/><Relationship Id="rId1" Type="http://schemas.openxmlformats.org/officeDocument/2006/relationships/vmlDrawing" Target="../drawings/vmlDrawing40.vml"/><Relationship Id="rId6" Type="http://schemas.openxmlformats.org/officeDocument/2006/relationships/oleObject" Target="../embeddings/oleObject445.bin"/><Relationship Id="rId11" Type="http://schemas.openxmlformats.org/officeDocument/2006/relationships/oleObject" Target="../embeddings/oleObject450.bin"/><Relationship Id="rId5" Type="http://schemas.openxmlformats.org/officeDocument/2006/relationships/oleObject" Target="../embeddings/oleObject444.bin"/><Relationship Id="rId10" Type="http://schemas.openxmlformats.org/officeDocument/2006/relationships/oleObject" Target="../embeddings/oleObject449.bin"/><Relationship Id="rId4" Type="http://schemas.openxmlformats.org/officeDocument/2006/relationships/oleObject" Target="../embeddings/oleObject443.bin"/><Relationship Id="rId9" Type="http://schemas.openxmlformats.org/officeDocument/2006/relationships/oleObject" Target="../embeddings/oleObject448.bin"/></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456.bin"/><Relationship Id="rId3" Type="http://schemas.openxmlformats.org/officeDocument/2006/relationships/image" Target="../media/image433.jpeg"/><Relationship Id="rId7" Type="http://schemas.openxmlformats.org/officeDocument/2006/relationships/oleObject" Target="../embeddings/oleObject455.bin"/><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oleObject" Target="../embeddings/oleObject454.bin"/><Relationship Id="rId5" Type="http://schemas.openxmlformats.org/officeDocument/2006/relationships/oleObject" Target="../embeddings/oleObject453.bin"/><Relationship Id="rId4" Type="http://schemas.openxmlformats.org/officeDocument/2006/relationships/oleObject" Target="../embeddings/oleObject452.bin"/><Relationship Id="rId9" Type="http://schemas.openxmlformats.org/officeDocument/2006/relationships/slide" Target="slide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4"/>
          <p:cNvSpPr txBox="1">
            <a:spLocks noChangeArrowheads="1"/>
          </p:cNvSpPr>
          <p:nvPr/>
        </p:nvSpPr>
        <p:spPr bwMode="auto">
          <a:xfrm>
            <a:off x="1214438" y="1143000"/>
            <a:ext cx="6553200" cy="914400"/>
          </a:xfrm>
          <a:prstGeom prst="rect">
            <a:avLst/>
          </a:prstGeom>
          <a:noFill/>
          <a:ln w="9525">
            <a:noFill/>
            <a:miter lim="800000"/>
            <a:headEnd/>
            <a:tailEnd/>
          </a:ln>
        </p:spPr>
        <p:txBody>
          <a:bodyPr>
            <a:spAutoFit/>
          </a:bodyPr>
          <a:lstStyle/>
          <a:p>
            <a:pPr algn="ctr">
              <a:spcBef>
                <a:spcPct val="50000"/>
              </a:spcBef>
              <a:defRPr/>
            </a:pPr>
            <a:r>
              <a:rPr lang="zh-CN" altLang="en-US" sz="5400" dirty="0">
                <a:solidFill>
                  <a:srgbClr val="FF0000"/>
                </a:solidFill>
                <a:effectLst>
                  <a:outerShdw blurRad="38100" dist="38100" dir="2700000" algn="tl">
                    <a:srgbClr val="000000">
                      <a:alpha val="43137"/>
                    </a:srgbClr>
                  </a:outerShdw>
                </a:effectLst>
                <a:latin typeface="楷体" pitchFamily="49" charset="-122"/>
                <a:ea typeface="楷体" pitchFamily="49" charset="-122"/>
                <a:cs typeface="+mj-cs"/>
              </a:rPr>
              <a:t>第</a:t>
            </a:r>
            <a:r>
              <a:rPr lang="en-US" altLang="zh-CN" sz="5400" dirty="0">
                <a:solidFill>
                  <a:srgbClr val="FF0000"/>
                </a:solidFill>
                <a:effectLst>
                  <a:outerShdw blurRad="38100" dist="38100" dir="2700000" algn="tl">
                    <a:srgbClr val="000000">
                      <a:alpha val="43137"/>
                    </a:srgbClr>
                  </a:outerShdw>
                </a:effectLst>
                <a:latin typeface="Times New Roman" pitchFamily="18" charset="0"/>
                <a:ea typeface="楷体" pitchFamily="49" charset="-122"/>
                <a:cs typeface="Times New Roman" pitchFamily="18" charset="0"/>
              </a:rPr>
              <a:t>1</a:t>
            </a:r>
            <a:r>
              <a:rPr lang="zh-CN" altLang="en-US" sz="5400" dirty="0">
                <a:solidFill>
                  <a:srgbClr val="FF0000"/>
                </a:solidFill>
                <a:effectLst>
                  <a:outerShdw blurRad="38100" dist="38100" dir="2700000" algn="tl">
                    <a:srgbClr val="000000">
                      <a:alpha val="43137"/>
                    </a:srgbClr>
                  </a:outerShdw>
                </a:effectLst>
                <a:latin typeface="楷体" pitchFamily="49" charset="-122"/>
                <a:ea typeface="楷体" pitchFamily="49" charset="-122"/>
                <a:cs typeface="+mj-cs"/>
              </a:rPr>
              <a:t>篇   力  学</a:t>
            </a:r>
          </a:p>
        </p:txBody>
      </p:sp>
      <p:sp>
        <p:nvSpPr>
          <p:cNvPr id="44035" name="Rectangle 5"/>
          <p:cNvSpPr>
            <a:spLocks noChangeArrowheads="1"/>
          </p:cNvSpPr>
          <p:nvPr/>
        </p:nvSpPr>
        <p:spPr bwMode="auto">
          <a:xfrm>
            <a:off x="2897188" y="2500313"/>
            <a:ext cx="3532187" cy="708025"/>
          </a:xfrm>
          <a:prstGeom prst="rect">
            <a:avLst/>
          </a:prstGeom>
          <a:noFill/>
          <a:ln w="9525">
            <a:noFill/>
            <a:miter lim="800000"/>
            <a:headEnd/>
            <a:tailEnd/>
          </a:ln>
        </p:spPr>
        <p:txBody>
          <a:bodyPr wrap="none" anchor="ctr">
            <a:spAutoFit/>
          </a:bodyPr>
          <a:lstStyle/>
          <a:p>
            <a:r>
              <a:rPr lang="zh-CN" altLang="en-US" sz="4000" dirty="0">
                <a:solidFill>
                  <a:srgbClr val="3333CC"/>
                </a:solidFill>
                <a:latin typeface="楷体" pitchFamily="49" charset="-122"/>
                <a:ea typeface="楷体" pitchFamily="49" charset="-122"/>
              </a:rPr>
              <a:t>第</a:t>
            </a:r>
            <a:r>
              <a:rPr lang="en-US" altLang="zh-CN" sz="4000" dirty="0">
                <a:solidFill>
                  <a:srgbClr val="3333CC"/>
                </a:solidFill>
                <a:latin typeface="Times New Roman" pitchFamily="18" charset="0"/>
                <a:ea typeface="楷体" pitchFamily="49" charset="-122"/>
                <a:cs typeface="Times New Roman" pitchFamily="18" charset="0"/>
              </a:rPr>
              <a:t>1</a:t>
            </a:r>
            <a:r>
              <a:rPr lang="zh-CN" altLang="en-US" sz="4000" dirty="0">
                <a:solidFill>
                  <a:srgbClr val="3333CC"/>
                </a:solidFill>
                <a:latin typeface="楷体" pitchFamily="49" charset="-122"/>
                <a:ea typeface="楷体" pitchFamily="49" charset="-122"/>
              </a:rPr>
              <a:t>章  运动学</a:t>
            </a:r>
          </a:p>
        </p:txBody>
      </p:sp>
      <p:sp>
        <p:nvSpPr>
          <p:cNvPr id="44036" name="Rectangle 6"/>
          <p:cNvSpPr>
            <a:spLocks noChangeArrowheads="1"/>
          </p:cNvSpPr>
          <p:nvPr/>
        </p:nvSpPr>
        <p:spPr bwMode="auto">
          <a:xfrm>
            <a:off x="2928938" y="3286125"/>
            <a:ext cx="3532187" cy="708025"/>
          </a:xfrm>
          <a:prstGeom prst="rect">
            <a:avLst/>
          </a:prstGeom>
          <a:noFill/>
          <a:ln w="9525">
            <a:noFill/>
            <a:miter lim="800000"/>
            <a:headEnd/>
            <a:tailEnd/>
          </a:ln>
        </p:spPr>
        <p:txBody>
          <a:bodyPr wrap="none" anchor="ctr">
            <a:spAutoFit/>
          </a:bodyPr>
          <a:lstStyle/>
          <a:p>
            <a:r>
              <a:rPr lang="zh-CN" altLang="en-US" sz="4000">
                <a:solidFill>
                  <a:srgbClr val="3333CC"/>
                </a:solidFill>
                <a:latin typeface="楷体" pitchFamily="49" charset="-122"/>
                <a:ea typeface="楷体" pitchFamily="49" charset="-122"/>
              </a:rPr>
              <a:t>第</a:t>
            </a:r>
            <a:r>
              <a:rPr lang="en-US" altLang="zh-CN" sz="4000">
                <a:solidFill>
                  <a:srgbClr val="3333CC"/>
                </a:solidFill>
                <a:latin typeface="Times New Roman" pitchFamily="18" charset="0"/>
                <a:ea typeface="楷体" pitchFamily="49" charset="-122"/>
                <a:cs typeface="Times New Roman" pitchFamily="18" charset="0"/>
              </a:rPr>
              <a:t>2</a:t>
            </a:r>
            <a:r>
              <a:rPr lang="zh-CN" altLang="en-US" sz="4000">
                <a:solidFill>
                  <a:srgbClr val="3333CC"/>
                </a:solidFill>
                <a:latin typeface="楷体" pitchFamily="49" charset="-122"/>
                <a:ea typeface="楷体" pitchFamily="49" charset="-122"/>
              </a:rPr>
              <a:t>章  动力学</a:t>
            </a:r>
          </a:p>
        </p:txBody>
      </p:sp>
      <p:sp>
        <p:nvSpPr>
          <p:cNvPr id="44037" name="Rectangle 7"/>
          <p:cNvSpPr>
            <a:spLocks noChangeArrowheads="1"/>
          </p:cNvSpPr>
          <p:nvPr/>
        </p:nvSpPr>
        <p:spPr bwMode="auto">
          <a:xfrm>
            <a:off x="2143125" y="4071938"/>
            <a:ext cx="5589588" cy="708025"/>
          </a:xfrm>
          <a:prstGeom prst="rect">
            <a:avLst/>
          </a:prstGeom>
          <a:noFill/>
          <a:ln w="9525">
            <a:noFill/>
            <a:miter lim="800000"/>
            <a:headEnd/>
            <a:tailEnd/>
          </a:ln>
        </p:spPr>
        <p:txBody>
          <a:bodyPr wrap="none" anchor="ctr">
            <a:spAutoFit/>
          </a:bodyPr>
          <a:lstStyle/>
          <a:p>
            <a:r>
              <a:rPr lang="zh-CN" altLang="en-US" sz="4000">
                <a:solidFill>
                  <a:srgbClr val="3333CC"/>
                </a:solidFill>
                <a:latin typeface="楷体" pitchFamily="49" charset="-122"/>
                <a:ea typeface="楷体" pitchFamily="49" charset="-122"/>
              </a:rPr>
              <a:t>第</a:t>
            </a:r>
            <a:r>
              <a:rPr lang="en-US" altLang="zh-CN" sz="4000">
                <a:solidFill>
                  <a:srgbClr val="3333CC"/>
                </a:solidFill>
                <a:latin typeface="Times New Roman" pitchFamily="18" charset="0"/>
                <a:ea typeface="楷体" pitchFamily="49" charset="-122"/>
                <a:cs typeface="Times New Roman" pitchFamily="18" charset="0"/>
              </a:rPr>
              <a:t>3</a:t>
            </a:r>
            <a:r>
              <a:rPr lang="zh-CN" altLang="en-US" sz="4000">
                <a:solidFill>
                  <a:srgbClr val="3333CC"/>
                </a:solidFill>
                <a:latin typeface="楷体" pitchFamily="49" charset="-122"/>
                <a:ea typeface="楷体" pitchFamily="49" charset="-122"/>
              </a:rPr>
              <a:t>章  力学的守恒定律</a:t>
            </a:r>
          </a:p>
        </p:txBody>
      </p:sp>
      <p:sp>
        <p:nvSpPr>
          <p:cNvPr id="44038" name="Rectangle 8"/>
          <p:cNvSpPr>
            <a:spLocks noChangeArrowheads="1"/>
          </p:cNvSpPr>
          <p:nvPr/>
        </p:nvSpPr>
        <p:spPr bwMode="auto">
          <a:xfrm>
            <a:off x="2143125" y="4864100"/>
            <a:ext cx="5848350" cy="708025"/>
          </a:xfrm>
          <a:prstGeom prst="rect">
            <a:avLst/>
          </a:prstGeom>
          <a:noFill/>
          <a:ln w="9525">
            <a:noFill/>
            <a:miter lim="800000"/>
            <a:headEnd/>
            <a:tailEnd/>
          </a:ln>
        </p:spPr>
        <p:txBody>
          <a:bodyPr wrap="none" anchor="ctr">
            <a:spAutoFit/>
          </a:bodyPr>
          <a:lstStyle/>
          <a:p>
            <a:r>
              <a:rPr lang="zh-CN" altLang="en-US" sz="4000">
                <a:solidFill>
                  <a:srgbClr val="3333CC"/>
                </a:solidFill>
                <a:latin typeface="楷体" pitchFamily="49" charset="-122"/>
                <a:ea typeface="楷体" pitchFamily="49" charset="-122"/>
              </a:rPr>
              <a:t>第</a:t>
            </a:r>
            <a:r>
              <a:rPr lang="en-US" altLang="zh-CN" sz="4000">
                <a:solidFill>
                  <a:srgbClr val="3333CC"/>
                </a:solidFill>
                <a:latin typeface="Times New Roman" pitchFamily="18" charset="0"/>
                <a:ea typeface="楷体" pitchFamily="49" charset="-122"/>
                <a:cs typeface="Times New Roman" pitchFamily="18" charset="0"/>
              </a:rPr>
              <a:t>4</a:t>
            </a:r>
            <a:r>
              <a:rPr lang="zh-CN" altLang="en-US" sz="4000">
                <a:solidFill>
                  <a:srgbClr val="3333CC"/>
                </a:solidFill>
                <a:latin typeface="楷体" pitchFamily="49" charset="-122"/>
                <a:ea typeface="楷体" pitchFamily="49" charset="-122"/>
              </a:rPr>
              <a:t>章  相对论力学初步 </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Text Box 2"/>
          <p:cNvSpPr txBox="1">
            <a:spLocks noChangeArrowheads="1"/>
          </p:cNvSpPr>
          <p:nvPr/>
        </p:nvSpPr>
        <p:spPr bwMode="auto">
          <a:xfrm>
            <a:off x="206375" y="1611313"/>
            <a:ext cx="1620838" cy="479425"/>
          </a:xfrm>
          <a:prstGeom prst="rect">
            <a:avLst/>
          </a:prstGeom>
          <a:noFill/>
          <a:ln w="9525">
            <a:noFill/>
            <a:miter lim="800000"/>
            <a:headEnd/>
            <a:tailEnd/>
          </a:ln>
        </p:spPr>
        <p:txBody>
          <a:bodyPr>
            <a:spAutoFit/>
          </a:bodyPr>
          <a:lstStyle/>
          <a:p>
            <a:pPr>
              <a:lnSpc>
                <a:spcPct val="115000"/>
              </a:lnSpc>
            </a:pPr>
            <a:r>
              <a:rPr kumimoji="1" lang="zh-CN" altLang="en-US" sz="2400">
                <a:solidFill>
                  <a:srgbClr val="FF6600"/>
                </a:solidFill>
                <a:latin typeface="Times New Roman" pitchFamily="18" charset="0"/>
              </a:rPr>
              <a:t>力学：</a:t>
            </a:r>
          </a:p>
        </p:txBody>
      </p:sp>
      <p:sp>
        <p:nvSpPr>
          <p:cNvPr id="203780" name="Text Box 4"/>
          <p:cNvSpPr txBox="1">
            <a:spLocks noChangeArrowheads="1"/>
          </p:cNvSpPr>
          <p:nvPr/>
        </p:nvSpPr>
        <p:spPr bwMode="auto">
          <a:xfrm>
            <a:off x="1062038" y="1611313"/>
            <a:ext cx="5715000" cy="479425"/>
          </a:xfrm>
          <a:prstGeom prst="rect">
            <a:avLst/>
          </a:prstGeom>
          <a:noFill/>
          <a:ln w="9525">
            <a:noFill/>
            <a:miter lim="800000"/>
            <a:headEnd/>
            <a:tailEnd/>
          </a:ln>
        </p:spPr>
        <p:txBody>
          <a:bodyPr>
            <a:spAutoFit/>
          </a:bodyPr>
          <a:lstStyle/>
          <a:p>
            <a:pPr>
              <a:lnSpc>
                <a:spcPct val="115000"/>
              </a:lnSpc>
            </a:pPr>
            <a:r>
              <a:rPr kumimoji="1" lang="zh-CN" altLang="en-US" sz="2400">
                <a:latin typeface="Times New Roman" pitchFamily="18" charset="0"/>
              </a:rPr>
              <a:t>研究物体机械运动规律的学科。</a:t>
            </a:r>
          </a:p>
        </p:txBody>
      </p:sp>
      <p:sp>
        <p:nvSpPr>
          <p:cNvPr id="203783" name="Text Box 7"/>
          <p:cNvSpPr txBox="1">
            <a:spLocks noChangeArrowheads="1"/>
          </p:cNvSpPr>
          <p:nvPr/>
        </p:nvSpPr>
        <p:spPr bwMode="auto">
          <a:xfrm>
            <a:off x="612775" y="2336800"/>
            <a:ext cx="5459413" cy="517525"/>
          </a:xfrm>
          <a:prstGeom prst="rect">
            <a:avLst/>
          </a:prstGeom>
          <a:noFill/>
          <a:ln w="9525">
            <a:noFill/>
            <a:miter lim="800000"/>
            <a:headEnd/>
            <a:tailEnd/>
          </a:ln>
        </p:spPr>
        <p:txBody>
          <a:bodyPr>
            <a:spAutoFit/>
          </a:bodyPr>
          <a:lstStyle/>
          <a:p>
            <a:pPr>
              <a:lnSpc>
                <a:spcPct val="115000"/>
              </a:lnSpc>
            </a:pPr>
            <a:r>
              <a:rPr kumimoji="1" lang="zh-CN" altLang="en-US" sz="2400">
                <a:solidFill>
                  <a:srgbClr val="FF0000"/>
                </a:solidFill>
                <a:latin typeface="Times New Roman" pitchFamily="18" charset="0"/>
              </a:rPr>
              <a:t>力学中研究机械运动的方法</a:t>
            </a:r>
          </a:p>
        </p:txBody>
      </p:sp>
      <p:sp>
        <p:nvSpPr>
          <p:cNvPr id="203784" name="Text Box 8"/>
          <p:cNvSpPr txBox="1">
            <a:spLocks noChangeArrowheads="1"/>
          </p:cNvSpPr>
          <p:nvPr/>
        </p:nvSpPr>
        <p:spPr bwMode="auto">
          <a:xfrm>
            <a:off x="1268413" y="3473450"/>
            <a:ext cx="7443787" cy="479425"/>
          </a:xfrm>
          <a:prstGeom prst="rect">
            <a:avLst/>
          </a:prstGeom>
          <a:noFill/>
          <a:ln w="9525">
            <a:noFill/>
            <a:miter lim="800000"/>
            <a:headEnd/>
            <a:tailEnd/>
          </a:ln>
        </p:spPr>
        <p:txBody>
          <a:bodyPr>
            <a:spAutoFit/>
          </a:bodyPr>
          <a:lstStyle/>
          <a:p>
            <a:pPr>
              <a:lnSpc>
                <a:spcPct val="115000"/>
              </a:lnSpc>
            </a:pPr>
            <a:r>
              <a:rPr kumimoji="1" lang="zh-CN" altLang="en-US" sz="2400">
                <a:latin typeface="Times New Roman" pitchFamily="18" charset="0"/>
              </a:rPr>
              <a:t>研究物体运动状态改变的原因。</a:t>
            </a:r>
          </a:p>
        </p:txBody>
      </p:sp>
      <p:sp>
        <p:nvSpPr>
          <p:cNvPr id="203785" name="Text Box 9"/>
          <p:cNvSpPr txBox="1">
            <a:spLocks noChangeArrowheads="1"/>
          </p:cNvSpPr>
          <p:nvPr/>
        </p:nvSpPr>
        <p:spPr bwMode="auto">
          <a:xfrm>
            <a:off x="161925" y="2921000"/>
            <a:ext cx="1620838" cy="479425"/>
          </a:xfrm>
          <a:prstGeom prst="rect">
            <a:avLst/>
          </a:prstGeom>
          <a:noFill/>
          <a:ln w="9525">
            <a:noFill/>
            <a:miter lim="800000"/>
            <a:headEnd/>
            <a:tailEnd/>
          </a:ln>
        </p:spPr>
        <p:txBody>
          <a:bodyPr>
            <a:spAutoFit/>
          </a:bodyPr>
          <a:lstStyle/>
          <a:p>
            <a:pPr>
              <a:lnSpc>
                <a:spcPct val="115000"/>
              </a:lnSpc>
            </a:pPr>
            <a:r>
              <a:rPr kumimoji="1" lang="zh-CN" altLang="en-US" sz="2400">
                <a:solidFill>
                  <a:srgbClr val="FF6600"/>
                </a:solidFill>
                <a:latin typeface="Times New Roman" pitchFamily="18" charset="0"/>
              </a:rPr>
              <a:t>运动学</a:t>
            </a:r>
          </a:p>
        </p:txBody>
      </p:sp>
      <p:sp>
        <p:nvSpPr>
          <p:cNvPr id="203786" name="Text Box 10"/>
          <p:cNvSpPr txBox="1">
            <a:spLocks noChangeArrowheads="1"/>
          </p:cNvSpPr>
          <p:nvPr/>
        </p:nvSpPr>
        <p:spPr bwMode="auto">
          <a:xfrm>
            <a:off x="1285875" y="2921000"/>
            <a:ext cx="6273800" cy="517525"/>
          </a:xfrm>
          <a:prstGeom prst="rect">
            <a:avLst/>
          </a:prstGeom>
          <a:noFill/>
          <a:ln w="9525">
            <a:noFill/>
            <a:miter lim="800000"/>
            <a:headEnd/>
            <a:tailEnd/>
          </a:ln>
        </p:spPr>
        <p:txBody>
          <a:bodyPr>
            <a:spAutoFit/>
          </a:bodyPr>
          <a:lstStyle/>
          <a:p>
            <a:pPr>
              <a:lnSpc>
                <a:spcPct val="115000"/>
              </a:lnSpc>
            </a:pPr>
            <a:r>
              <a:rPr kumimoji="1" lang="zh-CN" altLang="en-US" sz="2400">
                <a:latin typeface="Times New Roman" pitchFamily="18" charset="0"/>
              </a:rPr>
              <a:t>描述物体空间位置随时间的变化。</a:t>
            </a:r>
          </a:p>
        </p:txBody>
      </p:sp>
      <p:sp>
        <p:nvSpPr>
          <p:cNvPr id="203787" name="Text Box 11"/>
          <p:cNvSpPr txBox="1">
            <a:spLocks noChangeArrowheads="1"/>
          </p:cNvSpPr>
          <p:nvPr/>
        </p:nvSpPr>
        <p:spPr bwMode="auto">
          <a:xfrm>
            <a:off x="161925" y="3443288"/>
            <a:ext cx="1620838" cy="479425"/>
          </a:xfrm>
          <a:prstGeom prst="rect">
            <a:avLst/>
          </a:prstGeom>
          <a:noFill/>
          <a:ln w="9525">
            <a:noFill/>
            <a:miter lim="800000"/>
            <a:headEnd/>
            <a:tailEnd/>
          </a:ln>
        </p:spPr>
        <p:txBody>
          <a:bodyPr>
            <a:spAutoFit/>
          </a:bodyPr>
          <a:lstStyle/>
          <a:p>
            <a:pPr>
              <a:lnSpc>
                <a:spcPct val="115000"/>
              </a:lnSpc>
            </a:pPr>
            <a:r>
              <a:rPr kumimoji="1" lang="zh-CN" altLang="en-US" sz="2400">
                <a:solidFill>
                  <a:srgbClr val="FF6600"/>
                </a:solidFill>
                <a:latin typeface="Times New Roman" pitchFamily="18" charset="0"/>
              </a:rPr>
              <a:t>动力学</a:t>
            </a:r>
          </a:p>
        </p:txBody>
      </p:sp>
      <p:sp>
        <p:nvSpPr>
          <p:cNvPr id="203788" name="Text Box 12"/>
          <p:cNvSpPr txBox="1">
            <a:spLocks noChangeArrowheads="1"/>
          </p:cNvSpPr>
          <p:nvPr/>
        </p:nvSpPr>
        <p:spPr bwMode="auto">
          <a:xfrm>
            <a:off x="206375" y="4281488"/>
            <a:ext cx="8686800" cy="933450"/>
          </a:xfrm>
          <a:prstGeom prst="rect">
            <a:avLst/>
          </a:prstGeom>
          <a:noFill/>
          <a:ln w="9525">
            <a:noFill/>
            <a:miter lim="800000"/>
            <a:headEnd/>
            <a:tailEnd/>
          </a:ln>
        </p:spPr>
        <p:txBody>
          <a:bodyPr>
            <a:spAutoFit/>
          </a:bodyPr>
          <a:lstStyle/>
          <a:p>
            <a:pPr>
              <a:lnSpc>
                <a:spcPct val="115000"/>
              </a:lnSpc>
            </a:pPr>
            <a:r>
              <a:rPr kumimoji="1" lang="zh-CN" altLang="en-US" sz="2400">
                <a:latin typeface="Times New Roman" pitchFamily="18" charset="0"/>
              </a:rPr>
              <a:t>根据运动物体的性质、运动特性和所需解决的问题的内容，力学又可分为</a:t>
            </a:r>
            <a:r>
              <a:rPr kumimoji="1" lang="zh-CN" altLang="en-US" sz="2400">
                <a:solidFill>
                  <a:srgbClr val="FF6600"/>
                </a:solidFill>
                <a:latin typeface="Times New Roman" pitchFamily="18" charset="0"/>
              </a:rPr>
              <a:t>质点力学</a:t>
            </a:r>
            <a:r>
              <a:rPr kumimoji="1" lang="zh-CN" altLang="en-US" sz="2400">
                <a:latin typeface="Times New Roman" pitchFamily="18" charset="0"/>
              </a:rPr>
              <a:t>、</a:t>
            </a:r>
            <a:r>
              <a:rPr kumimoji="1" lang="zh-CN" altLang="en-US" sz="2400">
                <a:solidFill>
                  <a:srgbClr val="FF6600"/>
                </a:solidFill>
                <a:latin typeface="Times New Roman" pitchFamily="18" charset="0"/>
              </a:rPr>
              <a:t>刚体力学</a:t>
            </a:r>
            <a:r>
              <a:rPr kumimoji="1" lang="zh-CN" altLang="en-US" sz="2400">
                <a:latin typeface="Times New Roman" pitchFamily="18" charset="0"/>
              </a:rPr>
              <a:t>、</a:t>
            </a:r>
            <a:r>
              <a:rPr kumimoji="1" lang="zh-CN" altLang="en-US" sz="2400">
                <a:solidFill>
                  <a:srgbClr val="FF6600"/>
                </a:solidFill>
                <a:latin typeface="Times New Roman" pitchFamily="18" charset="0"/>
              </a:rPr>
              <a:t>流体力学</a:t>
            </a:r>
            <a:r>
              <a:rPr kumimoji="1" lang="zh-CN" altLang="en-US" sz="2400">
                <a:latin typeface="Times New Roman" pitchFamily="18" charset="0"/>
              </a:rPr>
              <a:t>等。</a:t>
            </a:r>
          </a:p>
        </p:txBody>
      </p:sp>
      <p:sp>
        <p:nvSpPr>
          <p:cNvPr id="203789" name="AutoShape 13"/>
          <p:cNvSpPr>
            <a:spLocks noChangeArrowheads="1"/>
          </p:cNvSpPr>
          <p:nvPr/>
        </p:nvSpPr>
        <p:spPr bwMode="auto">
          <a:xfrm>
            <a:off x="250825" y="2344738"/>
            <a:ext cx="360363" cy="576262"/>
          </a:xfrm>
          <a:prstGeom prst="star4">
            <a:avLst>
              <a:gd name="adj" fmla="val 18519"/>
            </a:avLst>
          </a:prstGeom>
          <a:gradFill rotWithShape="1">
            <a:gsLst>
              <a:gs pos="0">
                <a:srgbClr val="FF0000"/>
              </a:gs>
              <a:gs pos="100000">
                <a:srgbClr val="760000"/>
              </a:gs>
            </a:gsLst>
            <a:path path="shape">
              <a:fillToRect l="50000" t="50000" r="50000" b="50000"/>
            </a:path>
          </a:gradFill>
          <a:ln w="9525">
            <a:noFill/>
            <a:miter lim="800000"/>
            <a:headEnd/>
            <a:tailEnd/>
          </a:ln>
        </p:spPr>
        <p:txBody>
          <a:bodyPr wrap="none" anchor="ctr"/>
          <a:lstStyle/>
          <a:p>
            <a:endParaRPr lang="zh-CN" altLang="en-US"/>
          </a:p>
        </p:txBody>
      </p:sp>
      <p:sp>
        <p:nvSpPr>
          <p:cNvPr id="45067" name="标题 17"/>
          <p:cNvSpPr>
            <a:spLocks noGrp="1"/>
          </p:cNvSpPr>
          <p:nvPr>
            <p:ph type="title"/>
          </p:nvPr>
        </p:nvSpPr>
        <p:spPr/>
        <p:txBody>
          <a:bodyPr/>
          <a:lstStyle/>
          <a:p>
            <a:pPr eaLnBrk="1" hangingPunct="1"/>
            <a:r>
              <a:rPr lang="zh-CN" altLang="en-US" smtClean="0">
                <a:solidFill>
                  <a:srgbClr val="FF0000"/>
                </a:solidFill>
              </a:rPr>
              <a:t>力    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3778"/>
                                        </p:tgtEl>
                                        <p:attrNameLst>
                                          <p:attrName>style.visibility</p:attrName>
                                        </p:attrNameLst>
                                      </p:cBhvr>
                                      <p:to>
                                        <p:strVal val="visible"/>
                                      </p:to>
                                    </p:set>
                                    <p:animEffect transition="in" filter="wipe(left)">
                                      <p:cBhvr>
                                        <p:cTn id="7" dur="500"/>
                                        <p:tgtEl>
                                          <p:spTgt spid="2037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3780"/>
                                        </p:tgtEl>
                                        <p:attrNameLst>
                                          <p:attrName>style.visibility</p:attrName>
                                        </p:attrNameLst>
                                      </p:cBhvr>
                                      <p:to>
                                        <p:strVal val="visible"/>
                                      </p:to>
                                    </p:set>
                                    <p:animEffect transition="in" filter="wipe(left)">
                                      <p:cBhvr>
                                        <p:cTn id="12" dur="500"/>
                                        <p:tgtEl>
                                          <p:spTgt spid="20378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3789"/>
                                        </p:tgtEl>
                                        <p:attrNameLst>
                                          <p:attrName>style.visibility</p:attrName>
                                        </p:attrNameLst>
                                      </p:cBhvr>
                                      <p:to>
                                        <p:strVal val="visible"/>
                                      </p:to>
                                    </p:set>
                                    <p:animEffect transition="in" filter="dissolve">
                                      <p:cBhvr>
                                        <p:cTn id="17" dur="1000"/>
                                        <p:tgtEl>
                                          <p:spTgt spid="203789"/>
                                        </p:tgtEl>
                                      </p:cBhvr>
                                    </p:animEffect>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203783"/>
                                        </p:tgtEl>
                                        <p:attrNameLst>
                                          <p:attrName>style.visibility</p:attrName>
                                        </p:attrNameLst>
                                      </p:cBhvr>
                                      <p:to>
                                        <p:strVal val="visible"/>
                                      </p:to>
                                    </p:set>
                                    <p:animEffect transition="in" filter="wipe(left)">
                                      <p:cBhvr>
                                        <p:cTn id="21" dur="500"/>
                                        <p:tgtEl>
                                          <p:spTgt spid="20378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03785"/>
                                        </p:tgtEl>
                                        <p:attrNameLst>
                                          <p:attrName>style.visibility</p:attrName>
                                        </p:attrNameLst>
                                      </p:cBhvr>
                                      <p:to>
                                        <p:strVal val="visible"/>
                                      </p:to>
                                    </p:set>
                                    <p:animEffect transition="in" filter="wipe(left)">
                                      <p:cBhvr>
                                        <p:cTn id="26" dur="500"/>
                                        <p:tgtEl>
                                          <p:spTgt spid="20378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03787"/>
                                        </p:tgtEl>
                                        <p:attrNameLst>
                                          <p:attrName>style.visibility</p:attrName>
                                        </p:attrNameLst>
                                      </p:cBhvr>
                                      <p:to>
                                        <p:strVal val="visible"/>
                                      </p:to>
                                    </p:set>
                                    <p:animEffect transition="in" filter="wipe(left)">
                                      <p:cBhvr>
                                        <p:cTn id="31" dur="500"/>
                                        <p:tgtEl>
                                          <p:spTgt spid="20378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03786"/>
                                        </p:tgtEl>
                                        <p:attrNameLst>
                                          <p:attrName>style.visibility</p:attrName>
                                        </p:attrNameLst>
                                      </p:cBhvr>
                                      <p:to>
                                        <p:strVal val="visible"/>
                                      </p:to>
                                    </p:set>
                                    <p:animEffect transition="in" filter="wipe(left)">
                                      <p:cBhvr>
                                        <p:cTn id="36" dur="500"/>
                                        <p:tgtEl>
                                          <p:spTgt spid="20378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03784"/>
                                        </p:tgtEl>
                                        <p:attrNameLst>
                                          <p:attrName>style.visibility</p:attrName>
                                        </p:attrNameLst>
                                      </p:cBhvr>
                                      <p:to>
                                        <p:strVal val="visible"/>
                                      </p:to>
                                    </p:set>
                                    <p:animEffect transition="in" filter="wipe(left)">
                                      <p:cBhvr>
                                        <p:cTn id="41" dur="500"/>
                                        <p:tgtEl>
                                          <p:spTgt spid="20378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03788"/>
                                        </p:tgtEl>
                                        <p:attrNameLst>
                                          <p:attrName>style.visibility</p:attrName>
                                        </p:attrNameLst>
                                      </p:cBhvr>
                                      <p:to>
                                        <p:strVal val="visible"/>
                                      </p:to>
                                    </p:set>
                                    <p:animEffect transition="in" filter="wipe(left)">
                                      <p:cBhvr>
                                        <p:cTn id="46" dur="500"/>
                                        <p:tgtEl>
                                          <p:spTgt spid="2037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8" grpId="0"/>
      <p:bldP spid="20378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684213" y="833438"/>
            <a:ext cx="1882775" cy="579437"/>
          </a:xfrm>
          <a:prstGeom prst="rect">
            <a:avLst/>
          </a:prstGeom>
          <a:gradFill rotWithShape="1">
            <a:gsLst>
              <a:gs pos="0">
                <a:srgbClr val="FFFFFF"/>
              </a:gs>
              <a:gs pos="100000">
                <a:srgbClr val="A8EFF6"/>
              </a:gs>
            </a:gsLst>
            <a:path path="shape">
              <a:fillToRect l="50000" t="50000" r="50000" b="50000"/>
            </a:path>
          </a:gradFill>
          <a:ln w="9525">
            <a:noFill/>
            <a:miter lim="800000"/>
            <a:headEnd/>
            <a:tailEnd/>
          </a:ln>
        </p:spPr>
        <p:txBody>
          <a:bodyPr>
            <a:spAutoFit/>
          </a:bodyPr>
          <a:lstStyle/>
          <a:p>
            <a:pPr>
              <a:spcBef>
                <a:spcPct val="50000"/>
              </a:spcBef>
            </a:pPr>
            <a:r>
              <a:rPr kumimoji="1" lang="zh-CN" altLang="en-US" sz="3200">
                <a:solidFill>
                  <a:srgbClr val="0000CC"/>
                </a:solidFill>
                <a:ea typeface="黑体" pitchFamily="49" charset="-122"/>
              </a:rPr>
              <a:t>基本条件</a:t>
            </a:r>
          </a:p>
        </p:txBody>
      </p:sp>
      <p:sp>
        <p:nvSpPr>
          <p:cNvPr id="28675" name="Text Box 3"/>
          <p:cNvSpPr txBox="1">
            <a:spLocks noChangeArrowheads="1"/>
          </p:cNvSpPr>
          <p:nvPr/>
        </p:nvSpPr>
        <p:spPr bwMode="auto">
          <a:xfrm>
            <a:off x="755650" y="2133600"/>
            <a:ext cx="2362200" cy="523875"/>
          </a:xfrm>
          <a:prstGeom prst="rect">
            <a:avLst/>
          </a:prstGeom>
          <a:noFill/>
          <a:ln w="9525">
            <a:noFill/>
            <a:miter lim="800000"/>
            <a:headEnd/>
            <a:tailEnd/>
          </a:ln>
        </p:spPr>
        <p:txBody>
          <a:bodyPr>
            <a:spAutoFit/>
          </a:bodyPr>
          <a:lstStyle/>
          <a:p>
            <a:pPr>
              <a:spcBef>
                <a:spcPct val="50000"/>
              </a:spcBef>
            </a:pPr>
            <a:r>
              <a:rPr kumimoji="1" lang="en-US" altLang="zh-CN" sz="2800">
                <a:solidFill>
                  <a:srgbClr val="006699"/>
                </a:solidFill>
                <a:latin typeface="Times New Roman" pitchFamily="18" charset="0"/>
              </a:rPr>
              <a:t>1. </a:t>
            </a:r>
            <a:r>
              <a:rPr kumimoji="1" lang="zh-CN" altLang="en-US" sz="2800">
                <a:solidFill>
                  <a:srgbClr val="006699"/>
                </a:solidFill>
                <a:latin typeface="Times New Roman" pitchFamily="18" charset="0"/>
              </a:rPr>
              <a:t>时空观</a:t>
            </a:r>
          </a:p>
        </p:txBody>
      </p:sp>
      <p:sp>
        <p:nvSpPr>
          <p:cNvPr id="28676" name="Text Box 4"/>
          <p:cNvSpPr txBox="1">
            <a:spLocks noChangeArrowheads="1"/>
          </p:cNvSpPr>
          <p:nvPr/>
        </p:nvSpPr>
        <p:spPr bwMode="auto">
          <a:xfrm>
            <a:off x="755650" y="3927475"/>
            <a:ext cx="2743200" cy="523875"/>
          </a:xfrm>
          <a:prstGeom prst="rect">
            <a:avLst/>
          </a:prstGeom>
          <a:noFill/>
          <a:ln w="9525">
            <a:noFill/>
            <a:miter lim="800000"/>
            <a:headEnd/>
            <a:tailEnd/>
          </a:ln>
        </p:spPr>
        <p:txBody>
          <a:bodyPr>
            <a:spAutoFit/>
          </a:bodyPr>
          <a:lstStyle/>
          <a:p>
            <a:pPr>
              <a:spcBef>
                <a:spcPct val="50000"/>
              </a:spcBef>
            </a:pPr>
            <a:r>
              <a:rPr kumimoji="1" lang="en-US" altLang="zh-CN" sz="2800">
                <a:solidFill>
                  <a:srgbClr val="006699"/>
                </a:solidFill>
                <a:latin typeface="Times New Roman" pitchFamily="18" charset="0"/>
              </a:rPr>
              <a:t>2. </a:t>
            </a:r>
            <a:r>
              <a:rPr kumimoji="1" lang="zh-CN" altLang="en-US" sz="2800">
                <a:solidFill>
                  <a:srgbClr val="006699"/>
                </a:solidFill>
                <a:latin typeface="Times New Roman" pitchFamily="18" charset="0"/>
              </a:rPr>
              <a:t>理想化模型</a:t>
            </a:r>
          </a:p>
        </p:txBody>
      </p:sp>
      <p:sp>
        <p:nvSpPr>
          <p:cNvPr id="28677" name="Text Box 5"/>
          <p:cNvSpPr txBox="1">
            <a:spLocks noChangeArrowheads="1"/>
          </p:cNvSpPr>
          <p:nvPr/>
        </p:nvSpPr>
        <p:spPr bwMode="auto">
          <a:xfrm>
            <a:off x="755650" y="5573713"/>
            <a:ext cx="3276600" cy="523875"/>
          </a:xfrm>
          <a:prstGeom prst="rect">
            <a:avLst/>
          </a:prstGeom>
          <a:noFill/>
          <a:ln w="9525">
            <a:noFill/>
            <a:miter lim="800000"/>
            <a:headEnd/>
            <a:tailEnd/>
          </a:ln>
        </p:spPr>
        <p:txBody>
          <a:bodyPr>
            <a:spAutoFit/>
          </a:bodyPr>
          <a:lstStyle/>
          <a:p>
            <a:pPr>
              <a:spcBef>
                <a:spcPct val="50000"/>
              </a:spcBef>
            </a:pPr>
            <a:r>
              <a:rPr kumimoji="1" lang="en-US" altLang="zh-CN" sz="2800">
                <a:solidFill>
                  <a:srgbClr val="006699"/>
                </a:solidFill>
                <a:latin typeface="Times New Roman" pitchFamily="18" charset="0"/>
              </a:rPr>
              <a:t>3.  </a:t>
            </a:r>
            <a:r>
              <a:rPr kumimoji="1" lang="zh-CN" altLang="en-US" sz="2800">
                <a:solidFill>
                  <a:srgbClr val="006699"/>
                </a:solidFill>
                <a:latin typeface="Times New Roman" pitchFamily="18" charset="0"/>
              </a:rPr>
              <a:t>参考系＋坐标系</a:t>
            </a:r>
          </a:p>
        </p:txBody>
      </p:sp>
      <p:sp>
        <p:nvSpPr>
          <p:cNvPr id="28678" name="AutoShape 6"/>
          <p:cNvSpPr>
            <a:spLocks noChangeArrowheads="1"/>
          </p:cNvSpPr>
          <p:nvPr/>
        </p:nvSpPr>
        <p:spPr bwMode="auto">
          <a:xfrm>
            <a:off x="3422650" y="2286000"/>
            <a:ext cx="990600" cy="304800"/>
          </a:xfrm>
          <a:prstGeom prst="rightArrow">
            <a:avLst>
              <a:gd name="adj1" fmla="val 50000"/>
              <a:gd name="adj2" fmla="val 81250"/>
            </a:avLst>
          </a:prstGeom>
          <a:solidFill>
            <a:schemeClr val="accent1"/>
          </a:solidFill>
          <a:ln w="9525">
            <a:solidFill>
              <a:schemeClr val="hlink"/>
            </a:solidFill>
            <a:miter lim="800000"/>
            <a:headEnd/>
            <a:tailEnd/>
          </a:ln>
        </p:spPr>
        <p:txBody>
          <a:bodyPr wrap="none" anchor="ctr"/>
          <a:lstStyle/>
          <a:p>
            <a:endParaRPr lang="zh-CN" altLang="en-US" sz="2400">
              <a:latin typeface="Times New Roman" pitchFamily="18" charset="0"/>
            </a:endParaRPr>
          </a:p>
        </p:txBody>
      </p:sp>
      <p:sp>
        <p:nvSpPr>
          <p:cNvPr id="28679" name="Text Box 7"/>
          <p:cNvSpPr txBox="1">
            <a:spLocks noChangeArrowheads="1"/>
          </p:cNvSpPr>
          <p:nvPr/>
        </p:nvSpPr>
        <p:spPr bwMode="auto">
          <a:xfrm>
            <a:off x="5178425" y="1747838"/>
            <a:ext cx="2057400" cy="457200"/>
          </a:xfrm>
          <a:prstGeom prst="rect">
            <a:avLst/>
          </a:prstGeom>
          <a:gradFill rotWithShape="1">
            <a:gsLst>
              <a:gs pos="0">
                <a:srgbClr val="FFFFFF"/>
              </a:gs>
              <a:gs pos="100000">
                <a:srgbClr val="A8EFF6"/>
              </a:gs>
            </a:gsLst>
            <a:path path="shape">
              <a:fillToRect l="50000" t="50000" r="50000" b="50000"/>
            </a:path>
          </a:gradFill>
          <a:ln w="9525">
            <a:noFill/>
            <a:miter lim="800000"/>
            <a:headEnd/>
            <a:tailEnd/>
          </a:ln>
        </p:spPr>
        <p:txBody>
          <a:bodyPr>
            <a:spAutoFit/>
          </a:bodyPr>
          <a:lstStyle/>
          <a:p>
            <a:pPr algn="ctr">
              <a:spcBef>
                <a:spcPct val="50000"/>
              </a:spcBef>
            </a:pPr>
            <a:r>
              <a:rPr kumimoji="1" lang="zh-CN" altLang="en-US" sz="2400">
                <a:solidFill>
                  <a:schemeClr val="accent2"/>
                </a:solidFill>
                <a:latin typeface="Times New Roman" pitchFamily="18" charset="0"/>
              </a:rPr>
              <a:t>经典时空观</a:t>
            </a:r>
          </a:p>
        </p:txBody>
      </p:sp>
      <p:sp>
        <p:nvSpPr>
          <p:cNvPr id="28680" name="Text Box 8"/>
          <p:cNvSpPr txBox="1">
            <a:spLocks noChangeArrowheads="1"/>
          </p:cNvSpPr>
          <p:nvPr/>
        </p:nvSpPr>
        <p:spPr bwMode="auto">
          <a:xfrm>
            <a:off x="5178425" y="2684463"/>
            <a:ext cx="2057400" cy="457200"/>
          </a:xfrm>
          <a:prstGeom prst="rect">
            <a:avLst/>
          </a:prstGeom>
          <a:gradFill rotWithShape="1">
            <a:gsLst>
              <a:gs pos="0">
                <a:srgbClr val="FFFFFF"/>
              </a:gs>
              <a:gs pos="100000">
                <a:srgbClr val="A8EFF6"/>
              </a:gs>
            </a:gsLst>
            <a:path path="shape">
              <a:fillToRect l="50000" t="50000" r="50000" b="50000"/>
            </a:path>
          </a:gradFill>
          <a:ln w="9525">
            <a:noFill/>
            <a:miter lim="800000"/>
            <a:headEnd/>
            <a:tailEnd/>
          </a:ln>
        </p:spPr>
        <p:txBody>
          <a:bodyPr>
            <a:spAutoFit/>
          </a:bodyPr>
          <a:lstStyle/>
          <a:p>
            <a:pPr algn="ctr">
              <a:spcBef>
                <a:spcPct val="50000"/>
              </a:spcBef>
            </a:pPr>
            <a:r>
              <a:rPr kumimoji="1" lang="zh-CN" altLang="en-US" sz="2400">
                <a:solidFill>
                  <a:schemeClr val="accent2"/>
                </a:solidFill>
                <a:latin typeface="Times New Roman" pitchFamily="18" charset="0"/>
              </a:rPr>
              <a:t>相对论时空观</a:t>
            </a:r>
          </a:p>
        </p:txBody>
      </p:sp>
      <p:sp>
        <p:nvSpPr>
          <p:cNvPr id="28681" name="AutoShape 9"/>
          <p:cNvSpPr>
            <a:spLocks noChangeArrowheads="1"/>
          </p:cNvSpPr>
          <p:nvPr/>
        </p:nvSpPr>
        <p:spPr bwMode="auto">
          <a:xfrm>
            <a:off x="3438525" y="4065588"/>
            <a:ext cx="990600" cy="304800"/>
          </a:xfrm>
          <a:prstGeom prst="rightArrow">
            <a:avLst>
              <a:gd name="adj1" fmla="val 50000"/>
              <a:gd name="adj2" fmla="val 81250"/>
            </a:avLst>
          </a:prstGeom>
          <a:solidFill>
            <a:schemeClr val="accent1"/>
          </a:solidFill>
          <a:ln w="9525">
            <a:solidFill>
              <a:schemeClr val="hlink"/>
            </a:solidFill>
            <a:miter lim="800000"/>
            <a:headEnd/>
            <a:tailEnd/>
          </a:ln>
        </p:spPr>
        <p:txBody>
          <a:bodyPr wrap="none" anchor="ctr"/>
          <a:lstStyle/>
          <a:p>
            <a:endParaRPr lang="zh-CN" altLang="en-US" sz="2400">
              <a:latin typeface="Times New Roman" pitchFamily="18" charset="0"/>
            </a:endParaRPr>
          </a:p>
        </p:txBody>
      </p:sp>
      <p:sp>
        <p:nvSpPr>
          <p:cNvPr id="28682" name="Text Box 10"/>
          <p:cNvSpPr txBox="1">
            <a:spLocks noChangeArrowheads="1"/>
          </p:cNvSpPr>
          <p:nvPr/>
        </p:nvSpPr>
        <p:spPr bwMode="auto">
          <a:xfrm>
            <a:off x="5280025" y="3548063"/>
            <a:ext cx="990600" cy="457200"/>
          </a:xfrm>
          <a:prstGeom prst="rect">
            <a:avLst/>
          </a:prstGeom>
          <a:gradFill rotWithShape="1">
            <a:gsLst>
              <a:gs pos="0">
                <a:srgbClr val="FFFFFF"/>
              </a:gs>
              <a:gs pos="100000">
                <a:srgbClr val="A8EFF6"/>
              </a:gs>
            </a:gsLst>
            <a:path path="shape">
              <a:fillToRect l="50000" t="50000" r="50000" b="50000"/>
            </a:path>
          </a:gradFill>
          <a:ln w="9525">
            <a:noFill/>
            <a:miter lim="800000"/>
            <a:headEnd/>
            <a:tailEnd/>
          </a:ln>
        </p:spPr>
        <p:txBody>
          <a:bodyPr>
            <a:spAutoFit/>
          </a:bodyPr>
          <a:lstStyle/>
          <a:p>
            <a:pPr algn="ctr">
              <a:spcBef>
                <a:spcPct val="50000"/>
              </a:spcBef>
            </a:pPr>
            <a:r>
              <a:rPr kumimoji="1" lang="zh-CN" altLang="en-US" sz="2400">
                <a:solidFill>
                  <a:schemeClr val="accent2"/>
                </a:solidFill>
                <a:latin typeface="Times New Roman" pitchFamily="18" charset="0"/>
              </a:rPr>
              <a:t>质点</a:t>
            </a:r>
          </a:p>
        </p:txBody>
      </p:sp>
      <p:sp>
        <p:nvSpPr>
          <p:cNvPr id="28683" name="Text Box 11"/>
          <p:cNvSpPr txBox="1">
            <a:spLocks noChangeArrowheads="1"/>
          </p:cNvSpPr>
          <p:nvPr/>
        </p:nvSpPr>
        <p:spPr bwMode="auto">
          <a:xfrm>
            <a:off x="5267325" y="4437063"/>
            <a:ext cx="1143000" cy="457200"/>
          </a:xfrm>
          <a:prstGeom prst="rect">
            <a:avLst/>
          </a:prstGeom>
          <a:gradFill rotWithShape="1">
            <a:gsLst>
              <a:gs pos="0">
                <a:srgbClr val="FFFFFF"/>
              </a:gs>
              <a:gs pos="100000">
                <a:srgbClr val="A8EFF6"/>
              </a:gs>
            </a:gsLst>
            <a:path path="shape">
              <a:fillToRect l="50000" t="50000" r="50000" b="50000"/>
            </a:path>
          </a:gradFill>
          <a:ln w="9525">
            <a:noFill/>
            <a:miter lim="800000"/>
            <a:headEnd/>
            <a:tailEnd/>
          </a:ln>
        </p:spPr>
        <p:txBody>
          <a:bodyPr>
            <a:spAutoFit/>
          </a:bodyPr>
          <a:lstStyle/>
          <a:p>
            <a:pPr algn="ctr">
              <a:spcBef>
                <a:spcPct val="50000"/>
              </a:spcBef>
            </a:pPr>
            <a:r>
              <a:rPr kumimoji="1" lang="zh-CN" altLang="en-US" sz="2400">
                <a:solidFill>
                  <a:schemeClr val="accent2"/>
                </a:solidFill>
                <a:latin typeface="Times New Roman" pitchFamily="18" charset="0"/>
              </a:rPr>
              <a:t>质点系</a:t>
            </a:r>
          </a:p>
        </p:txBody>
      </p:sp>
      <p:sp>
        <p:nvSpPr>
          <p:cNvPr id="28684" name="Text Box 12"/>
          <p:cNvSpPr txBox="1">
            <a:spLocks noChangeArrowheads="1"/>
          </p:cNvSpPr>
          <p:nvPr/>
        </p:nvSpPr>
        <p:spPr bwMode="auto">
          <a:xfrm>
            <a:off x="6858000" y="4005263"/>
            <a:ext cx="1809750" cy="457200"/>
          </a:xfrm>
          <a:prstGeom prst="rect">
            <a:avLst/>
          </a:prstGeom>
          <a:noFill/>
          <a:ln w="9525">
            <a:noFill/>
            <a:miter lim="800000"/>
            <a:headEnd/>
            <a:tailEnd/>
          </a:ln>
        </p:spPr>
        <p:txBody>
          <a:bodyPr>
            <a:spAutoFit/>
          </a:bodyPr>
          <a:lstStyle/>
          <a:p>
            <a:pPr>
              <a:spcBef>
                <a:spcPct val="50000"/>
              </a:spcBef>
            </a:pPr>
            <a:r>
              <a:rPr kumimoji="1" lang="zh-CN" altLang="en-US" sz="2400">
                <a:solidFill>
                  <a:schemeClr val="accent2"/>
                </a:solidFill>
                <a:latin typeface="Times New Roman" pitchFamily="18" charset="0"/>
              </a:rPr>
              <a:t>非刚体系</a:t>
            </a:r>
          </a:p>
        </p:txBody>
      </p:sp>
      <p:sp>
        <p:nvSpPr>
          <p:cNvPr id="28685" name="Text Box 13"/>
          <p:cNvSpPr txBox="1">
            <a:spLocks noChangeArrowheads="1"/>
          </p:cNvSpPr>
          <p:nvPr/>
        </p:nvSpPr>
        <p:spPr bwMode="auto">
          <a:xfrm>
            <a:off x="6858000" y="4916488"/>
            <a:ext cx="1066800" cy="457200"/>
          </a:xfrm>
          <a:prstGeom prst="rect">
            <a:avLst/>
          </a:prstGeom>
          <a:noFill/>
          <a:ln w="9525">
            <a:noFill/>
            <a:miter lim="800000"/>
            <a:headEnd/>
            <a:tailEnd/>
          </a:ln>
        </p:spPr>
        <p:txBody>
          <a:bodyPr>
            <a:spAutoFit/>
          </a:bodyPr>
          <a:lstStyle/>
          <a:p>
            <a:pPr>
              <a:spcBef>
                <a:spcPct val="50000"/>
              </a:spcBef>
            </a:pPr>
            <a:r>
              <a:rPr kumimoji="1" lang="zh-CN" altLang="en-US" sz="2400">
                <a:solidFill>
                  <a:schemeClr val="accent2"/>
                </a:solidFill>
                <a:latin typeface="Times New Roman" pitchFamily="18" charset="0"/>
              </a:rPr>
              <a:t>刚体</a:t>
            </a:r>
          </a:p>
        </p:txBody>
      </p:sp>
      <p:sp>
        <p:nvSpPr>
          <p:cNvPr id="28686" name="AutoShape 14"/>
          <p:cNvSpPr>
            <a:spLocks/>
          </p:cNvSpPr>
          <p:nvPr/>
        </p:nvSpPr>
        <p:spPr bwMode="auto">
          <a:xfrm>
            <a:off x="6553200" y="4227513"/>
            <a:ext cx="304800" cy="914400"/>
          </a:xfrm>
          <a:prstGeom prst="leftBrace">
            <a:avLst>
              <a:gd name="adj1" fmla="val 25000"/>
              <a:gd name="adj2" fmla="val 50000"/>
            </a:avLst>
          </a:prstGeom>
          <a:noFill/>
          <a:ln w="38100">
            <a:solidFill>
              <a:srgbClr val="000099"/>
            </a:solidFill>
            <a:round/>
            <a:headEnd/>
            <a:tailEnd/>
          </a:ln>
        </p:spPr>
        <p:txBody>
          <a:bodyPr wrap="none" anchor="ctr"/>
          <a:lstStyle/>
          <a:p>
            <a:endParaRPr lang="zh-CN" altLang="en-US" sz="2400">
              <a:latin typeface="Times New Roman" pitchFamily="18" charset="0"/>
            </a:endParaRPr>
          </a:p>
        </p:txBody>
      </p:sp>
      <p:sp>
        <p:nvSpPr>
          <p:cNvPr id="28687" name="AutoShape 15"/>
          <p:cNvSpPr>
            <a:spLocks/>
          </p:cNvSpPr>
          <p:nvPr/>
        </p:nvSpPr>
        <p:spPr bwMode="auto">
          <a:xfrm>
            <a:off x="4786313" y="3792538"/>
            <a:ext cx="304800" cy="914400"/>
          </a:xfrm>
          <a:prstGeom prst="leftBrace">
            <a:avLst>
              <a:gd name="adj1" fmla="val 25000"/>
              <a:gd name="adj2" fmla="val 50000"/>
            </a:avLst>
          </a:prstGeom>
          <a:noFill/>
          <a:ln w="38100">
            <a:solidFill>
              <a:srgbClr val="000099"/>
            </a:solidFill>
            <a:round/>
            <a:headEnd/>
            <a:tailEnd/>
          </a:ln>
        </p:spPr>
        <p:txBody>
          <a:bodyPr wrap="none" anchor="ctr"/>
          <a:lstStyle/>
          <a:p>
            <a:endParaRPr lang="zh-CN" altLang="en-US" sz="2400">
              <a:latin typeface="Times New Roman" pitchFamily="18" charset="0"/>
            </a:endParaRPr>
          </a:p>
        </p:txBody>
      </p:sp>
      <p:sp>
        <p:nvSpPr>
          <p:cNvPr id="28688" name="AutoShape 16"/>
          <p:cNvSpPr>
            <a:spLocks/>
          </p:cNvSpPr>
          <p:nvPr/>
        </p:nvSpPr>
        <p:spPr bwMode="auto">
          <a:xfrm>
            <a:off x="4745038" y="1989138"/>
            <a:ext cx="304800" cy="914400"/>
          </a:xfrm>
          <a:prstGeom prst="leftBrace">
            <a:avLst>
              <a:gd name="adj1" fmla="val 25000"/>
              <a:gd name="adj2" fmla="val 50000"/>
            </a:avLst>
          </a:prstGeom>
          <a:noFill/>
          <a:ln w="38100">
            <a:solidFill>
              <a:srgbClr val="000099"/>
            </a:solidFill>
            <a:round/>
            <a:headEnd/>
            <a:tailEnd/>
          </a:ln>
        </p:spPr>
        <p:txBody>
          <a:bodyPr wrap="none" anchor="ctr"/>
          <a:lstStyle/>
          <a:p>
            <a:endParaRPr lang="zh-CN" altLang="en-US" sz="2400">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8674"/>
                                        </p:tgtEl>
                                        <p:attrNameLst>
                                          <p:attrName>style.visibility</p:attrName>
                                        </p:attrNameLst>
                                      </p:cBhvr>
                                      <p:to>
                                        <p:strVal val="visible"/>
                                      </p:to>
                                    </p:set>
                                    <p:animEffect transition="in" filter="wipe(left)">
                                      <p:cBhvr>
                                        <p:cTn id="7" dur="1000"/>
                                        <p:tgtEl>
                                          <p:spTgt spid="286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675"/>
                                        </p:tgtEl>
                                        <p:attrNameLst>
                                          <p:attrName>style.visibility</p:attrName>
                                        </p:attrNameLst>
                                      </p:cBhvr>
                                      <p:to>
                                        <p:strVal val="visible"/>
                                      </p:to>
                                    </p:set>
                                    <p:animEffect transition="in" filter="wipe(left)">
                                      <p:cBhvr>
                                        <p:cTn id="12" dur="1000"/>
                                        <p:tgtEl>
                                          <p:spTgt spid="2867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678"/>
                                        </p:tgtEl>
                                        <p:attrNameLst>
                                          <p:attrName>style.visibility</p:attrName>
                                        </p:attrNameLst>
                                      </p:cBhvr>
                                      <p:to>
                                        <p:strVal val="visible"/>
                                      </p:to>
                                    </p:set>
                                    <p:animEffect transition="in" filter="wipe(left)">
                                      <p:cBhvr>
                                        <p:cTn id="17" dur="1000"/>
                                        <p:tgtEl>
                                          <p:spTgt spid="2867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8688"/>
                                        </p:tgtEl>
                                        <p:attrNameLst>
                                          <p:attrName>style.visibility</p:attrName>
                                        </p:attrNameLst>
                                      </p:cBhvr>
                                      <p:to>
                                        <p:strVal val="visible"/>
                                      </p:to>
                                    </p:set>
                                    <p:animEffect transition="in" filter="wipe(left)">
                                      <p:cBhvr>
                                        <p:cTn id="22" dur="1000"/>
                                        <p:tgtEl>
                                          <p:spTgt spid="2868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8679"/>
                                        </p:tgtEl>
                                        <p:attrNameLst>
                                          <p:attrName>style.visibility</p:attrName>
                                        </p:attrNameLst>
                                      </p:cBhvr>
                                      <p:to>
                                        <p:strVal val="visible"/>
                                      </p:to>
                                    </p:set>
                                    <p:animEffect transition="in" filter="wipe(left)">
                                      <p:cBhvr>
                                        <p:cTn id="27" dur="1000"/>
                                        <p:tgtEl>
                                          <p:spTgt spid="2867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8680"/>
                                        </p:tgtEl>
                                        <p:attrNameLst>
                                          <p:attrName>style.visibility</p:attrName>
                                        </p:attrNameLst>
                                      </p:cBhvr>
                                      <p:to>
                                        <p:strVal val="visible"/>
                                      </p:to>
                                    </p:set>
                                    <p:animEffect transition="in" filter="wipe(left)">
                                      <p:cBhvr>
                                        <p:cTn id="32" dur="1000"/>
                                        <p:tgtEl>
                                          <p:spTgt spid="2868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8676"/>
                                        </p:tgtEl>
                                        <p:attrNameLst>
                                          <p:attrName>style.visibility</p:attrName>
                                        </p:attrNameLst>
                                      </p:cBhvr>
                                      <p:to>
                                        <p:strVal val="visible"/>
                                      </p:to>
                                    </p:set>
                                    <p:animEffect transition="in" filter="wipe(left)">
                                      <p:cBhvr>
                                        <p:cTn id="37" dur="1000"/>
                                        <p:tgtEl>
                                          <p:spTgt spid="2867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8681"/>
                                        </p:tgtEl>
                                        <p:attrNameLst>
                                          <p:attrName>style.visibility</p:attrName>
                                        </p:attrNameLst>
                                      </p:cBhvr>
                                      <p:to>
                                        <p:strVal val="visible"/>
                                      </p:to>
                                    </p:set>
                                    <p:animEffect transition="in" filter="wipe(left)">
                                      <p:cBhvr>
                                        <p:cTn id="42" dur="1000"/>
                                        <p:tgtEl>
                                          <p:spTgt spid="2868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8687"/>
                                        </p:tgtEl>
                                        <p:attrNameLst>
                                          <p:attrName>style.visibility</p:attrName>
                                        </p:attrNameLst>
                                      </p:cBhvr>
                                      <p:to>
                                        <p:strVal val="visible"/>
                                      </p:to>
                                    </p:set>
                                    <p:animEffect transition="in" filter="wipe(left)">
                                      <p:cBhvr>
                                        <p:cTn id="47" dur="1000"/>
                                        <p:tgtEl>
                                          <p:spTgt spid="2868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8682"/>
                                        </p:tgtEl>
                                        <p:attrNameLst>
                                          <p:attrName>style.visibility</p:attrName>
                                        </p:attrNameLst>
                                      </p:cBhvr>
                                      <p:to>
                                        <p:strVal val="visible"/>
                                      </p:to>
                                    </p:set>
                                    <p:animEffect transition="in" filter="wipe(left)">
                                      <p:cBhvr>
                                        <p:cTn id="52" dur="1000"/>
                                        <p:tgtEl>
                                          <p:spTgt spid="2868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8683"/>
                                        </p:tgtEl>
                                        <p:attrNameLst>
                                          <p:attrName>style.visibility</p:attrName>
                                        </p:attrNameLst>
                                      </p:cBhvr>
                                      <p:to>
                                        <p:strVal val="visible"/>
                                      </p:to>
                                    </p:set>
                                    <p:animEffect transition="in" filter="wipe(left)">
                                      <p:cBhvr>
                                        <p:cTn id="57" dur="1000"/>
                                        <p:tgtEl>
                                          <p:spTgt spid="2868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8686"/>
                                        </p:tgtEl>
                                        <p:attrNameLst>
                                          <p:attrName>style.visibility</p:attrName>
                                        </p:attrNameLst>
                                      </p:cBhvr>
                                      <p:to>
                                        <p:strVal val="visible"/>
                                      </p:to>
                                    </p:set>
                                    <p:animEffect transition="in" filter="wipe(left)">
                                      <p:cBhvr>
                                        <p:cTn id="62" dur="1000"/>
                                        <p:tgtEl>
                                          <p:spTgt spid="2868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8684"/>
                                        </p:tgtEl>
                                        <p:attrNameLst>
                                          <p:attrName>style.visibility</p:attrName>
                                        </p:attrNameLst>
                                      </p:cBhvr>
                                      <p:to>
                                        <p:strVal val="visible"/>
                                      </p:to>
                                    </p:set>
                                    <p:animEffect transition="in" filter="wipe(left)">
                                      <p:cBhvr>
                                        <p:cTn id="67" dur="1000"/>
                                        <p:tgtEl>
                                          <p:spTgt spid="2868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8685"/>
                                        </p:tgtEl>
                                        <p:attrNameLst>
                                          <p:attrName>style.visibility</p:attrName>
                                        </p:attrNameLst>
                                      </p:cBhvr>
                                      <p:to>
                                        <p:strVal val="visible"/>
                                      </p:to>
                                    </p:set>
                                    <p:animEffect transition="in" filter="wipe(left)">
                                      <p:cBhvr>
                                        <p:cTn id="72" dur="1000"/>
                                        <p:tgtEl>
                                          <p:spTgt spid="2868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8677"/>
                                        </p:tgtEl>
                                        <p:attrNameLst>
                                          <p:attrName>style.visibility</p:attrName>
                                        </p:attrNameLst>
                                      </p:cBhvr>
                                      <p:to>
                                        <p:strVal val="visible"/>
                                      </p:to>
                                    </p:set>
                                    <p:animEffect transition="in" filter="wipe(left)">
                                      <p:cBhvr>
                                        <p:cTn id="77" dur="1000"/>
                                        <p:tgtEl>
                                          <p:spTgt spid="286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animBg="1" autoUpdateAnimBg="0"/>
      <p:bldP spid="28675" grpId="0" autoUpdateAnimBg="0"/>
      <p:bldP spid="28676" grpId="0" autoUpdateAnimBg="0"/>
      <p:bldP spid="28677" grpId="0" autoUpdateAnimBg="0"/>
      <p:bldP spid="28678" grpId="0" animBg="1"/>
      <p:bldP spid="28679" grpId="0" animBg="1" autoUpdateAnimBg="0"/>
      <p:bldP spid="28680" grpId="0" animBg="1" autoUpdateAnimBg="0"/>
      <p:bldP spid="28681" grpId="0" animBg="1"/>
      <p:bldP spid="28682" grpId="0" animBg="1" autoUpdateAnimBg="0"/>
      <p:bldP spid="28683" grpId="0" animBg="1" autoUpdateAnimBg="0"/>
      <p:bldP spid="28684" grpId="0" autoUpdateAnimBg="0"/>
      <p:bldP spid="28685" grpId="0" autoUpdateAnimBg="0"/>
      <p:bldP spid="28686" grpId="0" animBg="1"/>
      <p:bldP spid="28687" grpId="0" animBg="1"/>
      <p:bldP spid="2868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755650" y="977900"/>
            <a:ext cx="1879600" cy="579438"/>
          </a:xfrm>
          <a:prstGeom prst="rect">
            <a:avLst/>
          </a:prstGeom>
          <a:gradFill rotWithShape="1">
            <a:gsLst>
              <a:gs pos="0">
                <a:srgbClr val="FFFFFF"/>
              </a:gs>
              <a:gs pos="100000">
                <a:srgbClr val="A8EFF6"/>
              </a:gs>
            </a:gsLst>
            <a:path path="shape">
              <a:fillToRect l="50000" t="50000" r="50000" b="50000"/>
            </a:path>
          </a:gradFill>
          <a:ln w="9525">
            <a:noFill/>
            <a:miter lim="800000"/>
            <a:headEnd/>
            <a:tailEnd/>
          </a:ln>
        </p:spPr>
        <p:txBody>
          <a:bodyPr>
            <a:spAutoFit/>
          </a:bodyPr>
          <a:lstStyle/>
          <a:p>
            <a:pPr>
              <a:spcBef>
                <a:spcPct val="50000"/>
              </a:spcBef>
            </a:pPr>
            <a:r>
              <a:rPr kumimoji="1" lang="zh-CN" altLang="en-US" sz="3200">
                <a:solidFill>
                  <a:srgbClr val="0000CC"/>
                </a:solidFill>
                <a:ea typeface="黑体" pitchFamily="49" charset="-122"/>
              </a:rPr>
              <a:t>描述方法</a:t>
            </a:r>
          </a:p>
        </p:txBody>
      </p:sp>
      <p:sp>
        <p:nvSpPr>
          <p:cNvPr id="29699" name="Text Box 3"/>
          <p:cNvSpPr txBox="1">
            <a:spLocks noChangeArrowheads="1"/>
          </p:cNvSpPr>
          <p:nvPr/>
        </p:nvSpPr>
        <p:spPr bwMode="auto">
          <a:xfrm>
            <a:off x="1524000" y="2617788"/>
            <a:ext cx="2362200" cy="954087"/>
          </a:xfrm>
          <a:prstGeom prst="rect">
            <a:avLst/>
          </a:prstGeom>
          <a:noFill/>
          <a:ln w="9525">
            <a:noFill/>
            <a:miter lim="800000"/>
            <a:headEnd/>
            <a:tailEnd/>
          </a:ln>
        </p:spPr>
        <p:txBody>
          <a:bodyPr>
            <a:spAutoFit/>
          </a:bodyPr>
          <a:lstStyle/>
          <a:p>
            <a:pPr>
              <a:spcBef>
                <a:spcPct val="50000"/>
              </a:spcBef>
            </a:pPr>
            <a:r>
              <a:rPr kumimoji="1" lang="zh-CN" altLang="en-US" sz="2800">
                <a:solidFill>
                  <a:schemeClr val="tx2"/>
                </a:solidFill>
                <a:latin typeface="Times New Roman" pitchFamily="18" charset="0"/>
              </a:rPr>
              <a:t>反映运动性质的物理量</a:t>
            </a:r>
          </a:p>
        </p:txBody>
      </p:sp>
      <p:sp>
        <p:nvSpPr>
          <p:cNvPr id="29700" name="Text Box 4"/>
          <p:cNvSpPr txBox="1">
            <a:spLocks noChangeArrowheads="1"/>
          </p:cNvSpPr>
          <p:nvPr/>
        </p:nvSpPr>
        <p:spPr bwMode="auto">
          <a:xfrm>
            <a:off x="684213" y="4854575"/>
            <a:ext cx="4368800" cy="523875"/>
          </a:xfrm>
          <a:prstGeom prst="rect">
            <a:avLst/>
          </a:prstGeom>
          <a:noFill/>
          <a:ln w="9525">
            <a:noFill/>
            <a:miter lim="800000"/>
            <a:headEnd/>
            <a:tailEnd/>
          </a:ln>
        </p:spPr>
        <p:txBody>
          <a:bodyPr>
            <a:spAutoFit/>
          </a:bodyPr>
          <a:lstStyle/>
          <a:p>
            <a:pPr>
              <a:spcBef>
                <a:spcPct val="50000"/>
              </a:spcBef>
            </a:pPr>
            <a:r>
              <a:rPr kumimoji="1" lang="zh-CN" altLang="en-US" sz="2800">
                <a:solidFill>
                  <a:schemeClr val="tx2"/>
                </a:solidFill>
                <a:latin typeface="Times New Roman" pitchFamily="18" charset="0"/>
              </a:rPr>
              <a:t>  运动方程＋运动曲线</a:t>
            </a:r>
          </a:p>
        </p:txBody>
      </p:sp>
      <p:sp>
        <p:nvSpPr>
          <p:cNvPr id="29701" name="AutoShape 5"/>
          <p:cNvSpPr>
            <a:spLocks noChangeArrowheads="1"/>
          </p:cNvSpPr>
          <p:nvPr/>
        </p:nvSpPr>
        <p:spPr bwMode="auto">
          <a:xfrm>
            <a:off x="4086225" y="2879725"/>
            <a:ext cx="990600" cy="304800"/>
          </a:xfrm>
          <a:prstGeom prst="rightArrow">
            <a:avLst>
              <a:gd name="adj1" fmla="val 50000"/>
              <a:gd name="adj2" fmla="val 81250"/>
            </a:avLst>
          </a:prstGeom>
          <a:solidFill>
            <a:schemeClr val="accent1"/>
          </a:solidFill>
          <a:ln w="9525">
            <a:solidFill>
              <a:schemeClr val="hlink"/>
            </a:solidFill>
            <a:miter lim="800000"/>
            <a:headEnd/>
            <a:tailEnd/>
          </a:ln>
        </p:spPr>
        <p:txBody>
          <a:bodyPr wrap="none" anchor="ctr"/>
          <a:lstStyle/>
          <a:p>
            <a:endParaRPr lang="zh-CN" altLang="en-US" sz="2400">
              <a:latin typeface="Times New Roman" pitchFamily="18" charset="0"/>
            </a:endParaRPr>
          </a:p>
        </p:txBody>
      </p:sp>
      <p:sp>
        <p:nvSpPr>
          <p:cNvPr id="29702" name="Text Box 6"/>
          <p:cNvSpPr txBox="1">
            <a:spLocks noChangeArrowheads="1"/>
          </p:cNvSpPr>
          <p:nvPr/>
        </p:nvSpPr>
        <p:spPr bwMode="auto">
          <a:xfrm>
            <a:off x="5867400" y="1846263"/>
            <a:ext cx="920750" cy="457200"/>
          </a:xfrm>
          <a:prstGeom prst="rect">
            <a:avLst/>
          </a:prstGeom>
          <a:gradFill rotWithShape="1">
            <a:gsLst>
              <a:gs pos="0">
                <a:srgbClr val="FFFFFF"/>
              </a:gs>
              <a:gs pos="100000">
                <a:srgbClr val="A8EFF6"/>
              </a:gs>
            </a:gsLst>
            <a:path path="shape">
              <a:fillToRect l="50000" t="50000" r="50000" b="50000"/>
            </a:path>
          </a:gradFill>
          <a:ln w="9525">
            <a:noFill/>
            <a:miter lim="800000"/>
            <a:headEnd/>
            <a:tailEnd/>
          </a:ln>
        </p:spPr>
        <p:txBody>
          <a:bodyPr>
            <a:spAutoFit/>
          </a:bodyPr>
          <a:lstStyle/>
          <a:p>
            <a:pPr>
              <a:spcBef>
                <a:spcPct val="50000"/>
              </a:spcBef>
            </a:pPr>
            <a:r>
              <a:rPr kumimoji="1" lang="zh-CN" altLang="en-US" sz="2400">
                <a:solidFill>
                  <a:schemeClr val="accent2"/>
                </a:solidFill>
                <a:latin typeface="Times New Roman" pitchFamily="18" charset="0"/>
              </a:rPr>
              <a:t>坐标</a:t>
            </a:r>
          </a:p>
        </p:txBody>
      </p:sp>
      <p:sp>
        <p:nvSpPr>
          <p:cNvPr id="29703" name="Text Box 7"/>
          <p:cNvSpPr txBox="1">
            <a:spLocks noChangeArrowheads="1"/>
          </p:cNvSpPr>
          <p:nvPr/>
        </p:nvSpPr>
        <p:spPr bwMode="auto">
          <a:xfrm>
            <a:off x="5880100" y="2786063"/>
            <a:ext cx="923925" cy="457200"/>
          </a:xfrm>
          <a:prstGeom prst="rect">
            <a:avLst/>
          </a:prstGeom>
          <a:gradFill rotWithShape="1">
            <a:gsLst>
              <a:gs pos="0">
                <a:srgbClr val="FFFFFF"/>
              </a:gs>
              <a:gs pos="100000">
                <a:srgbClr val="A8EFF6"/>
              </a:gs>
            </a:gsLst>
            <a:path path="shape">
              <a:fillToRect l="50000" t="50000" r="50000" b="50000"/>
            </a:path>
          </a:gradFill>
          <a:ln w="9525">
            <a:noFill/>
            <a:miter lim="800000"/>
            <a:headEnd/>
            <a:tailEnd/>
          </a:ln>
        </p:spPr>
        <p:txBody>
          <a:bodyPr>
            <a:spAutoFit/>
          </a:bodyPr>
          <a:lstStyle/>
          <a:p>
            <a:pPr>
              <a:spcBef>
                <a:spcPct val="50000"/>
              </a:spcBef>
            </a:pPr>
            <a:r>
              <a:rPr kumimoji="1" lang="zh-CN" altLang="en-US" sz="2400">
                <a:solidFill>
                  <a:schemeClr val="accent2"/>
                </a:solidFill>
                <a:latin typeface="Times New Roman" pitchFamily="18" charset="0"/>
              </a:rPr>
              <a:t>速度</a:t>
            </a:r>
          </a:p>
        </p:txBody>
      </p:sp>
      <p:sp>
        <p:nvSpPr>
          <p:cNvPr id="29704" name="AutoShape 8"/>
          <p:cNvSpPr>
            <a:spLocks noChangeArrowheads="1"/>
          </p:cNvSpPr>
          <p:nvPr/>
        </p:nvSpPr>
        <p:spPr bwMode="auto">
          <a:xfrm rot="5390026">
            <a:off x="2284413" y="4078288"/>
            <a:ext cx="990600" cy="304800"/>
          </a:xfrm>
          <a:prstGeom prst="rightArrow">
            <a:avLst>
              <a:gd name="adj1" fmla="val 50000"/>
              <a:gd name="adj2" fmla="val 81250"/>
            </a:avLst>
          </a:prstGeom>
          <a:solidFill>
            <a:schemeClr val="accent1"/>
          </a:solidFill>
          <a:ln w="9525">
            <a:solidFill>
              <a:schemeClr val="hlink"/>
            </a:solidFill>
            <a:miter lim="800000"/>
            <a:headEnd/>
            <a:tailEnd/>
          </a:ln>
        </p:spPr>
        <p:txBody>
          <a:bodyPr wrap="none" anchor="ctr"/>
          <a:lstStyle/>
          <a:p>
            <a:endParaRPr lang="zh-CN" altLang="en-US" sz="2400">
              <a:latin typeface="Times New Roman" pitchFamily="18" charset="0"/>
            </a:endParaRPr>
          </a:p>
        </p:txBody>
      </p:sp>
      <p:sp>
        <p:nvSpPr>
          <p:cNvPr id="29705" name="Text Box 9"/>
          <p:cNvSpPr txBox="1">
            <a:spLocks noChangeArrowheads="1"/>
          </p:cNvSpPr>
          <p:nvPr/>
        </p:nvSpPr>
        <p:spPr bwMode="auto">
          <a:xfrm>
            <a:off x="5867400" y="3717925"/>
            <a:ext cx="1143000" cy="457200"/>
          </a:xfrm>
          <a:prstGeom prst="rect">
            <a:avLst/>
          </a:prstGeom>
          <a:gradFill rotWithShape="1">
            <a:gsLst>
              <a:gs pos="0">
                <a:srgbClr val="FFFFFF"/>
              </a:gs>
              <a:gs pos="100000">
                <a:srgbClr val="A8EFF6"/>
              </a:gs>
            </a:gsLst>
            <a:path path="shape">
              <a:fillToRect l="50000" t="50000" r="50000" b="50000"/>
            </a:path>
          </a:gradFill>
          <a:ln w="9525">
            <a:noFill/>
            <a:miter lim="800000"/>
            <a:headEnd/>
            <a:tailEnd/>
          </a:ln>
        </p:spPr>
        <p:txBody>
          <a:bodyPr>
            <a:spAutoFit/>
          </a:bodyPr>
          <a:lstStyle/>
          <a:p>
            <a:pPr>
              <a:spcBef>
                <a:spcPct val="50000"/>
              </a:spcBef>
            </a:pPr>
            <a:r>
              <a:rPr kumimoji="1" lang="zh-CN" altLang="en-US" sz="2400">
                <a:solidFill>
                  <a:schemeClr val="accent2"/>
                </a:solidFill>
                <a:latin typeface="Times New Roman" pitchFamily="18" charset="0"/>
              </a:rPr>
              <a:t>加速度</a:t>
            </a:r>
          </a:p>
        </p:txBody>
      </p:sp>
      <p:sp>
        <p:nvSpPr>
          <p:cNvPr id="29706" name="AutoShape 10"/>
          <p:cNvSpPr>
            <a:spLocks/>
          </p:cNvSpPr>
          <p:nvPr/>
        </p:nvSpPr>
        <p:spPr bwMode="auto">
          <a:xfrm>
            <a:off x="5275263" y="2062163"/>
            <a:ext cx="304800" cy="1947862"/>
          </a:xfrm>
          <a:prstGeom prst="leftBrace">
            <a:avLst>
              <a:gd name="adj1" fmla="val 53255"/>
              <a:gd name="adj2" fmla="val 50000"/>
            </a:avLst>
          </a:prstGeom>
          <a:noFill/>
          <a:ln w="38100">
            <a:solidFill>
              <a:srgbClr val="0000FF"/>
            </a:solidFill>
            <a:round/>
            <a:headEnd/>
            <a:tailEnd/>
          </a:ln>
        </p:spPr>
        <p:txBody>
          <a:bodyPr wrap="none" anchor="ctr"/>
          <a:lstStyle/>
          <a:p>
            <a:endParaRPr lang="zh-CN" altLang="en-US" sz="2400">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698"/>
                                        </p:tgtEl>
                                        <p:attrNameLst>
                                          <p:attrName>style.visibility</p:attrName>
                                        </p:attrNameLst>
                                      </p:cBhvr>
                                      <p:to>
                                        <p:strVal val="visible"/>
                                      </p:to>
                                    </p:set>
                                    <p:animEffect transition="in" filter="wipe(left)">
                                      <p:cBhvr>
                                        <p:cTn id="7" dur="1000"/>
                                        <p:tgtEl>
                                          <p:spTgt spid="2969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699"/>
                                        </p:tgtEl>
                                        <p:attrNameLst>
                                          <p:attrName>style.visibility</p:attrName>
                                        </p:attrNameLst>
                                      </p:cBhvr>
                                      <p:to>
                                        <p:strVal val="visible"/>
                                      </p:to>
                                    </p:set>
                                    <p:animEffect transition="in" filter="wipe(left)">
                                      <p:cBhvr>
                                        <p:cTn id="12" dur="1000"/>
                                        <p:tgtEl>
                                          <p:spTgt spid="2969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701"/>
                                        </p:tgtEl>
                                        <p:attrNameLst>
                                          <p:attrName>style.visibility</p:attrName>
                                        </p:attrNameLst>
                                      </p:cBhvr>
                                      <p:to>
                                        <p:strVal val="visible"/>
                                      </p:to>
                                    </p:set>
                                    <p:animEffect transition="in" filter="wipe(left)">
                                      <p:cBhvr>
                                        <p:cTn id="17" dur="1000"/>
                                        <p:tgtEl>
                                          <p:spTgt spid="2970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706"/>
                                        </p:tgtEl>
                                        <p:attrNameLst>
                                          <p:attrName>style.visibility</p:attrName>
                                        </p:attrNameLst>
                                      </p:cBhvr>
                                      <p:to>
                                        <p:strVal val="visible"/>
                                      </p:to>
                                    </p:set>
                                    <p:animEffect transition="in" filter="wipe(left)">
                                      <p:cBhvr>
                                        <p:cTn id="22" dur="1000"/>
                                        <p:tgtEl>
                                          <p:spTgt spid="2970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9702"/>
                                        </p:tgtEl>
                                        <p:attrNameLst>
                                          <p:attrName>style.visibility</p:attrName>
                                        </p:attrNameLst>
                                      </p:cBhvr>
                                      <p:to>
                                        <p:strVal val="visible"/>
                                      </p:to>
                                    </p:set>
                                    <p:animEffect transition="in" filter="wipe(left)">
                                      <p:cBhvr>
                                        <p:cTn id="27" dur="1000"/>
                                        <p:tgtEl>
                                          <p:spTgt spid="2970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9703"/>
                                        </p:tgtEl>
                                        <p:attrNameLst>
                                          <p:attrName>style.visibility</p:attrName>
                                        </p:attrNameLst>
                                      </p:cBhvr>
                                      <p:to>
                                        <p:strVal val="visible"/>
                                      </p:to>
                                    </p:set>
                                    <p:animEffect transition="in" filter="wipe(left)">
                                      <p:cBhvr>
                                        <p:cTn id="32" dur="1000"/>
                                        <p:tgtEl>
                                          <p:spTgt spid="2970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9705"/>
                                        </p:tgtEl>
                                        <p:attrNameLst>
                                          <p:attrName>style.visibility</p:attrName>
                                        </p:attrNameLst>
                                      </p:cBhvr>
                                      <p:to>
                                        <p:strVal val="visible"/>
                                      </p:to>
                                    </p:set>
                                    <p:animEffect transition="in" filter="wipe(left)">
                                      <p:cBhvr>
                                        <p:cTn id="37" dur="1000"/>
                                        <p:tgtEl>
                                          <p:spTgt spid="2970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29704"/>
                                        </p:tgtEl>
                                        <p:attrNameLst>
                                          <p:attrName>style.visibility</p:attrName>
                                        </p:attrNameLst>
                                      </p:cBhvr>
                                      <p:to>
                                        <p:strVal val="visible"/>
                                      </p:to>
                                    </p:set>
                                    <p:animEffect transition="in" filter="wipe(up)">
                                      <p:cBhvr>
                                        <p:cTn id="42" dur="1000"/>
                                        <p:tgtEl>
                                          <p:spTgt spid="2970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9700"/>
                                        </p:tgtEl>
                                        <p:attrNameLst>
                                          <p:attrName>style.visibility</p:attrName>
                                        </p:attrNameLst>
                                      </p:cBhvr>
                                      <p:to>
                                        <p:strVal val="visible"/>
                                      </p:to>
                                    </p:set>
                                    <p:animEffect transition="in" filter="wipe(left)">
                                      <p:cBhvr>
                                        <p:cTn id="47" dur="1000"/>
                                        <p:tgtEl>
                                          <p:spTgt spid="29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animBg="1" autoUpdateAnimBg="0"/>
      <p:bldP spid="29699" grpId="0" autoUpdateAnimBg="0"/>
      <p:bldP spid="29700" grpId="0" autoUpdateAnimBg="0"/>
      <p:bldP spid="29701" grpId="0" animBg="1"/>
      <p:bldP spid="29702" grpId="0" animBg="1" autoUpdateAnimBg="0"/>
      <p:bldP spid="29703" grpId="0" animBg="1" autoUpdateAnimBg="0"/>
      <p:bldP spid="29704" grpId="0" animBg="1"/>
      <p:bldP spid="29705" grpId="0" animBg="1" autoUpdateAnimBg="0"/>
      <p:bldP spid="2970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Text Box 5"/>
          <p:cNvSpPr txBox="1">
            <a:spLocks noChangeArrowheads="1"/>
          </p:cNvSpPr>
          <p:nvPr/>
        </p:nvSpPr>
        <p:spPr bwMode="auto">
          <a:xfrm>
            <a:off x="395288" y="1541463"/>
            <a:ext cx="5105400" cy="519112"/>
          </a:xfrm>
          <a:prstGeom prst="rect">
            <a:avLst/>
          </a:prstGeom>
          <a:noFill/>
          <a:ln w="9525">
            <a:noFill/>
            <a:miter lim="800000"/>
            <a:headEnd/>
            <a:tailEnd/>
          </a:ln>
        </p:spPr>
        <p:txBody>
          <a:bodyPr>
            <a:spAutoFit/>
          </a:bodyPr>
          <a:lstStyle/>
          <a:p>
            <a:pPr>
              <a:spcBef>
                <a:spcPct val="50000"/>
              </a:spcBef>
            </a:pPr>
            <a:r>
              <a:rPr kumimoji="1" lang="zh-CN" altLang="en-US" sz="2800">
                <a:solidFill>
                  <a:srgbClr val="0000CC"/>
                </a:solidFill>
                <a:latin typeface="Times New Roman" pitchFamily="18" charset="0"/>
              </a:rPr>
              <a:t>本章内容：</a:t>
            </a:r>
          </a:p>
        </p:txBody>
      </p:sp>
      <p:sp>
        <p:nvSpPr>
          <p:cNvPr id="4102" name="Text Box 6">
            <a:hlinkClick r:id="rId2" action="ppaction://hlinksldjump"/>
          </p:cNvPr>
          <p:cNvSpPr txBox="1">
            <a:spLocks noChangeArrowheads="1"/>
          </p:cNvSpPr>
          <p:nvPr/>
        </p:nvSpPr>
        <p:spPr bwMode="auto">
          <a:xfrm>
            <a:off x="1258888" y="2205038"/>
            <a:ext cx="5105400" cy="457200"/>
          </a:xfrm>
          <a:prstGeom prst="rect">
            <a:avLst/>
          </a:prstGeom>
          <a:noFill/>
          <a:ln w="9525">
            <a:noFill/>
            <a:miter lim="800000"/>
            <a:headEnd/>
            <a:tailEnd/>
          </a:ln>
        </p:spPr>
        <p:txBody>
          <a:bodyPr>
            <a:spAutoFit/>
          </a:bodyPr>
          <a:lstStyle/>
          <a:p>
            <a:pPr>
              <a:spcBef>
                <a:spcPct val="50000"/>
              </a:spcBef>
            </a:pPr>
            <a:r>
              <a:rPr kumimoji="1" lang="en-US" altLang="zh-CN" sz="2400">
                <a:solidFill>
                  <a:srgbClr val="0000CC"/>
                </a:solidFill>
                <a:latin typeface="Times New Roman" pitchFamily="18" charset="0"/>
              </a:rPr>
              <a:t>§ 1. 1  </a:t>
            </a:r>
            <a:r>
              <a:rPr kumimoji="1" lang="zh-CN" altLang="en-US" sz="2400">
                <a:solidFill>
                  <a:srgbClr val="0000CC"/>
                </a:solidFill>
                <a:latin typeface="Times New Roman" pitchFamily="18" charset="0"/>
              </a:rPr>
              <a:t>时空的基本属性</a:t>
            </a:r>
          </a:p>
        </p:txBody>
      </p:sp>
      <p:sp>
        <p:nvSpPr>
          <p:cNvPr id="4103" name="Text Box 7">
            <a:hlinkClick r:id="rId3" action="ppaction://hlinksldjump"/>
          </p:cNvPr>
          <p:cNvSpPr txBox="1">
            <a:spLocks noChangeArrowheads="1"/>
          </p:cNvSpPr>
          <p:nvPr/>
        </p:nvSpPr>
        <p:spPr bwMode="auto">
          <a:xfrm>
            <a:off x="1258888" y="2863850"/>
            <a:ext cx="5105400" cy="457200"/>
          </a:xfrm>
          <a:prstGeom prst="rect">
            <a:avLst/>
          </a:prstGeom>
          <a:noFill/>
          <a:ln w="9525">
            <a:noFill/>
            <a:miter lim="800000"/>
            <a:headEnd/>
            <a:tailEnd/>
          </a:ln>
        </p:spPr>
        <p:txBody>
          <a:bodyPr>
            <a:spAutoFit/>
          </a:bodyPr>
          <a:lstStyle/>
          <a:p>
            <a:pPr>
              <a:spcBef>
                <a:spcPct val="50000"/>
              </a:spcBef>
            </a:pPr>
            <a:r>
              <a:rPr kumimoji="1" lang="en-US" altLang="zh-CN" sz="2400" dirty="0">
                <a:solidFill>
                  <a:srgbClr val="0000CC"/>
                </a:solidFill>
                <a:latin typeface="Times New Roman" pitchFamily="18" charset="0"/>
              </a:rPr>
              <a:t>§ 1. 2  </a:t>
            </a:r>
            <a:r>
              <a:rPr kumimoji="1" lang="zh-CN" altLang="en-US" sz="2400" dirty="0">
                <a:solidFill>
                  <a:srgbClr val="0000CC"/>
                </a:solidFill>
                <a:latin typeface="Times New Roman" pitchFamily="18" charset="0"/>
              </a:rPr>
              <a:t>物质世界的层次</a:t>
            </a:r>
          </a:p>
        </p:txBody>
      </p:sp>
      <p:sp>
        <p:nvSpPr>
          <p:cNvPr id="4104" name="Text Box 8">
            <a:hlinkClick r:id="rId4" action="ppaction://hlinksldjump"/>
          </p:cNvPr>
          <p:cNvSpPr txBox="1">
            <a:spLocks noChangeArrowheads="1"/>
          </p:cNvSpPr>
          <p:nvPr/>
        </p:nvSpPr>
        <p:spPr bwMode="auto">
          <a:xfrm>
            <a:off x="1258888" y="3522663"/>
            <a:ext cx="5832475" cy="457200"/>
          </a:xfrm>
          <a:prstGeom prst="rect">
            <a:avLst/>
          </a:prstGeom>
          <a:noFill/>
          <a:ln w="9525">
            <a:noFill/>
            <a:miter lim="800000"/>
            <a:headEnd/>
            <a:tailEnd/>
          </a:ln>
        </p:spPr>
        <p:txBody>
          <a:bodyPr>
            <a:spAutoFit/>
          </a:bodyPr>
          <a:lstStyle/>
          <a:p>
            <a:pPr>
              <a:spcBef>
                <a:spcPct val="50000"/>
              </a:spcBef>
            </a:pPr>
            <a:r>
              <a:rPr kumimoji="1" lang="en-US" altLang="zh-CN" sz="2400">
                <a:solidFill>
                  <a:srgbClr val="0000CC"/>
                </a:solidFill>
                <a:latin typeface="Times New Roman" pitchFamily="18" charset="0"/>
              </a:rPr>
              <a:t>§ 1. 3  </a:t>
            </a:r>
            <a:r>
              <a:rPr kumimoji="1" lang="zh-CN" altLang="en-US" sz="2400">
                <a:solidFill>
                  <a:srgbClr val="0000CC"/>
                </a:solidFill>
                <a:latin typeface="Times New Roman" pitchFamily="18" charset="0"/>
              </a:rPr>
              <a:t>实物的简化模型</a:t>
            </a:r>
          </a:p>
        </p:txBody>
      </p:sp>
      <p:sp>
        <p:nvSpPr>
          <p:cNvPr id="4105" name="Text Box 9">
            <a:hlinkClick r:id="rId5" action="ppaction://hlinksldjump"/>
          </p:cNvPr>
          <p:cNvSpPr txBox="1">
            <a:spLocks noChangeArrowheads="1"/>
          </p:cNvSpPr>
          <p:nvPr/>
        </p:nvSpPr>
        <p:spPr bwMode="auto">
          <a:xfrm>
            <a:off x="1258888" y="4183063"/>
            <a:ext cx="6911975" cy="457200"/>
          </a:xfrm>
          <a:prstGeom prst="rect">
            <a:avLst/>
          </a:prstGeom>
          <a:noFill/>
          <a:ln w="9525">
            <a:noFill/>
            <a:miter lim="800000"/>
            <a:headEnd/>
            <a:tailEnd/>
          </a:ln>
        </p:spPr>
        <p:txBody>
          <a:bodyPr>
            <a:spAutoFit/>
          </a:bodyPr>
          <a:lstStyle/>
          <a:p>
            <a:pPr>
              <a:spcBef>
                <a:spcPct val="50000"/>
              </a:spcBef>
            </a:pPr>
            <a:r>
              <a:rPr kumimoji="1" lang="en-US" altLang="zh-CN" sz="2400">
                <a:solidFill>
                  <a:srgbClr val="0000CC"/>
                </a:solidFill>
                <a:latin typeface="Times New Roman" pitchFamily="18" charset="0"/>
              </a:rPr>
              <a:t>§ 1. 4  </a:t>
            </a:r>
            <a:r>
              <a:rPr kumimoji="1" lang="zh-CN" altLang="en-US" sz="2400">
                <a:solidFill>
                  <a:srgbClr val="0000CC"/>
                </a:solidFill>
                <a:latin typeface="Times New Roman" pitchFamily="18" charset="0"/>
              </a:rPr>
              <a:t>质点运动的描述</a:t>
            </a:r>
          </a:p>
        </p:txBody>
      </p:sp>
      <p:sp>
        <p:nvSpPr>
          <p:cNvPr id="4106" name="Line 10"/>
          <p:cNvSpPr>
            <a:spLocks noChangeShapeType="1"/>
          </p:cNvSpPr>
          <p:nvPr/>
        </p:nvSpPr>
        <p:spPr bwMode="auto">
          <a:xfrm>
            <a:off x="100013" y="1412875"/>
            <a:ext cx="9043987" cy="0"/>
          </a:xfrm>
          <a:prstGeom prst="line">
            <a:avLst/>
          </a:prstGeom>
          <a:noFill/>
          <a:ln w="28575">
            <a:solidFill>
              <a:srgbClr val="0062E1">
                <a:alpha val="70195"/>
              </a:srgbClr>
            </a:solidFill>
            <a:round/>
            <a:headEnd/>
            <a:tailEnd/>
          </a:ln>
        </p:spPr>
        <p:txBody>
          <a:bodyPr/>
          <a:lstStyle/>
          <a:p>
            <a:endParaRPr lang="zh-CN" altLang="en-US"/>
          </a:p>
        </p:txBody>
      </p:sp>
      <p:sp>
        <p:nvSpPr>
          <p:cNvPr id="4108" name="Text Box 12">
            <a:hlinkClick r:id="rId6" action="ppaction://hlinksldjump"/>
          </p:cNvPr>
          <p:cNvSpPr txBox="1">
            <a:spLocks noChangeArrowheads="1"/>
          </p:cNvSpPr>
          <p:nvPr/>
        </p:nvSpPr>
        <p:spPr bwMode="auto">
          <a:xfrm>
            <a:off x="1258888" y="4841875"/>
            <a:ext cx="6911975" cy="457200"/>
          </a:xfrm>
          <a:prstGeom prst="rect">
            <a:avLst/>
          </a:prstGeom>
          <a:noFill/>
          <a:ln w="9525">
            <a:noFill/>
            <a:miter lim="800000"/>
            <a:headEnd/>
            <a:tailEnd/>
          </a:ln>
        </p:spPr>
        <p:txBody>
          <a:bodyPr>
            <a:spAutoFit/>
          </a:bodyPr>
          <a:lstStyle/>
          <a:p>
            <a:pPr>
              <a:spcBef>
                <a:spcPct val="50000"/>
              </a:spcBef>
            </a:pPr>
            <a:r>
              <a:rPr kumimoji="1" lang="en-US" altLang="zh-CN" sz="2400">
                <a:solidFill>
                  <a:srgbClr val="0000CC"/>
                </a:solidFill>
                <a:latin typeface="Times New Roman" pitchFamily="18" charset="0"/>
              </a:rPr>
              <a:t>§ 1. 5  </a:t>
            </a:r>
            <a:r>
              <a:rPr kumimoji="1" lang="zh-CN" altLang="en-US" sz="2400">
                <a:solidFill>
                  <a:srgbClr val="0000CC"/>
                </a:solidFill>
                <a:latin typeface="Times New Roman" pitchFamily="18" charset="0"/>
              </a:rPr>
              <a:t>刚体定轴转动的描述</a:t>
            </a:r>
          </a:p>
        </p:txBody>
      </p:sp>
      <p:sp>
        <p:nvSpPr>
          <p:cNvPr id="4110" name="Text Box 14">
            <a:hlinkClick r:id="rId7" action="ppaction://hlinksldjump"/>
          </p:cNvPr>
          <p:cNvSpPr txBox="1">
            <a:spLocks noChangeArrowheads="1"/>
          </p:cNvSpPr>
          <p:nvPr/>
        </p:nvSpPr>
        <p:spPr bwMode="auto">
          <a:xfrm>
            <a:off x="1258888" y="5500688"/>
            <a:ext cx="6911975" cy="457200"/>
          </a:xfrm>
          <a:prstGeom prst="rect">
            <a:avLst/>
          </a:prstGeom>
          <a:noFill/>
          <a:ln w="9525">
            <a:noFill/>
            <a:miter lim="800000"/>
            <a:headEnd/>
            <a:tailEnd/>
          </a:ln>
        </p:spPr>
        <p:txBody>
          <a:bodyPr>
            <a:spAutoFit/>
          </a:bodyPr>
          <a:lstStyle/>
          <a:p>
            <a:pPr>
              <a:spcBef>
                <a:spcPct val="50000"/>
              </a:spcBef>
            </a:pPr>
            <a:r>
              <a:rPr kumimoji="1" lang="en-US" altLang="zh-CN" sz="2400">
                <a:solidFill>
                  <a:srgbClr val="0000CC"/>
                </a:solidFill>
                <a:latin typeface="Times New Roman" pitchFamily="18" charset="0"/>
              </a:rPr>
              <a:t>§ 1. 6  </a:t>
            </a:r>
            <a:r>
              <a:rPr kumimoji="1" lang="zh-CN" altLang="en-US" sz="2400">
                <a:solidFill>
                  <a:srgbClr val="0000CC"/>
                </a:solidFill>
                <a:latin typeface="Times New Roman" pitchFamily="18" charset="0"/>
              </a:rPr>
              <a:t>相对运动</a:t>
            </a:r>
          </a:p>
        </p:txBody>
      </p:sp>
      <p:sp>
        <p:nvSpPr>
          <p:cNvPr id="48138" name="标题 14"/>
          <p:cNvSpPr>
            <a:spLocks noGrp="1"/>
          </p:cNvSpPr>
          <p:nvPr>
            <p:ph type="title"/>
          </p:nvPr>
        </p:nvSpPr>
        <p:spPr/>
        <p:txBody>
          <a:bodyPr/>
          <a:lstStyle/>
          <a:p>
            <a:pPr eaLnBrk="1" hangingPunct="1"/>
            <a:r>
              <a:rPr lang="zh-CN" altLang="en-US" sz="4400" dirty="0" smtClean="0">
                <a:solidFill>
                  <a:srgbClr val="FF0000"/>
                </a:solidFill>
              </a:rPr>
              <a:t>第</a:t>
            </a:r>
            <a:r>
              <a:rPr lang="en-US" altLang="zh-CN" sz="4400" dirty="0" smtClean="0">
                <a:solidFill>
                  <a:srgbClr val="FF0000"/>
                </a:solidFill>
              </a:rPr>
              <a:t>1</a:t>
            </a:r>
            <a:r>
              <a:rPr lang="zh-CN" altLang="en-US" sz="4400" dirty="0" smtClean="0">
                <a:solidFill>
                  <a:srgbClr val="FF0000"/>
                </a:solidFill>
              </a:rPr>
              <a:t>章  运动学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06"/>
                                        </p:tgtEl>
                                        <p:attrNameLst>
                                          <p:attrName>style.visibility</p:attrName>
                                        </p:attrNameLst>
                                      </p:cBhvr>
                                      <p:to>
                                        <p:strVal val="visible"/>
                                      </p:to>
                                    </p:set>
                                    <p:animEffect transition="in" filter="wipe(left)">
                                      <p:cBhvr>
                                        <p:cTn id="7" dur="500"/>
                                        <p:tgtEl>
                                          <p:spTgt spid="41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101"/>
                                        </p:tgtEl>
                                        <p:attrNameLst>
                                          <p:attrName>style.visibility</p:attrName>
                                        </p:attrNameLst>
                                      </p:cBhvr>
                                      <p:to>
                                        <p:strVal val="visible"/>
                                      </p:to>
                                    </p:set>
                                    <p:animEffect transition="in" filter="wipe(left)">
                                      <p:cBhvr>
                                        <p:cTn id="12" dur="500"/>
                                        <p:tgtEl>
                                          <p:spTgt spid="410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102"/>
                                        </p:tgtEl>
                                        <p:attrNameLst>
                                          <p:attrName>style.visibility</p:attrName>
                                        </p:attrNameLst>
                                      </p:cBhvr>
                                      <p:to>
                                        <p:strVal val="visible"/>
                                      </p:to>
                                    </p:set>
                                    <p:animEffect transition="in" filter="wipe(left)">
                                      <p:cBhvr>
                                        <p:cTn id="17" dur="500"/>
                                        <p:tgtEl>
                                          <p:spTgt spid="410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103"/>
                                        </p:tgtEl>
                                        <p:attrNameLst>
                                          <p:attrName>style.visibility</p:attrName>
                                        </p:attrNameLst>
                                      </p:cBhvr>
                                      <p:to>
                                        <p:strVal val="visible"/>
                                      </p:to>
                                    </p:set>
                                    <p:animEffect transition="in" filter="wipe(left)">
                                      <p:cBhvr>
                                        <p:cTn id="22" dur="500"/>
                                        <p:tgtEl>
                                          <p:spTgt spid="410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104"/>
                                        </p:tgtEl>
                                        <p:attrNameLst>
                                          <p:attrName>style.visibility</p:attrName>
                                        </p:attrNameLst>
                                      </p:cBhvr>
                                      <p:to>
                                        <p:strVal val="visible"/>
                                      </p:to>
                                    </p:set>
                                    <p:animEffect transition="in" filter="wipe(left)">
                                      <p:cBhvr>
                                        <p:cTn id="27" dur="500"/>
                                        <p:tgtEl>
                                          <p:spTgt spid="410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105"/>
                                        </p:tgtEl>
                                        <p:attrNameLst>
                                          <p:attrName>style.visibility</p:attrName>
                                        </p:attrNameLst>
                                      </p:cBhvr>
                                      <p:to>
                                        <p:strVal val="visible"/>
                                      </p:to>
                                    </p:set>
                                    <p:animEffect transition="in" filter="wipe(left)">
                                      <p:cBhvr>
                                        <p:cTn id="32" dur="500"/>
                                        <p:tgtEl>
                                          <p:spTgt spid="410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108"/>
                                        </p:tgtEl>
                                        <p:attrNameLst>
                                          <p:attrName>style.visibility</p:attrName>
                                        </p:attrNameLst>
                                      </p:cBhvr>
                                      <p:to>
                                        <p:strVal val="visible"/>
                                      </p:to>
                                    </p:set>
                                    <p:animEffect transition="in" filter="wipe(left)">
                                      <p:cBhvr>
                                        <p:cTn id="37" dur="500"/>
                                        <p:tgtEl>
                                          <p:spTgt spid="410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110"/>
                                        </p:tgtEl>
                                        <p:attrNameLst>
                                          <p:attrName>style.visibility</p:attrName>
                                        </p:attrNameLst>
                                      </p:cBhvr>
                                      <p:to>
                                        <p:strVal val="visible"/>
                                      </p:to>
                                    </p:set>
                                    <p:animEffect transition="in" filter="wipe(left)">
                                      <p:cBhvr>
                                        <p:cTn id="42" dur="500"/>
                                        <p:tgtEl>
                                          <p:spTgt spid="4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1" grpId="0"/>
      <p:bldP spid="4102" grpId="0"/>
      <p:bldP spid="4103" grpId="0"/>
      <p:bldP spid="4104" grpId="0"/>
      <p:bldP spid="4105" grpId="0"/>
      <p:bldP spid="4106" grpId="0" animBg="1"/>
      <p:bldP spid="4108" grpId="0"/>
      <p:bldP spid="41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323850" y="404813"/>
            <a:ext cx="7699375" cy="519112"/>
          </a:xfrm>
          <a:prstGeom prst="rect">
            <a:avLst/>
          </a:prstGeom>
          <a:noFill/>
          <a:ln w="12700" cap="sq">
            <a:noFill/>
            <a:miter lim="800000"/>
            <a:headEnd type="none" w="sm" len="sm"/>
            <a:tailEnd type="none" w="sm" len="sm"/>
          </a:ln>
        </p:spPr>
        <p:txBody>
          <a:bodyPr>
            <a:spAutoFit/>
          </a:bodyPr>
          <a:lstStyle/>
          <a:p>
            <a:pPr algn="ctr"/>
            <a:r>
              <a:rPr kumimoji="1" lang="zh-CN" altLang="en-US" sz="2800">
                <a:solidFill>
                  <a:schemeClr val="accent2"/>
                </a:solidFill>
                <a:latin typeface="Times New Roman" pitchFamily="18" charset="0"/>
                <a:ea typeface="黑体" pitchFamily="49" charset="-122"/>
              </a:rPr>
              <a:t>§1.1</a:t>
            </a:r>
            <a:r>
              <a:rPr kumimoji="1" lang="zh-CN" altLang="en-US" sz="2800">
                <a:solidFill>
                  <a:schemeClr val="accent2"/>
                </a:solidFill>
                <a:latin typeface="黑体" pitchFamily="49" charset="-122"/>
                <a:ea typeface="黑体" pitchFamily="49" charset="-122"/>
              </a:rPr>
              <a:t>  时空的基本属性</a:t>
            </a:r>
          </a:p>
        </p:txBody>
      </p:sp>
      <p:sp>
        <p:nvSpPr>
          <p:cNvPr id="6147" name="Text Box 3"/>
          <p:cNvSpPr txBox="1">
            <a:spLocks noChangeArrowheads="1"/>
          </p:cNvSpPr>
          <p:nvPr/>
        </p:nvSpPr>
        <p:spPr bwMode="auto">
          <a:xfrm>
            <a:off x="179388" y="1052513"/>
            <a:ext cx="7007225" cy="457200"/>
          </a:xfrm>
          <a:prstGeom prst="rect">
            <a:avLst/>
          </a:prstGeom>
          <a:noFill/>
          <a:ln w="9525" algn="ctr">
            <a:noFill/>
            <a:miter lim="800000"/>
            <a:headEnd type="none" w="sm" len="sm"/>
            <a:tailEnd type="none" w="sm" len="sm"/>
          </a:ln>
        </p:spPr>
        <p:txBody>
          <a:bodyPr>
            <a:spAutoFit/>
          </a:bodyPr>
          <a:lstStyle/>
          <a:p>
            <a:pPr>
              <a:spcBef>
                <a:spcPct val="50000"/>
              </a:spcBef>
            </a:pPr>
            <a:r>
              <a:rPr kumimoji="1" lang="en-US" altLang="zh-CN" sz="2400">
                <a:solidFill>
                  <a:srgbClr val="0000FF"/>
                </a:solidFill>
                <a:latin typeface="Times New Roman" pitchFamily="18" charset="0"/>
              </a:rPr>
              <a:t>1.1.1  </a:t>
            </a:r>
            <a:r>
              <a:rPr kumimoji="1" lang="zh-CN" altLang="en-US" sz="2400">
                <a:solidFill>
                  <a:srgbClr val="0000FF"/>
                </a:solidFill>
                <a:latin typeface="Times New Roman" pitchFamily="18" charset="0"/>
              </a:rPr>
              <a:t>时间均匀性假设   时间平移对称性 </a:t>
            </a:r>
          </a:p>
        </p:txBody>
      </p:sp>
      <p:sp>
        <p:nvSpPr>
          <p:cNvPr id="6151" name="Text Box 7"/>
          <p:cNvSpPr txBox="1">
            <a:spLocks noChangeArrowheads="1"/>
          </p:cNvSpPr>
          <p:nvPr/>
        </p:nvSpPr>
        <p:spPr bwMode="auto">
          <a:xfrm>
            <a:off x="395288" y="5086350"/>
            <a:ext cx="8280400" cy="1200150"/>
          </a:xfrm>
          <a:prstGeom prst="rect">
            <a:avLst/>
          </a:prstGeom>
          <a:noFill/>
          <a:ln w="9525" algn="ctr">
            <a:noFill/>
            <a:miter lim="800000"/>
            <a:headEnd/>
            <a:tailEnd/>
          </a:ln>
        </p:spPr>
        <p:txBody>
          <a:bodyPr>
            <a:spAutoFit/>
          </a:bodyPr>
          <a:lstStyle/>
          <a:p>
            <a:pPr algn="just"/>
            <a:r>
              <a:rPr kumimoji="1" lang="zh-CN" altLang="en-US" sz="2400">
                <a:latin typeface="Times New Roman" pitchFamily="18" charset="0"/>
              </a:rPr>
              <a:t>　  当时间的计算起点移动时，物理规律的具体表达形式不会改变。因此，不同的时刻在物理上是等价的，时间具有平移对称性。 </a:t>
            </a:r>
          </a:p>
        </p:txBody>
      </p:sp>
      <p:sp>
        <p:nvSpPr>
          <p:cNvPr id="6156" name="Text Box 12"/>
          <p:cNvSpPr txBox="1">
            <a:spLocks noChangeArrowheads="1"/>
          </p:cNvSpPr>
          <p:nvPr/>
        </p:nvSpPr>
        <p:spPr bwMode="auto">
          <a:xfrm>
            <a:off x="395288" y="4005263"/>
            <a:ext cx="8424862" cy="1200150"/>
          </a:xfrm>
          <a:prstGeom prst="rect">
            <a:avLst/>
          </a:prstGeom>
          <a:noFill/>
          <a:ln w="9525">
            <a:noFill/>
            <a:miter lim="800000"/>
            <a:headEnd/>
            <a:tailEnd/>
          </a:ln>
        </p:spPr>
        <p:txBody>
          <a:bodyPr>
            <a:spAutoFit/>
          </a:bodyPr>
          <a:lstStyle/>
          <a:p>
            <a:pPr algn="just"/>
            <a:r>
              <a:rPr kumimoji="1" lang="zh-CN" altLang="en-US" sz="2400">
                <a:latin typeface="Times New Roman" pitchFamily="18" charset="0"/>
              </a:rPr>
              <a:t>    某一研究对象</a:t>
            </a:r>
            <a:r>
              <a:rPr kumimoji="1" lang="en-US" altLang="zh-CN" sz="2400">
                <a:latin typeface="Times New Roman" pitchFamily="18" charset="0"/>
              </a:rPr>
              <a:t>(</a:t>
            </a:r>
            <a:r>
              <a:rPr kumimoji="1" lang="zh-CN" altLang="en-US" sz="2400">
                <a:latin typeface="Times New Roman" pitchFamily="18" charset="0"/>
              </a:rPr>
              <a:t>体系、事物、物理规律</a:t>
            </a:r>
            <a:r>
              <a:rPr kumimoji="1" lang="en-US" altLang="zh-CN" sz="2400">
                <a:latin typeface="Times New Roman" pitchFamily="18" charset="0"/>
              </a:rPr>
              <a:t>)</a:t>
            </a:r>
            <a:r>
              <a:rPr kumimoji="1" lang="zh-CN" altLang="en-US" sz="2400">
                <a:latin typeface="Times New Roman" pitchFamily="18" charset="0"/>
              </a:rPr>
              <a:t>或系统的状态在某种变换或操作下的不变性，就说该研究对象对该操作具有</a:t>
            </a:r>
            <a:r>
              <a:rPr kumimoji="1" lang="zh-CN" altLang="en-US" sz="2400">
                <a:solidFill>
                  <a:srgbClr val="FF6600"/>
                </a:solidFill>
                <a:latin typeface="Times New Roman" pitchFamily="18" charset="0"/>
              </a:rPr>
              <a:t>对称性</a:t>
            </a:r>
            <a:r>
              <a:rPr kumimoji="1" lang="zh-CN" altLang="en-US" sz="2400">
                <a:latin typeface="Times New Roman" pitchFamily="18" charset="0"/>
              </a:rPr>
              <a:t>。</a:t>
            </a:r>
            <a:endParaRPr lang="zh-CN" altLang="en-US" sz="2400" b="0">
              <a:latin typeface="Times New Roman" pitchFamily="18" charset="0"/>
            </a:endParaRPr>
          </a:p>
        </p:txBody>
      </p:sp>
      <p:sp>
        <p:nvSpPr>
          <p:cNvPr id="6157" name="Text Box 13"/>
          <p:cNvSpPr txBox="1">
            <a:spLocks noChangeArrowheads="1"/>
          </p:cNvSpPr>
          <p:nvPr/>
        </p:nvSpPr>
        <p:spPr bwMode="auto">
          <a:xfrm>
            <a:off x="395288" y="2570163"/>
            <a:ext cx="8280400" cy="830262"/>
          </a:xfrm>
          <a:prstGeom prst="rect">
            <a:avLst/>
          </a:prstGeom>
          <a:noFill/>
          <a:ln w="9525" algn="ctr">
            <a:noFill/>
            <a:miter lim="800000"/>
            <a:headEnd/>
            <a:tailEnd/>
          </a:ln>
        </p:spPr>
        <p:txBody>
          <a:bodyPr>
            <a:spAutoFit/>
          </a:bodyPr>
          <a:lstStyle/>
          <a:p>
            <a:pPr algn="just"/>
            <a:r>
              <a:rPr kumimoji="1" lang="zh-CN" altLang="en-US" sz="2400">
                <a:solidFill>
                  <a:srgbClr val="FF0000"/>
                </a:solidFill>
                <a:latin typeface="Times New Roman" pitchFamily="18" charset="0"/>
              </a:rPr>
              <a:t>时间的均匀性假设</a:t>
            </a:r>
            <a:r>
              <a:rPr kumimoji="1" lang="en-US" altLang="zh-CN" sz="2400">
                <a:solidFill>
                  <a:srgbClr val="FF0000"/>
                </a:solidFill>
                <a:latin typeface="Times New Roman" pitchFamily="18" charset="0"/>
              </a:rPr>
              <a:t>:</a:t>
            </a:r>
            <a:r>
              <a:rPr kumimoji="1" lang="en-US" altLang="zh-CN" sz="2400">
                <a:latin typeface="Times New Roman" pitchFamily="18" charset="0"/>
              </a:rPr>
              <a:t> </a:t>
            </a:r>
            <a:r>
              <a:rPr kumimoji="1" lang="zh-CN" altLang="en-US" sz="2400">
                <a:latin typeface="Times New Roman" pitchFamily="18" charset="0"/>
              </a:rPr>
              <a:t>时间是一维的，并在确定的空间均匀地流逝着，时间的测量与空间方位无关。</a:t>
            </a:r>
          </a:p>
        </p:txBody>
      </p:sp>
      <p:sp>
        <p:nvSpPr>
          <p:cNvPr id="6159" name="Text Box 15"/>
          <p:cNvSpPr txBox="1">
            <a:spLocks noChangeArrowheads="1"/>
          </p:cNvSpPr>
          <p:nvPr/>
        </p:nvSpPr>
        <p:spPr bwMode="auto">
          <a:xfrm>
            <a:off x="395288" y="3511550"/>
            <a:ext cx="3475037" cy="457200"/>
          </a:xfrm>
          <a:prstGeom prst="rect">
            <a:avLst/>
          </a:prstGeom>
          <a:noFill/>
          <a:ln w="9525" algn="ctr">
            <a:noFill/>
            <a:miter lim="800000"/>
            <a:headEnd/>
            <a:tailEnd/>
          </a:ln>
        </p:spPr>
        <p:txBody>
          <a:bodyPr>
            <a:spAutoFit/>
          </a:bodyPr>
          <a:lstStyle/>
          <a:p>
            <a:pPr algn="just"/>
            <a:r>
              <a:rPr kumimoji="1" lang="zh-CN" altLang="en-US" sz="2400">
                <a:solidFill>
                  <a:srgbClr val="FF0000"/>
                </a:solidFill>
                <a:latin typeface="Times New Roman" pitchFamily="18" charset="0"/>
              </a:rPr>
              <a:t>时间平移对称性</a:t>
            </a:r>
            <a:r>
              <a:rPr kumimoji="1" lang="en-US" altLang="zh-CN" sz="2400">
                <a:solidFill>
                  <a:srgbClr val="FF0000"/>
                </a:solidFill>
                <a:latin typeface="Times New Roman" pitchFamily="18" charset="0"/>
              </a:rPr>
              <a:t>:</a:t>
            </a:r>
          </a:p>
        </p:txBody>
      </p:sp>
      <p:sp>
        <p:nvSpPr>
          <p:cNvPr id="6160" name="Rectangle 16"/>
          <p:cNvSpPr>
            <a:spLocks noChangeArrowheads="1"/>
          </p:cNvSpPr>
          <p:nvPr/>
        </p:nvSpPr>
        <p:spPr bwMode="auto">
          <a:xfrm>
            <a:off x="395288" y="1665288"/>
            <a:ext cx="8497887" cy="830262"/>
          </a:xfrm>
          <a:prstGeom prst="rect">
            <a:avLst/>
          </a:prstGeom>
          <a:noFill/>
          <a:ln w="9525" algn="ctr">
            <a:noFill/>
            <a:miter lim="800000"/>
            <a:headEnd/>
            <a:tailEnd/>
          </a:ln>
        </p:spPr>
        <p:txBody>
          <a:bodyPr>
            <a:spAutoFit/>
          </a:bodyPr>
          <a:lstStyle/>
          <a:p>
            <a:pPr algn="just"/>
            <a:r>
              <a:rPr kumimoji="1" lang="zh-CN" altLang="en-US" sz="2400">
                <a:solidFill>
                  <a:srgbClr val="FF0000"/>
                </a:solidFill>
                <a:latin typeface="Times New Roman" pitchFamily="18" charset="0"/>
              </a:rPr>
              <a:t> 时间：</a:t>
            </a:r>
            <a:r>
              <a:rPr kumimoji="1" lang="zh-CN" altLang="en-US" sz="2400">
                <a:latin typeface="Times New Roman" pitchFamily="18" charset="0"/>
              </a:rPr>
              <a:t>反映物理事件的顺序性和持续性，与物理事件的变化发展过程联系在一起。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46"/>
                                        </p:tgtEl>
                                        <p:attrNameLst>
                                          <p:attrName>style.visibility</p:attrName>
                                        </p:attrNameLst>
                                      </p:cBhvr>
                                      <p:to>
                                        <p:strVal val="visible"/>
                                      </p:to>
                                    </p:set>
                                    <p:anim calcmode="lin" valueType="num">
                                      <p:cBhvr additive="base">
                                        <p:cTn id="7" dur="500" fill="hold"/>
                                        <p:tgtEl>
                                          <p:spTgt spid="6146"/>
                                        </p:tgtEl>
                                        <p:attrNameLst>
                                          <p:attrName>ppt_x</p:attrName>
                                        </p:attrNameLst>
                                      </p:cBhvr>
                                      <p:tavLst>
                                        <p:tav tm="0">
                                          <p:val>
                                            <p:strVal val="0-#ppt_w/2"/>
                                          </p:val>
                                        </p:tav>
                                        <p:tav tm="100000">
                                          <p:val>
                                            <p:strVal val="#ppt_x"/>
                                          </p:val>
                                        </p:tav>
                                      </p:tavLst>
                                    </p:anim>
                                    <p:anim calcmode="lin" valueType="num">
                                      <p:cBhvr additive="base">
                                        <p:cTn id="8" dur="500" fill="hold"/>
                                        <p:tgtEl>
                                          <p:spTgt spid="614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147"/>
                                        </p:tgtEl>
                                        <p:attrNameLst>
                                          <p:attrName>style.visibility</p:attrName>
                                        </p:attrNameLst>
                                      </p:cBhvr>
                                      <p:to>
                                        <p:strVal val="visible"/>
                                      </p:to>
                                    </p:set>
                                    <p:anim calcmode="lin" valueType="num">
                                      <p:cBhvr additive="base">
                                        <p:cTn id="13" dur="500" fill="hold"/>
                                        <p:tgtEl>
                                          <p:spTgt spid="6147"/>
                                        </p:tgtEl>
                                        <p:attrNameLst>
                                          <p:attrName>ppt_x</p:attrName>
                                        </p:attrNameLst>
                                      </p:cBhvr>
                                      <p:tavLst>
                                        <p:tav tm="0">
                                          <p:val>
                                            <p:strVal val="0-#ppt_w/2"/>
                                          </p:val>
                                        </p:tav>
                                        <p:tav tm="100000">
                                          <p:val>
                                            <p:strVal val="#ppt_x"/>
                                          </p:val>
                                        </p:tav>
                                      </p:tavLst>
                                    </p:anim>
                                    <p:anim calcmode="lin" valueType="num">
                                      <p:cBhvr additive="base">
                                        <p:cTn id="14" dur="500" fill="hold"/>
                                        <p:tgtEl>
                                          <p:spTgt spid="614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6160"/>
                                        </p:tgtEl>
                                        <p:attrNameLst>
                                          <p:attrName>style.visibility</p:attrName>
                                        </p:attrNameLst>
                                      </p:cBhvr>
                                      <p:to>
                                        <p:strVal val="visible"/>
                                      </p:to>
                                    </p:set>
                                    <p:animEffect transition="in" filter="wipe(left)">
                                      <p:cBhvr>
                                        <p:cTn id="19" dur="1000"/>
                                        <p:tgtEl>
                                          <p:spTgt spid="616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6157"/>
                                        </p:tgtEl>
                                        <p:attrNameLst>
                                          <p:attrName>style.visibility</p:attrName>
                                        </p:attrNameLst>
                                      </p:cBhvr>
                                      <p:to>
                                        <p:strVal val="visible"/>
                                      </p:to>
                                    </p:set>
                                    <p:animEffect transition="in" filter="wipe(left)">
                                      <p:cBhvr>
                                        <p:cTn id="24" dur="1000"/>
                                        <p:tgtEl>
                                          <p:spTgt spid="615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159"/>
                                        </p:tgtEl>
                                        <p:attrNameLst>
                                          <p:attrName>style.visibility</p:attrName>
                                        </p:attrNameLst>
                                      </p:cBhvr>
                                      <p:to>
                                        <p:strVal val="visible"/>
                                      </p:to>
                                    </p:set>
                                    <p:animEffect transition="in" filter="wipe(left)">
                                      <p:cBhvr>
                                        <p:cTn id="29" dur="1000"/>
                                        <p:tgtEl>
                                          <p:spTgt spid="615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6156"/>
                                        </p:tgtEl>
                                        <p:attrNameLst>
                                          <p:attrName>style.visibility</p:attrName>
                                        </p:attrNameLst>
                                      </p:cBhvr>
                                      <p:to>
                                        <p:strVal val="visible"/>
                                      </p:to>
                                    </p:set>
                                    <p:animEffect transition="in" filter="wipe(left)">
                                      <p:cBhvr>
                                        <p:cTn id="34" dur="1000"/>
                                        <p:tgtEl>
                                          <p:spTgt spid="615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6151"/>
                                        </p:tgtEl>
                                        <p:attrNameLst>
                                          <p:attrName>style.visibility</p:attrName>
                                        </p:attrNameLst>
                                      </p:cBhvr>
                                      <p:to>
                                        <p:strVal val="visible"/>
                                      </p:to>
                                    </p:set>
                                    <p:animEffect transition="in" filter="wipe(left)">
                                      <p:cBhvr>
                                        <p:cTn id="39" dur="1000"/>
                                        <p:tgtEl>
                                          <p:spTgt spid="6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p:bldP spid="6147" grpId="0"/>
      <p:bldP spid="6151" grpId="0"/>
      <p:bldP spid="6156" grpId="0"/>
      <p:bldP spid="6157" grpId="0"/>
      <p:bldP spid="6159" grpId="0"/>
      <p:bldP spid="616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ext Box 3"/>
          <p:cNvSpPr txBox="1">
            <a:spLocks noChangeArrowheads="1"/>
          </p:cNvSpPr>
          <p:nvPr/>
        </p:nvSpPr>
        <p:spPr bwMode="auto">
          <a:xfrm>
            <a:off x="179388" y="450850"/>
            <a:ext cx="8642350" cy="457200"/>
          </a:xfrm>
          <a:prstGeom prst="rect">
            <a:avLst/>
          </a:prstGeom>
          <a:noFill/>
          <a:ln w="9525" algn="ctr">
            <a:noFill/>
            <a:miter lim="800000"/>
            <a:headEnd type="none" w="sm" len="sm"/>
            <a:tailEnd type="none" w="sm" len="sm"/>
          </a:ln>
        </p:spPr>
        <p:txBody>
          <a:bodyPr>
            <a:spAutoFit/>
          </a:bodyPr>
          <a:lstStyle/>
          <a:p>
            <a:pPr>
              <a:spcBef>
                <a:spcPct val="50000"/>
              </a:spcBef>
            </a:pPr>
            <a:r>
              <a:rPr kumimoji="1" lang="en-US" altLang="zh-CN" sz="2400">
                <a:solidFill>
                  <a:srgbClr val="0000FF"/>
                </a:solidFill>
                <a:latin typeface="Times New Roman" pitchFamily="18" charset="0"/>
              </a:rPr>
              <a:t>1.1.2  </a:t>
            </a:r>
            <a:r>
              <a:rPr kumimoji="1" lang="zh-CN" altLang="en-US" sz="2400">
                <a:solidFill>
                  <a:srgbClr val="0000FF"/>
                </a:solidFill>
                <a:latin typeface="Times New Roman" pitchFamily="18" charset="0"/>
              </a:rPr>
              <a:t>空间均匀性和各向同性    空间平移与旋转对称性 </a:t>
            </a:r>
          </a:p>
        </p:txBody>
      </p:sp>
      <p:sp>
        <p:nvSpPr>
          <p:cNvPr id="21510" name="Text Box 6"/>
          <p:cNvSpPr txBox="1">
            <a:spLocks noChangeArrowheads="1"/>
          </p:cNvSpPr>
          <p:nvPr/>
        </p:nvSpPr>
        <p:spPr bwMode="auto">
          <a:xfrm>
            <a:off x="323850" y="4645025"/>
            <a:ext cx="8640763" cy="461963"/>
          </a:xfrm>
          <a:prstGeom prst="rect">
            <a:avLst/>
          </a:prstGeom>
          <a:noFill/>
          <a:ln w="9525" algn="ctr">
            <a:noFill/>
            <a:miter lim="800000"/>
            <a:headEnd/>
            <a:tailEnd/>
          </a:ln>
        </p:spPr>
        <p:txBody>
          <a:bodyPr>
            <a:spAutoFit/>
          </a:bodyPr>
          <a:lstStyle/>
          <a:p>
            <a:pPr algn="just"/>
            <a:r>
              <a:rPr kumimoji="1" lang="zh-CN" altLang="en-US" sz="2400">
                <a:latin typeface="Times New Roman" pitchFamily="18" charset="0"/>
              </a:rPr>
              <a:t>    物理规律对于空间的任何点的任何旋转操作具有不变性。</a:t>
            </a:r>
          </a:p>
        </p:txBody>
      </p:sp>
      <p:sp>
        <p:nvSpPr>
          <p:cNvPr id="21511" name="Text Box 7"/>
          <p:cNvSpPr txBox="1">
            <a:spLocks noChangeArrowheads="1"/>
          </p:cNvSpPr>
          <p:nvPr/>
        </p:nvSpPr>
        <p:spPr bwMode="auto">
          <a:xfrm>
            <a:off x="323850" y="3349625"/>
            <a:ext cx="8640763" cy="830263"/>
          </a:xfrm>
          <a:prstGeom prst="rect">
            <a:avLst/>
          </a:prstGeom>
          <a:noFill/>
          <a:ln w="9525">
            <a:noFill/>
            <a:miter lim="800000"/>
            <a:headEnd/>
            <a:tailEnd/>
          </a:ln>
        </p:spPr>
        <p:txBody>
          <a:bodyPr>
            <a:spAutoFit/>
          </a:bodyPr>
          <a:lstStyle/>
          <a:p>
            <a:pPr algn="just"/>
            <a:r>
              <a:rPr kumimoji="1" lang="zh-CN" altLang="en-US" sz="2400">
                <a:latin typeface="Times New Roman" pitchFamily="18" charset="0"/>
              </a:rPr>
              <a:t>    对空间坐标的原点做任何平移操作时，物理规律的具体表达形式不会改变。</a:t>
            </a:r>
          </a:p>
        </p:txBody>
      </p:sp>
      <p:sp>
        <p:nvSpPr>
          <p:cNvPr id="21512" name="Text Box 8"/>
          <p:cNvSpPr txBox="1">
            <a:spLocks noChangeArrowheads="1"/>
          </p:cNvSpPr>
          <p:nvPr/>
        </p:nvSpPr>
        <p:spPr bwMode="auto">
          <a:xfrm>
            <a:off x="252413" y="1919288"/>
            <a:ext cx="8064500" cy="457200"/>
          </a:xfrm>
          <a:prstGeom prst="rect">
            <a:avLst/>
          </a:prstGeom>
          <a:noFill/>
          <a:ln w="9525" algn="ctr">
            <a:noFill/>
            <a:miter lim="800000"/>
            <a:headEnd/>
            <a:tailEnd/>
          </a:ln>
        </p:spPr>
        <p:txBody>
          <a:bodyPr>
            <a:spAutoFit/>
          </a:bodyPr>
          <a:lstStyle/>
          <a:p>
            <a:pPr algn="just"/>
            <a:r>
              <a:rPr kumimoji="1" lang="zh-CN" altLang="en-US" sz="2400">
                <a:solidFill>
                  <a:srgbClr val="FF0000"/>
                </a:solidFill>
                <a:latin typeface="Times New Roman" pitchFamily="18" charset="0"/>
              </a:rPr>
              <a:t>空间的均匀性和各向同性假设：</a:t>
            </a:r>
          </a:p>
        </p:txBody>
      </p:sp>
      <p:sp>
        <p:nvSpPr>
          <p:cNvPr id="21513" name="Text Box 9"/>
          <p:cNvSpPr txBox="1">
            <a:spLocks noChangeArrowheads="1"/>
          </p:cNvSpPr>
          <p:nvPr/>
        </p:nvSpPr>
        <p:spPr bwMode="auto">
          <a:xfrm>
            <a:off x="323850" y="2892425"/>
            <a:ext cx="2447925" cy="457200"/>
          </a:xfrm>
          <a:prstGeom prst="rect">
            <a:avLst/>
          </a:prstGeom>
          <a:noFill/>
          <a:ln w="9525" algn="ctr">
            <a:noFill/>
            <a:miter lim="800000"/>
            <a:headEnd/>
            <a:tailEnd/>
          </a:ln>
        </p:spPr>
        <p:txBody>
          <a:bodyPr>
            <a:spAutoFit/>
          </a:bodyPr>
          <a:lstStyle/>
          <a:p>
            <a:pPr algn="just"/>
            <a:r>
              <a:rPr kumimoji="1" lang="zh-CN" altLang="en-US" sz="2400">
                <a:solidFill>
                  <a:srgbClr val="FF0000"/>
                </a:solidFill>
                <a:latin typeface="Times New Roman" pitchFamily="18" charset="0"/>
              </a:rPr>
              <a:t>空间平移对称性</a:t>
            </a:r>
            <a:r>
              <a:rPr kumimoji="1" lang="en-US" altLang="zh-CN" sz="2400">
                <a:solidFill>
                  <a:srgbClr val="FF0000"/>
                </a:solidFill>
                <a:latin typeface="Times New Roman" pitchFamily="18" charset="0"/>
              </a:rPr>
              <a:t>:</a:t>
            </a:r>
          </a:p>
        </p:txBody>
      </p:sp>
      <p:sp>
        <p:nvSpPr>
          <p:cNvPr id="21514" name="Text Box 10"/>
          <p:cNvSpPr txBox="1">
            <a:spLocks noChangeArrowheads="1"/>
          </p:cNvSpPr>
          <p:nvPr/>
        </p:nvSpPr>
        <p:spPr bwMode="auto">
          <a:xfrm>
            <a:off x="250825" y="981075"/>
            <a:ext cx="8569325" cy="968375"/>
          </a:xfrm>
          <a:prstGeom prst="rect">
            <a:avLst/>
          </a:prstGeom>
          <a:noFill/>
          <a:ln w="9525" algn="ctr">
            <a:noFill/>
            <a:miter lim="800000"/>
            <a:headEnd/>
            <a:tailEnd/>
          </a:ln>
        </p:spPr>
        <p:txBody>
          <a:bodyPr>
            <a:spAutoFit/>
          </a:bodyPr>
          <a:lstStyle/>
          <a:p>
            <a:pPr algn="just">
              <a:lnSpc>
                <a:spcPct val="120000"/>
              </a:lnSpc>
            </a:pPr>
            <a:r>
              <a:rPr kumimoji="1" lang="zh-CN" altLang="en-US" sz="2400">
                <a:solidFill>
                  <a:srgbClr val="FF0000"/>
                </a:solidFill>
                <a:latin typeface="Times New Roman" pitchFamily="18" charset="0"/>
              </a:rPr>
              <a:t>物理空间：</a:t>
            </a:r>
            <a:r>
              <a:rPr kumimoji="1" lang="zh-CN" altLang="en-US" sz="2400">
                <a:latin typeface="Times New Roman" pitchFamily="18" charset="0"/>
              </a:rPr>
              <a:t>有长、宽、高三维规定的空间体的具体空间。反映了物质的广延性，与物体的体积和位置的变化联系在一起。 </a:t>
            </a:r>
          </a:p>
        </p:txBody>
      </p:sp>
      <p:sp>
        <p:nvSpPr>
          <p:cNvPr id="21515" name="Text Box 11"/>
          <p:cNvSpPr txBox="1">
            <a:spLocks noChangeArrowheads="1"/>
          </p:cNvSpPr>
          <p:nvPr/>
        </p:nvSpPr>
        <p:spPr bwMode="auto">
          <a:xfrm>
            <a:off x="323850" y="4187825"/>
            <a:ext cx="2447925" cy="457200"/>
          </a:xfrm>
          <a:prstGeom prst="rect">
            <a:avLst/>
          </a:prstGeom>
          <a:noFill/>
          <a:ln w="9525" algn="ctr">
            <a:noFill/>
            <a:miter lim="800000"/>
            <a:headEnd/>
            <a:tailEnd/>
          </a:ln>
        </p:spPr>
        <p:txBody>
          <a:bodyPr>
            <a:spAutoFit/>
          </a:bodyPr>
          <a:lstStyle/>
          <a:p>
            <a:pPr algn="just"/>
            <a:r>
              <a:rPr kumimoji="1" lang="zh-CN" altLang="en-US" sz="2400">
                <a:solidFill>
                  <a:srgbClr val="FF0000"/>
                </a:solidFill>
                <a:latin typeface="Times New Roman" pitchFamily="18" charset="0"/>
              </a:rPr>
              <a:t>空间旋转对称性</a:t>
            </a:r>
            <a:r>
              <a:rPr kumimoji="1" lang="en-US" altLang="zh-CN" sz="2400">
                <a:solidFill>
                  <a:srgbClr val="FF0000"/>
                </a:solidFill>
                <a:latin typeface="Times New Roman" pitchFamily="18" charset="0"/>
              </a:rPr>
              <a:t>:</a:t>
            </a:r>
          </a:p>
        </p:txBody>
      </p:sp>
      <p:sp>
        <p:nvSpPr>
          <p:cNvPr id="21516" name="Text Box 12"/>
          <p:cNvSpPr txBox="1">
            <a:spLocks noChangeArrowheads="1"/>
          </p:cNvSpPr>
          <p:nvPr/>
        </p:nvSpPr>
        <p:spPr bwMode="auto">
          <a:xfrm>
            <a:off x="323850" y="2424113"/>
            <a:ext cx="6913563" cy="457200"/>
          </a:xfrm>
          <a:prstGeom prst="rect">
            <a:avLst/>
          </a:prstGeom>
          <a:noFill/>
          <a:ln w="9525" algn="ctr">
            <a:noFill/>
            <a:miter lim="800000"/>
            <a:headEnd/>
            <a:tailEnd/>
          </a:ln>
        </p:spPr>
        <p:txBody>
          <a:bodyPr>
            <a:spAutoFit/>
          </a:bodyPr>
          <a:lstStyle/>
          <a:p>
            <a:pPr algn="just"/>
            <a:r>
              <a:rPr kumimoji="1" lang="zh-CN" altLang="en-US" sz="2400">
                <a:latin typeface="Times New Roman" pitchFamily="18" charset="0"/>
              </a:rPr>
              <a:t>    空间分布是均匀的，而且具有各向同性。</a:t>
            </a:r>
            <a:endParaRPr kumimoji="1" lang="en-US" altLang="zh-CN" sz="2400">
              <a:latin typeface="Times New Roman" pitchFamily="18" charset="0"/>
            </a:endParaRPr>
          </a:p>
        </p:txBody>
      </p:sp>
      <p:sp>
        <p:nvSpPr>
          <p:cNvPr id="21517" name="Rectangle 13"/>
          <p:cNvSpPr>
            <a:spLocks noChangeArrowheads="1"/>
          </p:cNvSpPr>
          <p:nvPr/>
        </p:nvSpPr>
        <p:spPr bwMode="auto">
          <a:xfrm>
            <a:off x="179388" y="5072063"/>
            <a:ext cx="8785225" cy="1422400"/>
          </a:xfrm>
          <a:prstGeom prst="rect">
            <a:avLst/>
          </a:prstGeom>
          <a:noFill/>
          <a:ln w="9525" algn="ctr">
            <a:noFill/>
            <a:miter lim="800000"/>
            <a:headEnd/>
            <a:tailEnd/>
          </a:ln>
        </p:spPr>
        <p:txBody>
          <a:bodyPr>
            <a:spAutoFit/>
          </a:bodyPr>
          <a:lstStyle/>
          <a:p>
            <a:pPr algn="just">
              <a:lnSpc>
                <a:spcPct val="120000"/>
              </a:lnSpc>
            </a:pPr>
            <a:r>
              <a:rPr kumimoji="1" lang="zh-CN" altLang="en-US" sz="2400">
                <a:solidFill>
                  <a:srgbClr val="008000"/>
                </a:solidFill>
                <a:latin typeface="Times New Roman" pitchFamily="18" charset="0"/>
              </a:rPr>
              <a:t>任何科学理论必须建立在下述对称性的前提下</a:t>
            </a:r>
            <a:r>
              <a:rPr kumimoji="1" lang="en-US" altLang="zh-CN" sz="2400">
                <a:solidFill>
                  <a:srgbClr val="008000"/>
                </a:solidFill>
                <a:latin typeface="Times New Roman" pitchFamily="18" charset="0"/>
              </a:rPr>
              <a:t>:</a:t>
            </a:r>
          </a:p>
          <a:p>
            <a:pPr algn="just">
              <a:lnSpc>
                <a:spcPct val="120000"/>
              </a:lnSpc>
            </a:pPr>
            <a:r>
              <a:rPr kumimoji="1" lang="zh-CN" altLang="en-US" sz="2400">
                <a:solidFill>
                  <a:srgbClr val="008000"/>
                </a:solidFill>
                <a:latin typeface="Times New Roman" pitchFamily="18" charset="0"/>
              </a:rPr>
              <a:t>不因时而异</a:t>
            </a:r>
            <a:r>
              <a:rPr kumimoji="1" lang="en-US" altLang="zh-CN" sz="2400">
                <a:solidFill>
                  <a:srgbClr val="008000"/>
                </a:solidFill>
                <a:latin typeface="Times New Roman" pitchFamily="18" charset="0"/>
              </a:rPr>
              <a:t>——</a:t>
            </a:r>
            <a:r>
              <a:rPr kumimoji="1" lang="zh-CN" altLang="en-US" sz="2400">
                <a:solidFill>
                  <a:srgbClr val="008000"/>
                </a:solidFill>
                <a:latin typeface="Times New Roman" pitchFamily="18" charset="0"/>
              </a:rPr>
              <a:t>时间均匀性；</a:t>
            </a:r>
            <a:endParaRPr kumimoji="1" lang="en-US" altLang="zh-CN" sz="2400">
              <a:solidFill>
                <a:srgbClr val="008000"/>
              </a:solidFill>
              <a:latin typeface="Times New Roman" pitchFamily="18" charset="0"/>
            </a:endParaRPr>
          </a:p>
          <a:p>
            <a:pPr algn="just">
              <a:lnSpc>
                <a:spcPct val="120000"/>
              </a:lnSpc>
            </a:pPr>
            <a:r>
              <a:rPr kumimoji="1" lang="zh-CN" altLang="en-US" sz="2400">
                <a:solidFill>
                  <a:srgbClr val="008000"/>
                </a:solidFill>
                <a:latin typeface="Times New Roman" pitchFamily="18" charset="0"/>
              </a:rPr>
              <a:t>不因地而异</a:t>
            </a:r>
            <a:r>
              <a:rPr kumimoji="1" lang="en-US" altLang="zh-CN" sz="2400">
                <a:solidFill>
                  <a:srgbClr val="008000"/>
                </a:solidFill>
                <a:latin typeface="Times New Roman" pitchFamily="18" charset="0"/>
              </a:rPr>
              <a:t>——</a:t>
            </a:r>
            <a:r>
              <a:rPr kumimoji="1" lang="zh-CN" altLang="en-US" sz="2400">
                <a:solidFill>
                  <a:srgbClr val="008000"/>
                </a:solidFill>
                <a:latin typeface="Times New Roman" pitchFamily="18" charset="0"/>
              </a:rPr>
              <a:t>空间均匀性与各向同性；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507"/>
                                        </p:tgtEl>
                                        <p:attrNameLst>
                                          <p:attrName>style.visibility</p:attrName>
                                        </p:attrNameLst>
                                      </p:cBhvr>
                                      <p:to>
                                        <p:strVal val="visible"/>
                                      </p:to>
                                    </p:set>
                                    <p:anim calcmode="lin" valueType="num">
                                      <p:cBhvr additive="base">
                                        <p:cTn id="7" dur="500" fill="hold"/>
                                        <p:tgtEl>
                                          <p:spTgt spid="21507"/>
                                        </p:tgtEl>
                                        <p:attrNameLst>
                                          <p:attrName>ppt_x</p:attrName>
                                        </p:attrNameLst>
                                      </p:cBhvr>
                                      <p:tavLst>
                                        <p:tav tm="0">
                                          <p:val>
                                            <p:strVal val="0-#ppt_w/2"/>
                                          </p:val>
                                        </p:tav>
                                        <p:tav tm="100000">
                                          <p:val>
                                            <p:strVal val="#ppt_x"/>
                                          </p:val>
                                        </p:tav>
                                      </p:tavLst>
                                    </p:anim>
                                    <p:anim calcmode="lin" valueType="num">
                                      <p:cBhvr additive="base">
                                        <p:cTn id="8" dur="500" fill="hold"/>
                                        <p:tgtEl>
                                          <p:spTgt spid="2150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1514"/>
                                        </p:tgtEl>
                                        <p:attrNameLst>
                                          <p:attrName>style.visibility</p:attrName>
                                        </p:attrNameLst>
                                      </p:cBhvr>
                                      <p:to>
                                        <p:strVal val="visible"/>
                                      </p:to>
                                    </p:set>
                                    <p:animEffect transition="in" filter="wipe(left)">
                                      <p:cBhvr>
                                        <p:cTn id="13" dur="1000"/>
                                        <p:tgtEl>
                                          <p:spTgt spid="2151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1512"/>
                                        </p:tgtEl>
                                        <p:attrNameLst>
                                          <p:attrName>style.visibility</p:attrName>
                                        </p:attrNameLst>
                                      </p:cBhvr>
                                      <p:to>
                                        <p:strVal val="visible"/>
                                      </p:to>
                                    </p:set>
                                    <p:animEffect transition="in" filter="wipe(left)">
                                      <p:cBhvr>
                                        <p:cTn id="18" dur="1000"/>
                                        <p:tgtEl>
                                          <p:spTgt spid="215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1516"/>
                                        </p:tgtEl>
                                        <p:attrNameLst>
                                          <p:attrName>style.visibility</p:attrName>
                                        </p:attrNameLst>
                                      </p:cBhvr>
                                      <p:to>
                                        <p:strVal val="visible"/>
                                      </p:to>
                                    </p:set>
                                    <p:animEffect transition="in" filter="wipe(left)">
                                      <p:cBhvr>
                                        <p:cTn id="23" dur="1000"/>
                                        <p:tgtEl>
                                          <p:spTgt spid="2151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1513"/>
                                        </p:tgtEl>
                                        <p:attrNameLst>
                                          <p:attrName>style.visibility</p:attrName>
                                        </p:attrNameLst>
                                      </p:cBhvr>
                                      <p:to>
                                        <p:strVal val="visible"/>
                                      </p:to>
                                    </p:set>
                                    <p:animEffect transition="in" filter="wipe(left)">
                                      <p:cBhvr>
                                        <p:cTn id="28" dur="1000"/>
                                        <p:tgtEl>
                                          <p:spTgt spid="2151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1511"/>
                                        </p:tgtEl>
                                        <p:attrNameLst>
                                          <p:attrName>style.visibility</p:attrName>
                                        </p:attrNameLst>
                                      </p:cBhvr>
                                      <p:to>
                                        <p:strVal val="visible"/>
                                      </p:to>
                                    </p:set>
                                    <p:animEffect transition="in" filter="wipe(left)">
                                      <p:cBhvr>
                                        <p:cTn id="33" dur="1000"/>
                                        <p:tgtEl>
                                          <p:spTgt spid="2151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515"/>
                                        </p:tgtEl>
                                        <p:attrNameLst>
                                          <p:attrName>style.visibility</p:attrName>
                                        </p:attrNameLst>
                                      </p:cBhvr>
                                      <p:to>
                                        <p:strVal val="visible"/>
                                      </p:to>
                                    </p:set>
                                    <p:animEffect transition="in" filter="wipe(left)">
                                      <p:cBhvr>
                                        <p:cTn id="38" dur="1000"/>
                                        <p:tgtEl>
                                          <p:spTgt spid="2151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1510"/>
                                        </p:tgtEl>
                                        <p:attrNameLst>
                                          <p:attrName>style.visibility</p:attrName>
                                        </p:attrNameLst>
                                      </p:cBhvr>
                                      <p:to>
                                        <p:strVal val="visible"/>
                                      </p:to>
                                    </p:set>
                                    <p:animEffect transition="in" filter="wipe(left)">
                                      <p:cBhvr>
                                        <p:cTn id="43" dur="1000"/>
                                        <p:tgtEl>
                                          <p:spTgt spid="21510"/>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1517"/>
                                        </p:tgtEl>
                                        <p:attrNameLst>
                                          <p:attrName>style.visibility</p:attrName>
                                        </p:attrNameLst>
                                      </p:cBhvr>
                                      <p:to>
                                        <p:strVal val="visible"/>
                                      </p:to>
                                    </p:set>
                                    <p:animEffect transition="in" filter="wipe(left)">
                                      <p:cBhvr>
                                        <p:cTn id="48" dur="1000"/>
                                        <p:tgtEl>
                                          <p:spTgt spid="21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p:bldP spid="21510" grpId="0"/>
      <p:bldP spid="21511" grpId="0"/>
      <p:bldP spid="21512" grpId="0"/>
      <p:bldP spid="21513" grpId="0"/>
      <p:bldP spid="21514" grpId="0"/>
      <p:bldP spid="21515" grpId="0"/>
      <p:bldP spid="21516" grpId="0"/>
      <p:bldP spid="2151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250825" y="404813"/>
            <a:ext cx="8642350" cy="457200"/>
          </a:xfrm>
          <a:prstGeom prst="rect">
            <a:avLst/>
          </a:prstGeom>
          <a:noFill/>
          <a:ln w="9525" algn="ctr">
            <a:noFill/>
            <a:miter lim="800000"/>
            <a:headEnd type="none" w="sm" len="sm"/>
            <a:tailEnd type="none" w="sm" len="sm"/>
          </a:ln>
        </p:spPr>
        <p:txBody>
          <a:bodyPr>
            <a:spAutoFit/>
          </a:bodyPr>
          <a:lstStyle/>
          <a:p>
            <a:pPr>
              <a:spcBef>
                <a:spcPct val="50000"/>
              </a:spcBef>
            </a:pPr>
            <a:r>
              <a:rPr kumimoji="1" lang="en-US" altLang="zh-CN" sz="2400">
                <a:solidFill>
                  <a:srgbClr val="0000FF"/>
                </a:solidFill>
                <a:latin typeface="Times New Roman" pitchFamily="18" charset="0"/>
              </a:rPr>
              <a:t>1.1.3  </a:t>
            </a:r>
            <a:r>
              <a:rPr kumimoji="1" lang="zh-CN" altLang="en-US" sz="2400">
                <a:solidFill>
                  <a:srgbClr val="0000FF"/>
                </a:solidFill>
                <a:latin typeface="Times New Roman" pitchFamily="18" charset="0"/>
              </a:rPr>
              <a:t>时间和空间的计量 </a:t>
            </a:r>
          </a:p>
        </p:txBody>
      </p:sp>
      <p:sp>
        <p:nvSpPr>
          <p:cNvPr id="25604" name="Text Box 4"/>
          <p:cNvSpPr txBox="1">
            <a:spLocks noChangeArrowheads="1"/>
          </p:cNvSpPr>
          <p:nvPr/>
        </p:nvSpPr>
        <p:spPr bwMode="auto">
          <a:xfrm>
            <a:off x="5292725" y="3871913"/>
            <a:ext cx="3384550" cy="1200150"/>
          </a:xfrm>
          <a:prstGeom prst="rect">
            <a:avLst/>
          </a:prstGeom>
          <a:gradFill rotWithShape="1">
            <a:gsLst>
              <a:gs pos="0">
                <a:srgbClr val="FFFFFF"/>
              </a:gs>
              <a:gs pos="100000">
                <a:srgbClr val="A7FFFF"/>
              </a:gs>
            </a:gsLst>
            <a:path path="shape">
              <a:fillToRect l="50000" t="50000" r="50000" b="50000"/>
            </a:path>
          </a:gradFill>
          <a:ln w="9525" algn="ctr">
            <a:solidFill>
              <a:srgbClr val="00FFFF"/>
            </a:solidFill>
            <a:miter lim="800000"/>
            <a:headEnd/>
            <a:tailEnd/>
          </a:ln>
        </p:spPr>
        <p:txBody>
          <a:bodyPr>
            <a:spAutoFit/>
          </a:bodyPr>
          <a:lstStyle/>
          <a:p>
            <a:pPr algn="just"/>
            <a:r>
              <a:rPr kumimoji="1" lang="zh-CN" altLang="en-US" sz="2400">
                <a:latin typeface="Times New Roman" pitchFamily="18" charset="0"/>
              </a:rPr>
              <a:t>将一个平均太阳日的</a:t>
            </a:r>
            <a:r>
              <a:rPr kumimoji="1" lang="en-US" altLang="zh-CN" sz="2400">
                <a:solidFill>
                  <a:srgbClr val="FF6600"/>
                </a:solidFill>
                <a:latin typeface="Times New Roman" pitchFamily="18" charset="0"/>
              </a:rPr>
              <a:t>1/86400</a:t>
            </a:r>
            <a:r>
              <a:rPr kumimoji="1" lang="zh-CN" altLang="en-US" sz="2400">
                <a:latin typeface="Times New Roman" pitchFamily="18" charset="0"/>
              </a:rPr>
              <a:t>作为 </a:t>
            </a:r>
            <a:r>
              <a:rPr kumimoji="1" lang="en-US" altLang="zh-CN" sz="2400">
                <a:solidFill>
                  <a:srgbClr val="FF6600"/>
                </a:solidFill>
                <a:latin typeface="Times New Roman" pitchFamily="18" charset="0"/>
              </a:rPr>
              <a:t>1s</a:t>
            </a:r>
            <a:r>
              <a:rPr kumimoji="1" lang="zh-CN" altLang="en-US" sz="2400">
                <a:latin typeface="Times New Roman" pitchFamily="18" charset="0"/>
              </a:rPr>
              <a:t>，称作世界时秒</a:t>
            </a:r>
          </a:p>
        </p:txBody>
      </p:sp>
      <p:sp>
        <p:nvSpPr>
          <p:cNvPr id="25605" name="Text Box 5"/>
          <p:cNvSpPr txBox="1">
            <a:spLocks noChangeArrowheads="1"/>
          </p:cNvSpPr>
          <p:nvPr/>
        </p:nvSpPr>
        <p:spPr bwMode="auto">
          <a:xfrm>
            <a:off x="611188" y="1757363"/>
            <a:ext cx="7632700" cy="457200"/>
          </a:xfrm>
          <a:prstGeom prst="rect">
            <a:avLst/>
          </a:prstGeom>
          <a:noFill/>
          <a:ln w="9525" algn="ctr">
            <a:noFill/>
            <a:miter lim="800000"/>
            <a:headEnd/>
            <a:tailEnd/>
          </a:ln>
        </p:spPr>
        <p:txBody>
          <a:bodyPr>
            <a:spAutoFit/>
          </a:bodyPr>
          <a:lstStyle/>
          <a:p>
            <a:r>
              <a:rPr kumimoji="1" lang="zh-CN" altLang="zh-CN" sz="2400">
                <a:solidFill>
                  <a:srgbClr val="008000"/>
                </a:solidFill>
                <a:latin typeface="Times New Roman" pitchFamily="18" charset="0"/>
              </a:rPr>
              <a:t>判别和排列各个事件发生的先后顺序及运动的快慢程度</a:t>
            </a:r>
            <a:endParaRPr kumimoji="1" lang="zh-CN" altLang="en-US" sz="2400">
              <a:solidFill>
                <a:srgbClr val="008000"/>
              </a:solidFill>
              <a:latin typeface="Times New Roman" pitchFamily="18" charset="0"/>
            </a:endParaRPr>
          </a:p>
        </p:txBody>
      </p:sp>
      <p:sp>
        <p:nvSpPr>
          <p:cNvPr id="25606" name="Text Box 6"/>
          <p:cNvSpPr txBox="1">
            <a:spLocks noChangeArrowheads="1"/>
          </p:cNvSpPr>
          <p:nvPr/>
        </p:nvSpPr>
        <p:spPr bwMode="auto">
          <a:xfrm>
            <a:off x="5148263" y="2359025"/>
            <a:ext cx="3313112" cy="830263"/>
          </a:xfrm>
          <a:prstGeom prst="rect">
            <a:avLst/>
          </a:prstGeom>
          <a:gradFill rotWithShape="1">
            <a:gsLst>
              <a:gs pos="0">
                <a:srgbClr val="FFFFFF"/>
              </a:gs>
              <a:gs pos="100000">
                <a:srgbClr val="A7FFFF"/>
              </a:gs>
            </a:gsLst>
            <a:path path="shape">
              <a:fillToRect l="50000" t="50000" r="50000" b="50000"/>
            </a:path>
          </a:gradFill>
          <a:ln w="9525" algn="ctr">
            <a:solidFill>
              <a:srgbClr val="00FFFF"/>
            </a:solidFill>
            <a:miter lim="800000"/>
            <a:headEnd/>
            <a:tailEnd/>
          </a:ln>
        </p:spPr>
        <p:txBody>
          <a:bodyPr>
            <a:spAutoFit/>
          </a:bodyPr>
          <a:lstStyle/>
          <a:p>
            <a:pPr algn="ctr"/>
            <a:r>
              <a:rPr kumimoji="1" lang="zh-CN" altLang="zh-CN" sz="2400">
                <a:latin typeface="Times New Roman" pitchFamily="18" charset="0"/>
              </a:rPr>
              <a:t>选定某种周期性重复的运动过程作为参考标准</a:t>
            </a:r>
            <a:endParaRPr kumimoji="1" lang="zh-CN" altLang="en-US" sz="2400">
              <a:latin typeface="Times New Roman" pitchFamily="18" charset="0"/>
            </a:endParaRPr>
          </a:p>
        </p:txBody>
      </p:sp>
      <p:sp>
        <p:nvSpPr>
          <p:cNvPr id="25607" name="Text Box 7"/>
          <p:cNvSpPr txBox="1">
            <a:spLocks noChangeArrowheads="1"/>
          </p:cNvSpPr>
          <p:nvPr/>
        </p:nvSpPr>
        <p:spPr bwMode="auto">
          <a:xfrm>
            <a:off x="539750" y="2430463"/>
            <a:ext cx="2376488" cy="461962"/>
          </a:xfrm>
          <a:prstGeom prst="rect">
            <a:avLst/>
          </a:prstGeom>
          <a:gradFill rotWithShape="1">
            <a:gsLst>
              <a:gs pos="0">
                <a:srgbClr val="FFFFFF"/>
              </a:gs>
              <a:gs pos="100000">
                <a:srgbClr val="A7FFFF"/>
              </a:gs>
            </a:gsLst>
            <a:path path="shape">
              <a:fillToRect l="50000" t="50000" r="50000" b="50000"/>
            </a:path>
          </a:gradFill>
          <a:ln w="9525" algn="ctr">
            <a:solidFill>
              <a:srgbClr val="00FFFF"/>
            </a:solidFill>
            <a:miter lim="800000"/>
            <a:headEnd/>
            <a:tailEnd/>
          </a:ln>
        </p:spPr>
        <p:txBody>
          <a:bodyPr>
            <a:spAutoFit/>
          </a:bodyPr>
          <a:lstStyle/>
          <a:p>
            <a:pPr algn="ctr"/>
            <a:r>
              <a:rPr kumimoji="1" lang="zh-CN" altLang="zh-CN" sz="2400">
                <a:latin typeface="Times New Roman" pitchFamily="18" charset="0"/>
              </a:rPr>
              <a:t>物质的运动过程</a:t>
            </a:r>
            <a:endParaRPr kumimoji="1" lang="en-US" altLang="zh-CN" sz="2400">
              <a:latin typeface="Times New Roman" pitchFamily="18" charset="0"/>
            </a:endParaRPr>
          </a:p>
        </p:txBody>
      </p:sp>
      <p:sp>
        <p:nvSpPr>
          <p:cNvPr id="25608" name="Text Box 8"/>
          <p:cNvSpPr txBox="1">
            <a:spLocks noChangeArrowheads="1"/>
          </p:cNvSpPr>
          <p:nvPr/>
        </p:nvSpPr>
        <p:spPr bwMode="auto">
          <a:xfrm>
            <a:off x="250825" y="882650"/>
            <a:ext cx="8569325" cy="968375"/>
          </a:xfrm>
          <a:prstGeom prst="rect">
            <a:avLst/>
          </a:prstGeom>
          <a:noFill/>
          <a:ln w="9525" algn="ctr">
            <a:noFill/>
            <a:miter lim="800000"/>
            <a:headEnd/>
            <a:tailEnd/>
          </a:ln>
        </p:spPr>
        <p:txBody>
          <a:bodyPr>
            <a:spAutoFit/>
          </a:bodyPr>
          <a:lstStyle/>
          <a:p>
            <a:pPr>
              <a:lnSpc>
                <a:spcPct val="120000"/>
              </a:lnSpc>
            </a:pPr>
            <a:r>
              <a:rPr kumimoji="1" lang="en-US" altLang="zh-CN" sz="2400">
                <a:solidFill>
                  <a:srgbClr val="FF0000"/>
                </a:solidFill>
                <a:latin typeface="Times New Roman" pitchFamily="18" charset="0"/>
              </a:rPr>
              <a:t>(1)  </a:t>
            </a:r>
            <a:r>
              <a:rPr kumimoji="1" lang="zh-CN" altLang="en-US" sz="2400">
                <a:solidFill>
                  <a:srgbClr val="FF0000"/>
                </a:solidFill>
                <a:latin typeface="Times New Roman" pitchFamily="18" charset="0"/>
              </a:rPr>
              <a:t>时间的计量：</a:t>
            </a:r>
            <a:r>
              <a:rPr kumimoji="1" lang="zh-CN" altLang="zh-CN" sz="2400">
                <a:latin typeface="Times New Roman" pitchFamily="18" charset="0"/>
              </a:rPr>
              <a:t>时间表征物质运动的持续性，凡已知其运动规律的物理过程，都可以用作时间的计量</a:t>
            </a:r>
            <a:r>
              <a:rPr kumimoji="1" lang="zh-CN" altLang="en-US" sz="2400">
                <a:latin typeface="Times New Roman" pitchFamily="18" charset="0"/>
              </a:rPr>
              <a:t>。</a:t>
            </a:r>
          </a:p>
        </p:txBody>
      </p:sp>
      <p:sp>
        <p:nvSpPr>
          <p:cNvPr id="25611" name="Rectangle 11"/>
          <p:cNvSpPr>
            <a:spLocks noChangeArrowheads="1"/>
          </p:cNvSpPr>
          <p:nvPr/>
        </p:nvSpPr>
        <p:spPr bwMode="auto">
          <a:xfrm>
            <a:off x="1214438" y="5214938"/>
            <a:ext cx="6985000" cy="1200150"/>
          </a:xfrm>
          <a:prstGeom prst="rect">
            <a:avLst/>
          </a:prstGeom>
          <a:gradFill rotWithShape="1">
            <a:gsLst>
              <a:gs pos="0">
                <a:srgbClr val="FFFFFF"/>
              </a:gs>
              <a:gs pos="100000">
                <a:srgbClr val="A7FFFF"/>
              </a:gs>
            </a:gsLst>
            <a:path path="shape">
              <a:fillToRect l="50000" t="50000" r="50000" b="50000"/>
            </a:path>
          </a:gradFill>
          <a:ln w="9525" algn="ctr">
            <a:solidFill>
              <a:srgbClr val="00FFFF"/>
            </a:solidFill>
            <a:miter lim="800000"/>
            <a:headEnd/>
            <a:tailEnd/>
          </a:ln>
        </p:spPr>
        <p:txBody>
          <a:bodyPr>
            <a:spAutoFit/>
          </a:bodyPr>
          <a:lstStyle/>
          <a:p>
            <a:pPr algn="just"/>
            <a:r>
              <a:rPr kumimoji="1" lang="en-US" altLang="zh-CN" sz="2400">
                <a:latin typeface="Times New Roman" pitchFamily="18" charset="0"/>
              </a:rPr>
              <a:t>1967</a:t>
            </a:r>
            <a:r>
              <a:rPr kumimoji="1" lang="zh-CN" altLang="en-US" sz="2400">
                <a:latin typeface="Times New Roman" pitchFamily="18" charset="0"/>
              </a:rPr>
              <a:t>年第十三届国际计量大会决定采用铯原子钟作为新的时间计量标准。这个跃迁频率测量的准确度达到 </a:t>
            </a:r>
            <a:r>
              <a:rPr kumimoji="1" lang="en-US" altLang="zh-CN" sz="2400">
                <a:solidFill>
                  <a:srgbClr val="FF6600"/>
                </a:solidFill>
                <a:latin typeface="Times New Roman" pitchFamily="18" charset="0"/>
              </a:rPr>
              <a:t>10</a:t>
            </a:r>
            <a:r>
              <a:rPr kumimoji="1" lang="en-US" altLang="zh-CN" sz="2400" baseline="30000">
                <a:solidFill>
                  <a:srgbClr val="FF6600"/>
                </a:solidFill>
                <a:latin typeface="Times New Roman" pitchFamily="18" charset="0"/>
              </a:rPr>
              <a:t>-12 </a:t>
            </a:r>
            <a:r>
              <a:rPr kumimoji="1" lang="zh-CN" altLang="en-US" sz="2400">
                <a:latin typeface="Times New Roman" pitchFamily="18" charset="0"/>
              </a:rPr>
              <a:t>至 </a:t>
            </a:r>
            <a:r>
              <a:rPr kumimoji="1" lang="en-US" altLang="zh-CN" sz="2400">
                <a:solidFill>
                  <a:srgbClr val="FF6600"/>
                </a:solidFill>
                <a:latin typeface="Times New Roman" pitchFamily="18" charset="0"/>
              </a:rPr>
              <a:t>10</a:t>
            </a:r>
            <a:r>
              <a:rPr kumimoji="1" lang="en-US" altLang="zh-CN" sz="2400" baseline="30000">
                <a:solidFill>
                  <a:srgbClr val="FF6600"/>
                </a:solidFill>
                <a:latin typeface="Times New Roman" pitchFamily="18" charset="0"/>
              </a:rPr>
              <a:t>-13</a:t>
            </a:r>
            <a:r>
              <a:rPr kumimoji="1" lang="en-US" altLang="zh-CN" sz="2400">
                <a:solidFill>
                  <a:srgbClr val="FF6600"/>
                </a:solidFill>
                <a:latin typeface="Times New Roman" pitchFamily="18" charset="0"/>
              </a:rPr>
              <a:t> s</a:t>
            </a:r>
            <a:r>
              <a:rPr kumimoji="1" lang="en-US" altLang="zh-CN" sz="2400" baseline="30000">
                <a:solidFill>
                  <a:srgbClr val="FF6600"/>
                </a:solidFill>
                <a:latin typeface="Times New Roman" pitchFamily="18" charset="0"/>
              </a:rPr>
              <a:t> </a:t>
            </a:r>
            <a:r>
              <a:rPr kumimoji="1" lang="zh-CN" altLang="en-US" sz="2400">
                <a:latin typeface="Times New Roman" pitchFamily="18" charset="0"/>
              </a:rPr>
              <a:t>。</a:t>
            </a:r>
          </a:p>
        </p:txBody>
      </p:sp>
      <p:sp>
        <p:nvSpPr>
          <p:cNvPr id="25612" name="AutoShape 12"/>
          <p:cNvSpPr>
            <a:spLocks noChangeArrowheads="1"/>
          </p:cNvSpPr>
          <p:nvPr/>
        </p:nvSpPr>
        <p:spPr bwMode="auto">
          <a:xfrm>
            <a:off x="3132138" y="2574925"/>
            <a:ext cx="1871662" cy="215900"/>
          </a:xfrm>
          <a:prstGeom prst="rightArrow">
            <a:avLst>
              <a:gd name="adj1" fmla="val 50000"/>
              <a:gd name="adj2" fmla="val 216728"/>
            </a:avLst>
          </a:prstGeom>
          <a:solidFill>
            <a:srgbClr val="A8EFF6"/>
          </a:solidFill>
          <a:ln w="9525">
            <a:solidFill>
              <a:schemeClr val="tx1"/>
            </a:solidFill>
            <a:miter lim="800000"/>
            <a:headEnd/>
            <a:tailEnd/>
          </a:ln>
        </p:spPr>
        <p:txBody>
          <a:bodyPr wrap="none" anchor="ctr"/>
          <a:lstStyle/>
          <a:p>
            <a:endParaRPr lang="zh-CN" altLang="en-US" sz="2400">
              <a:latin typeface="Times New Roman" pitchFamily="18" charset="0"/>
            </a:endParaRPr>
          </a:p>
        </p:txBody>
      </p:sp>
      <p:sp>
        <p:nvSpPr>
          <p:cNvPr id="25614" name="Text Box 14"/>
          <p:cNvSpPr txBox="1">
            <a:spLocks noChangeArrowheads="1"/>
          </p:cNvSpPr>
          <p:nvPr/>
        </p:nvSpPr>
        <p:spPr bwMode="auto">
          <a:xfrm>
            <a:off x="3714750" y="3311525"/>
            <a:ext cx="1571625" cy="830263"/>
          </a:xfrm>
          <a:prstGeom prst="rect">
            <a:avLst/>
          </a:prstGeom>
          <a:noFill/>
          <a:ln w="9525" algn="ctr">
            <a:noFill/>
            <a:miter lim="800000"/>
            <a:headEnd/>
            <a:tailEnd/>
          </a:ln>
        </p:spPr>
        <p:txBody>
          <a:bodyPr>
            <a:spAutoFit/>
          </a:bodyPr>
          <a:lstStyle/>
          <a:p>
            <a:pPr>
              <a:spcBef>
                <a:spcPct val="50000"/>
              </a:spcBef>
            </a:pPr>
            <a:r>
              <a:rPr lang="zh-CN" altLang="en-US" sz="2400">
                <a:solidFill>
                  <a:srgbClr val="CC0000"/>
                </a:solidFill>
                <a:latin typeface="Times New Roman" pitchFamily="18" charset="0"/>
              </a:rPr>
              <a:t>存在着不规则变化</a:t>
            </a:r>
          </a:p>
        </p:txBody>
      </p:sp>
      <p:sp>
        <p:nvSpPr>
          <p:cNvPr id="25617" name="Text Box 17"/>
          <p:cNvSpPr txBox="1">
            <a:spLocks noChangeArrowheads="1"/>
          </p:cNvSpPr>
          <p:nvPr/>
        </p:nvSpPr>
        <p:spPr bwMode="auto">
          <a:xfrm>
            <a:off x="250825" y="3654425"/>
            <a:ext cx="3313113" cy="1200150"/>
          </a:xfrm>
          <a:prstGeom prst="rect">
            <a:avLst/>
          </a:prstGeom>
          <a:gradFill rotWithShape="1">
            <a:gsLst>
              <a:gs pos="0">
                <a:srgbClr val="FFFFFF"/>
              </a:gs>
              <a:gs pos="100000">
                <a:srgbClr val="A7FFFF"/>
              </a:gs>
            </a:gsLst>
            <a:path path="shape">
              <a:fillToRect l="50000" t="50000" r="50000" b="50000"/>
            </a:path>
          </a:gradFill>
          <a:ln w="9525" algn="ctr">
            <a:solidFill>
              <a:srgbClr val="00FFFF"/>
            </a:solidFill>
            <a:miter lim="800000"/>
            <a:headEnd/>
            <a:tailEnd/>
          </a:ln>
        </p:spPr>
        <p:txBody>
          <a:bodyPr>
            <a:spAutoFit/>
          </a:bodyPr>
          <a:lstStyle/>
          <a:p>
            <a:pPr algn="ctr"/>
            <a:r>
              <a:rPr kumimoji="1" lang="zh-CN" altLang="en-US" sz="2400">
                <a:latin typeface="Times New Roman" pitchFamily="18" charset="0"/>
              </a:rPr>
              <a:t>利用分子和原子的固有振动频率作为时间的计量标准，即</a:t>
            </a:r>
            <a:r>
              <a:rPr kumimoji="1" lang="zh-CN" altLang="en-US" sz="2400">
                <a:solidFill>
                  <a:srgbClr val="FF0000"/>
                </a:solidFill>
                <a:latin typeface="Times New Roman" pitchFamily="18" charset="0"/>
              </a:rPr>
              <a:t>原子钟</a:t>
            </a:r>
            <a:r>
              <a:rPr kumimoji="1" lang="zh-CN" altLang="en-US" sz="2400">
                <a:latin typeface="Times New Roman" pitchFamily="18" charset="0"/>
              </a:rPr>
              <a:t>。</a:t>
            </a:r>
          </a:p>
        </p:txBody>
      </p:sp>
      <p:sp>
        <p:nvSpPr>
          <p:cNvPr id="25619" name="AutoShape 19"/>
          <p:cNvSpPr>
            <a:spLocks noChangeArrowheads="1"/>
          </p:cNvSpPr>
          <p:nvPr/>
        </p:nvSpPr>
        <p:spPr bwMode="auto">
          <a:xfrm rot="10800000">
            <a:off x="3622675" y="4086225"/>
            <a:ext cx="1584325" cy="144463"/>
          </a:xfrm>
          <a:prstGeom prst="rightArrow">
            <a:avLst>
              <a:gd name="adj1" fmla="val 50000"/>
              <a:gd name="adj2" fmla="val 274175"/>
            </a:avLst>
          </a:prstGeom>
          <a:solidFill>
            <a:srgbClr val="A8EFF6"/>
          </a:solidFill>
          <a:ln w="9525">
            <a:solidFill>
              <a:schemeClr val="tx1"/>
            </a:solidFill>
            <a:miter lim="800000"/>
            <a:headEnd/>
            <a:tailEnd/>
          </a:ln>
        </p:spPr>
        <p:txBody>
          <a:bodyPr wrap="none" anchor="ctr"/>
          <a:lstStyle/>
          <a:p>
            <a:endParaRPr lang="zh-CN" altLang="en-US" sz="2400">
              <a:latin typeface="Times New Roman" pitchFamily="18" charset="0"/>
            </a:endParaRPr>
          </a:p>
        </p:txBody>
      </p:sp>
      <p:sp>
        <p:nvSpPr>
          <p:cNvPr id="25620" name="AutoShape 20"/>
          <p:cNvSpPr>
            <a:spLocks noChangeArrowheads="1"/>
          </p:cNvSpPr>
          <p:nvPr/>
        </p:nvSpPr>
        <p:spPr bwMode="auto">
          <a:xfrm rot="5400000">
            <a:off x="6354763" y="3405188"/>
            <a:ext cx="754062" cy="144462"/>
          </a:xfrm>
          <a:prstGeom prst="rightArrow">
            <a:avLst>
              <a:gd name="adj1" fmla="val 50000"/>
              <a:gd name="adj2" fmla="val 130495"/>
            </a:avLst>
          </a:prstGeom>
          <a:solidFill>
            <a:srgbClr val="A8EFF6"/>
          </a:solidFill>
          <a:ln w="9525">
            <a:solidFill>
              <a:schemeClr val="tx1"/>
            </a:solidFill>
            <a:miter lim="800000"/>
            <a:headEnd/>
            <a:tailEnd/>
          </a:ln>
        </p:spPr>
        <p:txBody>
          <a:bodyPr wrap="none" anchor="ctr"/>
          <a:lstStyle/>
          <a:p>
            <a:endParaRPr lang="zh-CN" altLang="en-US" sz="2400">
              <a:latin typeface="Times New Roman" pitchFamily="18" charset="0"/>
            </a:endParaRPr>
          </a:p>
        </p:txBody>
      </p:sp>
      <p:sp>
        <p:nvSpPr>
          <p:cNvPr id="25621" name="AutoShape 21"/>
          <p:cNvSpPr>
            <a:spLocks noChangeArrowheads="1"/>
          </p:cNvSpPr>
          <p:nvPr/>
        </p:nvSpPr>
        <p:spPr bwMode="auto">
          <a:xfrm rot="5400000">
            <a:off x="251618" y="4996657"/>
            <a:ext cx="1008063" cy="863600"/>
          </a:xfrm>
          <a:custGeom>
            <a:avLst/>
            <a:gdLst>
              <a:gd name="T0" fmla="*/ 1598322137 w 21600"/>
              <a:gd name="T1" fmla="*/ 0 h 21600"/>
              <a:gd name="T2" fmla="*/ 1000933392 w 21600"/>
              <a:gd name="T3" fmla="*/ 403470735 h 21600"/>
              <a:gd name="T4" fmla="*/ 0 w 21600"/>
              <a:gd name="T5" fmla="*/ 1286786244 h 21600"/>
              <a:gd name="T6" fmla="*/ 857406181 w 21600"/>
              <a:gd name="T7" fmla="*/ 1380480733 h 21600"/>
              <a:gd name="T8" fmla="*/ 1714710809 w 21600"/>
              <a:gd name="T9" fmla="*/ 948568621 h 21600"/>
              <a:gd name="T10" fmla="*/ 2147483647 w 21600"/>
              <a:gd name="T11" fmla="*/ 403470735 h 21600"/>
              <a:gd name="T12" fmla="*/ 17694720 60000 65536"/>
              <a:gd name="T13" fmla="*/ 11796480 60000 65536"/>
              <a:gd name="T14" fmla="*/ 11796480 60000 65536"/>
              <a:gd name="T15" fmla="*/ 5898240 60000 65536"/>
              <a:gd name="T16" fmla="*/ 0 60000 65536"/>
              <a:gd name="T17" fmla="*/ 0 60000 65536"/>
              <a:gd name="T18" fmla="*/ 0 w 21600"/>
              <a:gd name="T19" fmla="*/ 18666 h 21600"/>
              <a:gd name="T20" fmla="*/ 16869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724" y="0"/>
                </a:moveTo>
                <a:lnTo>
                  <a:pt x="9847" y="6313"/>
                </a:lnTo>
                <a:lnTo>
                  <a:pt x="14578" y="6313"/>
                </a:lnTo>
                <a:lnTo>
                  <a:pt x="14578" y="18666"/>
                </a:lnTo>
                <a:lnTo>
                  <a:pt x="0" y="18666"/>
                </a:lnTo>
                <a:lnTo>
                  <a:pt x="0" y="21600"/>
                </a:lnTo>
                <a:lnTo>
                  <a:pt x="16869" y="21600"/>
                </a:lnTo>
                <a:lnTo>
                  <a:pt x="16869" y="6313"/>
                </a:lnTo>
                <a:lnTo>
                  <a:pt x="21600" y="6313"/>
                </a:lnTo>
                <a:close/>
              </a:path>
            </a:pathLst>
          </a:custGeom>
          <a:solidFill>
            <a:srgbClr val="A8EFF6"/>
          </a:solidFill>
          <a:ln w="9525">
            <a:solidFill>
              <a:schemeClr val="tx1"/>
            </a:solidFill>
            <a:miter lim="800000"/>
            <a:headEnd/>
            <a:tailEnd/>
          </a:ln>
        </p:spPr>
        <p:txBody>
          <a:bodyPr wrap="none" anchor="ctr"/>
          <a:lstStyle/>
          <a:p>
            <a:endParaRPr lang="zh-CN" altLang="en-US" sz="2400">
              <a:latin typeface="Times New Roman" pitchFamily="18" charset="0"/>
            </a:endParaRPr>
          </a:p>
        </p:txBody>
      </p:sp>
      <p:sp>
        <p:nvSpPr>
          <p:cNvPr id="20" name="Text Box 11"/>
          <p:cNvSpPr txBox="1">
            <a:spLocks noChangeArrowheads="1"/>
          </p:cNvSpPr>
          <p:nvPr/>
        </p:nvSpPr>
        <p:spPr bwMode="auto">
          <a:xfrm>
            <a:off x="3357563" y="2143125"/>
            <a:ext cx="1220787" cy="461963"/>
          </a:xfrm>
          <a:prstGeom prst="rect">
            <a:avLst/>
          </a:prstGeom>
          <a:noFill/>
          <a:ln w="9525">
            <a:noFill/>
            <a:miter lim="800000"/>
            <a:headEnd/>
            <a:tailEnd/>
          </a:ln>
        </p:spPr>
        <p:txBody>
          <a:bodyPr>
            <a:spAutoFit/>
          </a:bodyPr>
          <a:lstStyle/>
          <a:p>
            <a:pPr>
              <a:spcBef>
                <a:spcPct val="50000"/>
              </a:spcBef>
            </a:pPr>
            <a:r>
              <a:rPr lang="zh-CN" altLang="en-US" sz="2400">
                <a:solidFill>
                  <a:srgbClr val="CC0000"/>
                </a:solidFill>
                <a:latin typeface="Times New Roman" pitchFamily="18" charset="0"/>
              </a:rPr>
              <a:t>比较</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602"/>
                                        </p:tgtEl>
                                        <p:attrNameLst>
                                          <p:attrName>style.visibility</p:attrName>
                                        </p:attrNameLst>
                                      </p:cBhvr>
                                      <p:to>
                                        <p:strVal val="visible"/>
                                      </p:to>
                                    </p:set>
                                    <p:anim calcmode="lin" valueType="num">
                                      <p:cBhvr additive="base">
                                        <p:cTn id="7" dur="500" fill="hold"/>
                                        <p:tgtEl>
                                          <p:spTgt spid="25602"/>
                                        </p:tgtEl>
                                        <p:attrNameLst>
                                          <p:attrName>ppt_x</p:attrName>
                                        </p:attrNameLst>
                                      </p:cBhvr>
                                      <p:tavLst>
                                        <p:tav tm="0">
                                          <p:val>
                                            <p:strVal val="0-#ppt_w/2"/>
                                          </p:val>
                                        </p:tav>
                                        <p:tav tm="100000">
                                          <p:val>
                                            <p:strVal val="#ppt_x"/>
                                          </p:val>
                                        </p:tav>
                                      </p:tavLst>
                                    </p:anim>
                                    <p:anim calcmode="lin" valueType="num">
                                      <p:cBhvr additive="base">
                                        <p:cTn id="8" dur="500" fill="hold"/>
                                        <p:tgtEl>
                                          <p:spTgt spid="2560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5608"/>
                                        </p:tgtEl>
                                        <p:attrNameLst>
                                          <p:attrName>style.visibility</p:attrName>
                                        </p:attrNameLst>
                                      </p:cBhvr>
                                      <p:to>
                                        <p:strVal val="visible"/>
                                      </p:to>
                                    </p:set>
                                    <p:animEffect transition="in" filter="wipe(left)">
                                      <p:cBhvr>
                                        <p:cTn id="13" dur="1000"/>
                                        <p:tgtEl>
                                          <p:spTgt spid="2560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5605"/>
                                        </p:tgtEl>
                                        <p:attrNameLst>
                                          <p:attrName>style.visibility</p:attrName>
                                        </p:attrNameLst>
                                      </p:cBhvr>
                                      <p:to>
                                        <p:strVal val="visible"/>
                                      </p:to>
                                    </p:set>
                                    <p:animEffect transition="in" filter="wipe(left)">
                                      <p:cBhvr>
                                        <p:cTn id="18" dur="1000"/>
                                        <p:tgtEl>
                                          <p:spTgt spid="2560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5607"/>
                                        </p:tgtEl>
                                        <p:attrNameLst>
                                          <p:attrName>style.visibility</p:attrName>
                                        </p:attrNameLst>
                                      </p:cBhvr>
                                      <p:to>
                                        <p:strVal val="visible"/>
                                      </p:to>
                                    </p:set>
                                    <p:animEffect transition="in" filter="wipe(left)">
                                      <p:cBhvr>
                                        <p:cTn id="23" dur="1000"/>
                                        <p:tgtEl>
                                          <p:spTgt spid="2560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wipe(left)">
                                      <p:cBhvr>
                                        <p:cTn id="28" dur="1000"/>
                                        <p:tgtEl>
                                          <p:spTgt spid="20"/>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25612"/>
                                        </p:tgtEl>
                                        <p:attrNameLst>
                                          <p:attrName>style.visibility</p:attrName>
                                        </p:attrNameLst>
                                      </p:cBhvr>
                                      <p:to>
                                        <p:strVal val="visible"/>
                                      </p:to>
                                    </p:set>
                                    <p:animEffect transition="in" filter="wipe(left)">
                                      <p:cBhvr>
                                        <p:cTn id="31" dur="1000"/>
                                        <p:tgtEl>
                                          <p:spTgt spid="2561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5606"/>
                                        </p:tgtEl>
                                        <p:attrNameLst>
                                          <p:attrName>style.visibility</p:attrName>
                                        </p:attrNameLst>
                                      </p:cBhvr>
                                      <p:to>
                                        <p:strVal val="visible"/>
                                      </p:to>
                                    </p:set>
                                    <p:animEffect transition="in" filter="wipe(left)">
                                      <p:cBhvr>
                                        <p:cTn id="36" dur="1000"/>
                                        <p:tgtEl>
                                          <p:spTgt spid="25606"/>
                                        </p:tgtEl>
                                      </p:cBhvr>
                                    </p:animEffect>
                                  </p:childTnLst>
                                </p:cTn>
                              </p:par>
                            </p:childTnLst>
                          </p:cTn>
                        </p:par>
                        <p:par>
                          <p:cTn id="37" fill="hold">
                            <p:stCondLst>
                              <p:cond delay="1000"/>
                            </p:stCondLst>
                            <p:childTnLst>
                              <p:par>
                                <p:cTn id="38" presetID="22" presetClass="entr" presetSubtype="1" fill="hold" grpId="0" nodeType="afterEffect">
                                  <p:stCondLst>
                                    <p:cond delay="0"/>
                                  </p:stCondLst>
                                  <p:childTnLst>
                                    <p:set>
                                      <p:cBhvr>
                                        <p:cTn id="39" dur="1" fill="hold">
                                          <p:stCondLst>
                                            <p:cond delay="0"/>
                                          </p:stCondLst>
                                        </p:cTn>
                                        <p:tgtEl>
                                          <p:spTgt spid="25620"/>
                                        </p:tgtEl>
                                        <p:attrNameLst>
                                          <p:attrName>style.visibility</p:attrName>
                                        </p:attrNameLst>
                                      </p:cBhvr>
                                      <p:to>
                                        <p:strVal val="visible"/>
                                      </p:to>
                                    </p:set>
                                    <p:animEffect transition="in" filter="wipe(up)">
                                      <p:cBhvr>
                                        <p:cTn id="40" dur="1000"/>
                                        <p:tgtEl>
                                          <p:spTgt spid="2562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5604"/>
                                        </p:tgtEl>
                                        <p:attrNameLst>
                                          <p:attrName>style.visibility</p:attrName>
                                        </p:attrNameLst>
                                      </p:cBhvr>
                                      <p:to>
                                        <p:strVal val="visible"/>
                                      </p:to>
                                    </p:set>
                                    <p:animEffect transition="in" filter="wipe(left)">
                                      <p:cBhvr>
                                        <p:cTn id="45" dur="1000"/>
                                        <p:tgtEl>
                                          <p:spTgt spid="2560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5614"/>
                                        </p:tgtEl>
                                        <p:attrNameLst>
                                          <p:attrName>style.visibility</p:attrName>
                                        </p:attrNameLst>
                                      </p:cBhvr>
                                      <p:to>
                                        <p:strVal val="visible"/>
                                      </p:to>
                                    </p:set>
                                    <p:animEffect transition="in" filter="wipe(left)">
                                      <p:cBhvr>
                                        <p:cTn id="50" dur="1000"/>
                                        <p:tgtEl>
                                          <p:spTgt spid="25614"/>
                                        </p:tgtEl>
                                      </p:cBhvr>
                                    </p:animEffect>
                                  </p:childTnLst>
                                </p:cTn>
                              </p:par>
                            </p:childTnLst>
                          </p:cTn>
                        </p:par>
                        <p:par>
                          <p:cTn id="51" fill="hold">
                            <p:stCondLst>
                              <p:cond delay="1000"/>
                            </p:stCondLst>
                            <p:childTnLst>
                              <p:par>
                                <p:cTn id="52" presetID="22" presetClass="entr" presetSubtype="2" fill="hold" grpId="0" nodeType="afterEffect">
                                  <p:stCondLst>
                                    <p:cond delay="0"/>
                                  </p:stCondLst>
                                  <p:childTnLst>
                                    <p:set>
                                      <p:cBhvr>
                                        <p:cTn id="53" dur="1" fill="hold">
                                          <p:stCondLst>
                                            <p:cond delay="0"/>
                                          </p:stCondLst>
                                        </p:cTn>
                                        <p:tgtEl>
                                          <p:spTgt spid="25619"/>
                                        </p:tgtEl>
                                        <p:attrNameLst>
                                          <p:attrName>style.visibility</p:attrName>
                                        </p:attrNameLst>
                                      </p:cBhvr>
                                      <p:to>
                                        <p:strVal val="visible"/>
                                      </p:to>
                                    </p:set>
                                    <p:animEffect transition="in" filter="wipe(right)">
                                      <p:cBhvr>
                                        <p:cTn id="54" dur="1000"/>
                                        <p:tgtEl>
                                          <p:spTgt spid="25619"/>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25617"/>
                                        </p:tgtEl>
                                        <p:attrNameLst>
                                          <p:attrName>style.visibility</p:attrName>
                                        </p:attrNameLst>
                                      </p:cBhvr>
                                      <p:to>
                                        <p:strVal val="visible"/>
                                      </p:to>
                                    </p:set>
                                    <p:animEffect transition="in" filter="wipe(left)">
                                      <p:cBhvr>
                                        <p:cTn id="59" dur="1000"/>
                                        <p:tgtEl>
                                          <p:spTgt spid="25617"/>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25621"/>
                                        </p:tgtEl>
                                        <p:attrNameLst>
                                          <p:attrName>style.visibility</p:attrName>
                                        </p:attrNameLst>
                                      </p:cBhvr>
                                      <p:to>
                                        <p:strVal val="visible"/>
                                      </p:to>
                                    </p:set>
                                    <p:animEffect transition="in" filter="wipe(left)">
                                      <p:cBhvr>
                                        <p:cTn id="64" dur="1000"/>
                                        <p:tgtEl>
                                          <p:spTgt spid="25621"/>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25611"/>
                                        </p:tgtEl>
                                        <p:attrNameLst>
                                          <p:attrName>style.visibility</p:attrName>
                                        </p:attrNameLst>
                                      </p:cBhvr>
                                      <p:to>
                                        <p:strVal val="visible"/>
                                      </p:to>
                                    </p:set>
                                    <p:animEffect transition="in" filter="wipe(left)">
                                      <p:cBhvr>
                                        <p:cTn id="69" dur="1000"/>
                                        <p:tgtEl>
                                          <p:spTgt spid="25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P spid="25604" grpId="0" animBg="1"/>
      <p:bldP spid="25605" grpId="0"/>
      <p:bldP spid="25606" grpId="0" animBg="1"/>
      <p:bldP spid="25607" grpId="0" animBg="1"/>
      <p:bldP spid="25608" grpId="0"/>
      <p:bldP spid="25611" grpId="0" animBg="1"/>
      <p:bldP spid="25612" grpId="0" animBg="1"/>
      <p:bldP spid="25614" grpId="0"/>
      <p:bldP spid="25617" grpId="0" animBg="1"/>
      <p:bldP spid="25619" grpId="0" animBg="1"/>
      <p:bldP spid="25620" grpId="0" animBg="1"/>
      <p:bldP spid="25621" grpId="0" animBg="1"/>
      <p:bldP spid="2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ext Box 3"/>
          <p:cNvSpPr txBox="1">
            <a:spLocks noChangeArrowheads="1"/>
          </p:cNvSpPr>
          <p:nvPr/>
        </p:nvSpPr>
        <p:spPr bwMode="auto">
          <a:xfrm>
            <a:off x="5764213" y="3071813"/>
            <a:ext cx="2808287" cy="1200150"/>
          </a:xfrm>
          <a:prstGeom prst="rect">
            <a:avLst/>
          </a:prstGeom>
          <a:gradFill rotWithShape="1">
            <a:gsLst>
              <a:gs pos="0">
                <a:srgbClr val="FFFFFF"/>
              </a:gs>
              <a:gs pos="100000">
                <a:srgbClr val="A7FFFF"/>
              </a:gs>
            </a:gsLst>
            <a:path path="shape">
              <a:fillToRect l="50000" t="50000" r="50000" b="50000"/>
            </a:path>
          </a:gradFill>
          <a:ln w="9525" algn="ctr">
            <a:solidFill>
              <a:srgbClr val="00FFFF"/>
            </a:solidFill>
            <a:miter lim="800000"/>
            <a:headEnd/>
            <a:tailEnd/>
          </a:ln>
        </p:spPr>
        <p:txBody>
          <a:bodyPr>
            <a:spAutoFit/>
          </a:bodyPr>
          <a:lstStyle/>
          <a:p>
            <a:pPr algn="just"/>
            <a:r>
              <a:rPr kumimoji="1" lang="zh-CN" altLang="en-US" sz="2400">
                <a:latin typeface="Times New Roman" pitchFamily="18" charset="0"/>
              </a:rPr>
              <a:t>通过巴黎的子午线从北极到赤道距离的千万分之一为</a:t>
            </a:r>
            <a:r>
              <a:rPr kumimoji="1" lang="en-US" altLang="zh-CN" sz="2400">
                <a:solidFill>
                  <a:srgbClr val="FF6600"/>
                </a:solidFill>
                <a:latin typeface="Times New Roman" pitchFamily="18" charset="0"/>
              </a:rPr>
              <a:t>1m</a:t>
            </a:r>
            <a:r>
              <a:rPr kumimoji="1" lang="zh-CN" altLang="en-US" sz="2400">
                <a:latin typeface="Times New Roman" pitchFamily="18" charset="0"/>
              </a:rPr>
              <a:t>。</a:t>
            </a:r>
          </a:p>
        </p:txBody>
      </p:sp>
      <p:sp>
        <p:nvSpPr>
          <p:cNvPr id="26628" name="Text Box 4"/>
          <p:cNvSpPr txBox="1">
            <a:spLocks noChangeArrowheads="1"/>
          </p:cNvSpPr>
          <p:nvPr/>
        </p:nvSpPr>
        <p:spPr bwMode="auto">
          <a:xfrm>
            <a:off x="611188" y="1412875"/>
            <a:ext cx="4824412" cy="530225"/>
          </a:xfrm>
          <a:prstGeom prst="rect">
            <a:avLst/>
          </a:prstGeom>
          <a:noFill/>
          <a:ln w="9525" algn="ctr">
            <a:noFill/>
            <a:miter lim="800000"/>
            <a:headEnd/>
            <a:tailEnd/>
          </a:ln>
        </p:spPr>
        <p:txBody>
          <a:bodyPr>
            <a:spAutoFit/>
          </a:bodyPr>
          <a:lstStyle/>
          <a:p>
            <a:pPr>
              <a:lnSpc>
                <a:spcPct val="120000"/>
              </a:lnSpc>
            </a:pPr>
            <a:r>
              <a:rPr kumimoji="1" lang="zh-CN" altLang="en-US" sz="2400">
                <a:solidFill>
                  <a:srgbClr val="008000"/>
                </a:solidFill>
                <a:latin typeface="Times New Roman" pitchFamily="18" charset="0"/>
              </a:rPr>
              <a:t>空间中两点间的距离为长度</a:t>
            </a:r>
          </a:p>
        </p:txBody>
      </p:sp>
      <p:sp>
        <p:nvSpPr>
          <p:cNvPr id="26629" name="Text Box 5"/>
          <p:cNvSpPr txBox="1">
            <a:spLocks noChangeArrowheads="1"/>
          </p:cNvSpPr>
          <p:nvPr/>
        </p:nvSpPr>
        <p:spPr bwMode="auto">
          <a:xfrm>
            <a:off x="5148263" y="2109788"/>
            <a:ext cx="3313112" cy="461962"/>
          </a:xfrm>
          <a:prstGeom prst="rect">
            <a:avLst/>
          </a:prstGeom>
          <a:gradFill rotWithShape="1">
            <a:gsLst>
              <a:gs pos="0">
                <a:srgbClr val="FFFFFF"/>
              </a:gs>
              <a:gs pos="100000">
                <a:srgbClr val="A7FFFF"/>
              </a:gs>
            </a:gsLst>
            <a:path path="shape">
              <a:fillToRect l="50000" t="50000" r="50000" b="50000"/>
            </a:path>
          </a:gradFill>
          <a:ln w="9525" algn="ctr">
            <a:solidFill>
              <a:srgbClr val="00FFFF"/>
            </a:solidFill>
            <a:miter lim="800000"/>
            <a:headEnd/>
            <a:tailEnd/>
          </a:ln>
        </p:spPr>
        <p:txBody>
          <a:bodyPr>
            <a:spAutoFit/>
          </a:bodyPr>
          <a:lstStyle/>
          <a:p>
            <a:pPr algn="ctr"/>
            <a:r>
              <a:rPr kumimoji="1" lang="zh-CN" altLang="zh-CN" sz="2400">
                <a:latin typeface="Times New Roman" pitchFamily="18" charset="0"/>
              </a:rPr>
              <a:t>选定某</a:t>
            </a:r>
            <a:r>
              <a:rPr kumimoji="1" lang="zh-CN" altLang="en-US" sz="2400">
                <a:latin typeface="Times New Roman" pitchFamily="18" charset="0"/>
              </a:rPr>
              <a:t>一长度基准</a:t>
            </a:r>
          </a:p>
        </p:txBody>
      </p:sp>
      <p:sp>
        <p:nvSpPr>
          <p:cNvPr id="26630" name="Text Box 6"/>
          <p:cNvSpPr txBox="1">
            <a:spLocks noChangeArrowheads="1"/>
          </p:cNvSpPr>
          <p:nvPr/>
        </p:nvSpPr>
        <p:spPr bwMode="auto">
          <a:xfrm>
            <a:off x="642938" y="2038350"/>
            <a:ext cx="2489200" cy="461963"/>
          </a:xfrm>
          <a:prstGeom prst="rect">
            <a:avLst/>
          </a:prstGeom>
          <a:gradFill rotWithShape="1">
            <a:gsLst>
              <a:gs pos="0">
                <a:srgbClr val="FFFFFF"/>
              </a:gs>
              <a:gs pos="100000">
                <a:srgbClr val="A7FFFF"/>
              </a:gs>
            </a:gsLst>
            <a:path path="shape">
              <a:fillToRect l="50000" t="50000" r="50000" b="50000"/>
            </a:path>
          </a:gradFill>
          <a:ln w="9525" algn="ctr">
            <a:solidFill>
              <a:srgbClr val="00FFFF"/>
            </a:solidFill>
            <a:miter lim="800000"/>
            <a:headEnd/>
            <a:tailEnd/>
          </a:ln>
        </p:spPr>
        <p:txBody>
          <a:bodyPr>
            <a:spAutoFit/>
          </a:bodyPr>
          <a:lstStyle/>
          <a:p>
            <a:r>
              <a:rPr kumimoji="1" lang="zh-CN" altLang="en-US" sz="2400">
                <a:latin typeface="Times New Roman" pitchFamily="18" charset="0"/>
              </a:rPr>
              <a:t>任何长度的计量</a:t>
            </a:r>
            <a:endParaRPr kumimoji="1" lang="en-US" altLang="zh-CN" sz="2400">
              <a:latin typeface="Times New Roman" pitchFamily="18" charset="0"/>
            </a:endParaRPr>
          </a:p>
        </p:txBody>
      </p:sp>
      <p:sp>
        <p:nvSpPr>
          <p:cNvPr id="26631" name="Text Box 7"/>
          <p:cNvSpPr txBox="1">
            <a:spLocks noChangeArrowheads="1"/>
          </p:cNvSpPr>
          <p:nvPr/>
        </p:nvSpPr>
        <p:spPr bwMode="auto">
          <a:xfrm>
            <a:off x="250825" y="404813"/>
            <a:ext cx="8569325" cy="936625"/>
          </a:xfrm>
          <a:prstGeom prst="rect">
            <a:avLst/>
          </a:prstGeom>
          <a:noFill/>
          <a:ln w="9525" algn="ctr">
            <a:noFill/>
            <a:miter lim="800000"/>
            <a:headEnd/>
            <a:tailEnd/>
          </a:ln>
        </p:spPr>
        <p:txBody>
          <a:bodyPr>
            <a:spAutoFit/>
          </a:bodyPr>
          <a:lstStyle/>
          <a:p>
            <a:pPr>
              <a:lnSpc>
                <a:spcPct val="120000"/>
              </a:lnSpc>
            </a:pPr>
            <a:r>
              <a:rPr kumimoji="1" lang="en-US" altLang="zh-CN" sz="2400">
                <a:solidFill>
                  <a:srgbClr val="FF0000"/>
                </a:solidFill>
                <a:latin typeface="Times New Roman" pitchFamily="18" charset="0"/>
              </a:rPr>
              <a:t>(2)  </a:t>
            </a:r>
            <a:r>
              <a:rPr kumimoji="1" lang="zh-CN" altLang="en-US" sz="2400">
                <a:solidFill>
                  <a:srgbClr val="FF0000"/>
                </a:solidFill>
                <a:latin typeface="Times New Roman" pitchFamily="18" charset="0"/>
              </a:rPr>
              <a:t>空间的计量：</a:t>
            </a:r>
            <a:r>
              <a:rPr kumimoji="1" lang="zh-CN" altLang="en-US" sz="2400">
                <a:latin typeface="Times New Roman" pitchFamily="18" charset="0"/>
              </a:rPr>
              <a:t>空间反映物质运动的广延性，在三维空间里的位置可由三个相互独立的坐标来确定。</a:t>
            </a:r>
          </a:p>
        </p:txBody>
      </p:sp>
      <p:sp>
        <p:nvSpPr>
          <p:cNvPr id="26633" name="Rectangle 9"/>
          <p:cNvSpPr>
            <a:spLocks noChangeArrowheads="1"/>
          </p:cNvSpPr>
          <p:nvPr/>
        </p:nvSpPr>
        <p:spPr bwMode="auto">
          <a:xfrm>
            <a:off x="142875" y="4572000"/>
            <a:ext cx="4643438" cy="1570038"/>
          </a:xfrm>
          <a:prstGeom prst="rect">
            <a:avLst/>
          </a:prstGeom>
          <a:gradFill rotWithShape="1">
            <a:gsLst>
              <a:gs pos="0">
                <a:srgbClr val="FFFFFF"/>
              </a:gs>
              <a:gs pos="100000">
                <a:srgbClr val="A7FFFF"/>
              </a:gs>
            </a:gsLst>
            <a:path path="shape">
              <a:fillToRect l="50000" t="50000" r="50000" b="50000"/>
            </a:path>
          </a:gradFill>
          <a:ln w="9525" algn="ctr">
            <a:solidFill>
              <a:srgbClr val="00FFFF"/>
            </a:solidFill>
            <a:miter lim="800000"/>
            <a:headEnd/>
            <a:tailEnd/>
          </a:ln>
        </p:spPr>
        <p:txBody>
          <a:bodyPr>
            <a:spAutoFit/>
          </a:bodyPr>
          <a:lstStyle/>
          <a:p>
            <a:pPr algn="just"/>
            <a:r>
              <a:rPr kumimoji="1" lang="en-US" altLang="zh-CN" sz="2400">
                <a:latin typeface="Times New Roman" pitchFamily="18" charset="0"/>
              </a:rPr>
              <a:t>1960</a:t>
            </a:r>
            <a:r>
              <a:rPr kumimoji="1" lang="zh-CN" altLang="en-US" sz="2400">
                <a:latin typeface="Times New Roman" pitchFamily="18" charset="0"/>
              </a:rPr>
              <a:t>年第十一届国际计量大会：</a:t>
            </a:r>
            <a:r>
              <a:rPr kumimoji="1" lang="en-US" altLang="zh-CN" sz="2400" baseline="30000">
                <a:solidFill>
                  <a:srgbClr val="FF6600"/>
                </a:solidFill>
                <a:latin typeface="Times New Roman" pitchFamily="18" charset="0"/>
              </a:rPr>
              <a:t>86</a:t>
            </a:r>
            <a:r>
              <a:rPr kumimoji="1" lang="en-US" altLang="zh-CN" sz="2400">
                <a:solidFill>
                  <a:srgbClr val="FF6600"/>
                </a:solidFill>
                <a:latin typeface="Times New Roman" pitchFamily="18" charset="0"/>
              </a:rPr>
              <a:t>Kr</a:t>
            </a:r>
            <a:r>
              <a:rPr kumimoji="1" lang="zh-CN" altLang="en-US" sz="2400">
                <a:latin typeface="Times New Roman" pitchFamily="18" charset="0"/>
              </a:rPr>
              <a:t>原子的橙黄色光波波长的</a:t>
            </a:r>
            <a:r>
              <a:rPr kumimoji="1" lang="en-US" altLang="zh-CN" sz="2400">
                <a:solidFill>
                  <a:srgbClr val="FF6600"/>
                </a:solidFill>
                <a:latin typeface="Times New Roman" pitchFamily="18" charset="0"/>
              </a:rPr>
              <a:t>1 650 763.73</a:t>
            </a:r>
            <a:r>
              <a:rPr kumimoji="1" lang="zh-CN" altLang="en-US" sz="2400">
                <a:latin typeface="Times New Roman" pitchFamily="18" charset="0"/>
              </a:rPr>
              <a:t>倍为</a:t>
            </a:r>
            <a:r>
              <a:rPr kumimoji="1" lang="en-US" altLang="zh-CN" sz="2400">
                <a:solidFill>
                  <a:srgbClr val="FF6600"/>
                </a:solidFill>
                <a:latin typeface="Times New Roman" pitchFamily="18" charset="0"/>
              </a:rPr>
              <a:t>1m</a:t>
            </a:r>
            <a:r>
              <a:rPr kumimoji="1" lang="en-US" altLang="zh-CN" sz="2400">
                <a:latin typeface="Times New Roman" pitchFamily="18" charset="0"/>
              </a:rPr>
              <a:t>(</a:t>
            </a:r>
            <a:r>
              <a:rPr kumimoji="1" lang="zh-CN" altLang="en-US" sz="2400">
                <a:latin typeface="Times New Roman" pitchFamily="18" charset="0"/>
              </a:rPr>
              <a:t>长度的自然基准</a:t>
            </a:r>
            <a:r>
              <a:rPr kumimoji="1" lang="en-US" altLang="zh-CN" sz="2400">
                <a:latin typeface="Times New Roman" pitchFamily="18" charset="0"/>
              </a:rPr>
              <a:t>)</a:t>
            </a:r>
            <a:r>
              <a:rPr kumimoji="1" lang="zh-CN" altLang="en-US" sz="2400">
                <a:latin typeface="Times New Roman" pitchFamily="18" charset="0"/>
              </a:rPr>
              <a:t>。</a:t>
            </a:r>
          </a:p>
        </p:txBody>
      </p:sp>
      <p:sp>
        <p:nvSpPr>
          <p:cNvPr id="26634" name="AutoShape 10"/>
          <p:cNvSpPr>
            <a:spLocks noChangeArrowheads="1"/>
          </p:cNvSpPr>
          <p:nvPr/>
        </p:nvSpPr>
        <p:spPr bwMode="auto">
          <a:xfrm>
            <a:off x="3205163" y="2181225"/>
            <a:ext cx="1871662" cy="215900"/>
          </a:xfrm>
          <a:prstGeom prst="rightArrow">
            <a:avLst>
              <a:gd name="adj1" fmla="val 50000"/>
              <a:gd name="adj2" fmla="val 216728"/>
            </a:avLst>
          </a:prstGeom>
          <a:solidFill>
            <a:srgbClr val="A8EFF6"/>
          </a:solidFill>
          <a:ln w="9525">
            <a:solidFill>
              <a:schemeClr val="tx1"/>
            </a:solidFill>
            <a:miter lim="800000"/>
            <a:headEnd/>
            <a:tailEnd/>
          </a:ln>
        </p:spPr>
        <p:txBody>
          <a:bodyPr wrap="none" anchor="ctr"/>
          <a:lstStyle/>
          <a:p>
            <a:endParaRPr lang="zh-CN" altLang="en-US" sz="2400">
              <a:latin typeface="Times New Roman" pitchFamily="18" charset="0"/>
            </a:endParaRPr>
          </a:p>
        </p:txBody>
      </p:sp>
      <p:sp>
        <p:nvSpPr>
          <p:cNvPr id="26635" name="Text Box 11"/>
          <p:cNvSpPr txBox="1">
            <a:spLocks noChangeArrowheads="1"/>
          </p:cNvSpPr>
          <p:nvPr/>
        </p:nvSpPr>
        <p:spPr bwMode="auto">
          <a:xfrm>
            <a:off x="3500438" y="1833563"/>
            <a:ext cx="1220787" cy="461962"/>
          </a:xfrm>
          <a:prstGeom prst="rect">
            <a:avLst/>
          </a:prstGeom>
          <a:noFill/>
          <a:ln w="9525">
            <a:noFill/>
            <a:miter lim="800000"/>
            <a:headEnd/>
            <a:tailEnd/>
          </a:ln>
        </p:spPr>
        <p:txBody>
          <a:bodyPr>
            <a:spAutoFit/>
          </a:bodyPr>
          <a:lstStyle/>
          <a:p>
            <a:pPr>
              <a:spcBef>
                <a:spcPct val="50000"/>
              </a:spcBef>
            </a:pPr>
            <a:r>
              <a:rPr lang="zh-CN" altLang="en-US" sz="2400">
                <a:solidFill>
                  <a:srgbClr val="CC0000"/>
                </a:solidFill>
                <a:latin typeface="Times New Roman" pitchFamily="18" charset="0"/>
              </a:rPr>
              <a:t>比较</a:t>
            </a:r>
          </a:p>
        </p:txBody>
      </p:sp>
      <p:sp>
        <p:nvSpPr>
          <p:cNvPr id="26638" name="Text Box 14"/>
          <p:cNvSpPr txBox="1">
            <a:spLocks noChangeArrowheads="1"/>
          </p:cNvSpPr>
          <p:nvPr/>
        </p:nvSpPr>
        <p:spPr bwMode="auto">
          <a:xfrm>
            <a:off x="1214438" y="2786063"/>
            <a:ext cx="3738562" cy="1570037"/>
          </a:xfrm>
          <a:prstGeom prst="rect">
            <a:avLst/>
          </a:prstGeom>
          <a:gradFill rotWithShape="1">
            <a:gsLst>
              <a:gs pos="0">
                <a:srgbClr val="FFFFFF"/>
              </a:gs>
              <a:gs pos="100000">
                <a:srgbClr val="A7FFFF"/>
              </a:gs>
            </a:gsLst>
            <a:path path="shape">
              <a:fillToRect l="50000" t="50000" r="50000" b="50000"/>
            </a:path>
          </a:gradFill>
          <a:ln w="9525" algn="ctr">
            <a:solidFill>
              <a:srgbClr val="00FFFF"/>
            </a:solidFill>
            <a:miter lim="800000"/>
            <a:headEnd/>
            <a:tailEnd/>
          </a:ln>
        </p:spPr>
        <p:txBody>
          <a:bodyPr>
            <a:spAutoFit/>
          </a:bodyPr>
          <a:lstStyle/>
          <a:p>
            <a:pPr algn="just"/>
            <a:r>
              <a:rPr kumimoji="1" lang="en-US" altLang="zh-CN" sz="2400">
                <a:latin typeface="Times New Roman" pitchFamily="18" charset="0"/>
              </a:rPr>
              <a:t>1889</a:t>
            </a:r>
            <a:r>
              <a:rPr kumimoji="1" lang="zh-CN" altLang="en-US" sz="2400">
                <a:latin typeface="Times New Roman" pitchFamily="18" charset="0"/>
              </a:rPr>
              <a:t>年第一届国际计量大会：法国国际计量局的铂铱合金棒在</a:t>
            </a:r>
            <a:r>
              <a:rPr kumimoji="1" lang="en-US" altLang="zh-CN" sz="2400">
                <a:solidFill>
                  <a:srgbClr val="FF6600"/>
                </a:solidFill>
                <a:latin typeface="Times New Roman" pitchFamily="18" charset="0"/>
              </a:rPr>
              <a:t>0.00℃</a:t>
            </a:r>
            <a:r>
              <a:rPr kumimoji="1" lang="zh-CN" altLang="en-US" sz="2400">
                <a:latin typeface="Times New Roman" pitchFamily="18" charset="0"/>
              </a:rPr>
              <a:t>时两刻线间的距离为</a:t>
            </a:r>
            <a:r>
              <a:rPr kumimoji="1" lang="en-US" altLang="zh-CN" sz="2400">
                <a:solidFill>
                  <a:srgbClr val="FF6600"/>
                </a:solidFill>
                <a:latin typeface="Times New Roman" pitchFamily="18" charset="0"/>
              </a:rPr>
              <a:t>1m</a:t>
            </a:r>
            <a:r>
              <a:rPr kumimoji="1" lang="zh-CN" altLang="en-US" sz="2400">
                <a:latin typeface="Times New Roman" pitchFamily="18" charset="0"/>
              </a:rPr>
              <a:t>。</a:t>
            </a:r>
          </a:p>
        </p:txBody>
      </p:sp>
      <p:sp>
        <p:nvSpPr>
          <p:cNvPr id="26639" name="AutoShape 15"/>
          <p:cNvSpPr>
            <a:spLocks noChangeArrowheads="1"/>
          </p:cNvSpPr>
          <p:nvPr/>
        </p:nvSpPr>
        <p:spPr bwMode="auto">
          <a:xfrm rot="10800000">
            <a:off x="5006975" y="3571875"/>
            <a:ext cx="719138" cy="142875"/>
          </a:xfrm>
          <a:prstGeom prst="rightArrow">
            <a:avLst>
              <a:gd name="adj1" fmla="val 50000"/>
              <a:gd name="adj2" fmla="val 289370"/>
            </a:avLst>
          </a:prstGeom>
          <a:solidFill>
            <a:srgbClr val="A8EFF6"/>
          </a:solidFill>
          <a:ln w="9525">
            <a:solidFill>
              <a:schemeClr val="tx1"/>
            </a:solidFill>
            <a:miter lim="800000"/>
            <a:headEnd/>
            <a:tailEnd/>
          </a:ln>
        </p:spPr>
        <p:txBody>
          <a:bodyPr wrap="none" anchor="ctr"/>
          <a:lstStyle/>
          <a:p>
            <a:endParaRPr lang="zh-CN" altLang="en-US" sz="2400">
              <a:latin typeface="Times New Roman" pitchFamily="18" charset="0"/>
            </a:endParaRPr>
          </a:p>
        </p:txBody>
      </p:sp>
      <p:sp>
        <p:nvSpPr>
          <p:cNvPr id="26640" name="AutoShape 16"/>
          <p:cNvSpPr>
            <a:spLocks noChangeArrowheads="1"/>
          </p:cNvSpPr>
          <p:nvPr/>
        </p:nvSpPr>
        <p:spPr bwMode="auto">
          <a:xfrm rot="5400000">
            <a:off x="6892132" y="2751931"/>
            <a:ext cx="503238" cy="142875"/>
          </a:xfrm>
          <a:prstGeom prst="rightArrow">
            <a:avLst>
              <a:gd name="adj1" fmla="val 50000"/>
              <a:gd name="adj2" fmla="val 155598"/>
            </a:avLst>
          </a:prstGeom>
          <a:solidFill>
            <a:srgbClr val="A8EFF6"/>
          </a:solidFill>
          <a:ln w="9525">
            <a:solidFill>
              <a:schemeClr val="tx1"/>
            </a:solidFill>
            <a:miter lim="800000"/>
            <a:headEnd/>
            <a:tailEnd/>
          </a:ln>
        </p:spPr>
        <p:txBody>
          <a:bodyPr wrap="none" anchor="ctr"/>
          <a:lstStyle/>
          <a:p>
            <a:endParaRPr lang="zh-CN" altLang="en-US" sz="2400">
              <a:latin typeface="Times New Roman" pitchFamily="18" charset="0"/>
            </a:endParaRPr>
          </a:p>
        </p:txBody>
      </p:sp>
      <p:sp>
        <p:nvSpPr>
          <p:cNvPr id="26641" name="AutoShape 17"/>
          <p:cNvSpPr>
            <a:spLocks noChangeArrowheads="1"/>
          </p:cNvSpPr>
          <p:nvPr/>
        </p:nvSpPr>
        <p:spPr bwMode="auto">
          <a:xfrm rot="10800000">
            <a:off x="214313" y="3635375"/>
            <a:ext cx="1008062" cy="936625"/>
          </a:xfrm>
          <a:custGeom>
            <a:avLst/>
            <a:gdLst>
              <a:gd name="T0" fmla="*/ 1715012273 w 21600"/>
              <a:gd name="T1" fmla="*/ 0 h 21600"/>
              <a:gd name="T2" fmla="*/ 1234318083 w 21600"/>
              <a:gd name="T3" fmla="*/ 547783719 h 21600"/>
              <a:gd name="T4" fmla="*/ 0 w 21600"/>
              <a:gd name="T5" fmla="*/ 1650194588 h 21600"/>
              <a:gd name="T6" fmla="*/ 914530317 w 21600"/>
              <a:gd name="T7" fmla="*/ 1759947572 h 21600"/>
              <a:gd name="T8" fmla="*/ 1829063620 w 21600"/>
              <a:gd name="T9" fmla="*/ 1208822704 h 21600"/>
              <a:gd name="T10" fmla="*/ 2147483647 w 21600"/>
              <a:gd name="T11" fmla="*/ 547783719 h 21600"/>
              <a:gd name="T12" fmla="*/ 17694720 60000 65536"/>
              <a:gd name="T13" fmla="*/ 11796480 60000 65536"/>
              <a:gd name="T14" fmla="*/ 11796480 60000 65536"/>
              <a:gd name="T15" fmla="*/ 5898240 60000 65536"/>
              <a:gd name="T16" fmla="*/ 0 60000 65536"/>
              <a:gd name="T17" fmla="*/ 0 60000 65536"/>
              <a:gd name="T18" fmla="*/ 0 w 21600"/>
              <a:gd name="T19" fmla="*/ 18905 h 21600"/>
              <a:gd name="T20" fmla="*/ 1799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872" y="0"/>
                </a:moveTo>
                <a:lnTo>
                  <a:pt x="12143" y="6723"/>
                </a:lnTo>
                <a:lnTo>
                  <a:pt x="15749" y="6723"/>
                </a:lnTo>
                <a:lnTo>
                  <a:pt x="15749" y="18905"/>
                </a:lnTo>
                <a:lnTo>
                  <a:pt x="0" y="18905"/>
                </a:lnTo>
                <a:lnTo>
                  <a:pt x="0" y="21600"/>
                </a:lnTo>
                <a:lnTo>
                  <a:pt x="17994" y="21600"/>
                </a:lnTo>
                <a:lnTo>
                  <a:pt x="17994" y="6723"/>
                </a:lnTo>
                <a:lnTo>
                  <a:pt x="21600" y="6723"/>
                </a:lnTo>
                <a:close/>
              </a:path>
            </a:pathLst>
          </a:custGeom>
          <a:solidFill>
            <a:srgbClr val="A8EFF6"/>
          </a:solidFill>
          <a:ln w="9525">
            <a:solidFill>
              <a:schemeClr val="tx1"/>
            </a:solidFill>
            <a:miter lim="800000"/>
            <a:headEnd/>
            <a:tailEnd/>
          </a:ln>
        </p:spPr>
        <p:txBody>
          <a:bodyPr wrap="none" anchor="ctr"/>
          <a:lstStyle/>
          <a:p>
            <a:endParaRPr lang="zh-CN" altLang="en-US" sz="2400">
              <a:latin typeface="Times New Roman" pitchFamily="18" charset="0"/>
            </a:endParaRPr>
          </a:p>
        </p:txBody>
      </p:sp>
      <p:sp>
        <p:nvSpPr>
          <p:cNvPr id="26643" name="AutoShape 19"/>
          <p:cNvSpPr>
            <a:spLocks noChangeArrowheads="1"/>
          </p:cNvSpPr>
          <p:nvPr/>
        </p:nvSpPr>
        <p:spPr bwMode="auto">
          <a:xfrm>
            <a:off x="4786313" y="5286375"/>
            <a:ext cx="539750" cy="144463"/>
          </a:xfrm>
          <a:prstGeom prst="rightArrow">
            <a:avLst>
              <a:gd name="adj1" fmla="val 50000"/>
              <a:gd name="adj2" fmla="val 162008"/>
            </a:avLst>
          </a:prstGeom>
          <a:solidFill>
            <a:srgbClr val="A8EFF6"/>
          </a:solidFill>
          <a:ln w="9525">
            <a:solidFill>
              <a:schemeClr val="tx1"/>
            </a:solidFill>
            <a:miter lim="800000"/>
            <a:headEnd/>
            <a:tailEnd/>
          </a:ln>
        </p:spPr>
        <p:txBody>
          <a:bodyPr wrap="none" anchor="ctr"/>
          <a:lstStyle/>
          <a:p>
            <a:endParaRPr lang="zh-CN" altLang="en-US" sz="2400">
              <a:latin typeface="Times New Roman" pitchFamily="18" charset="0"/>
            </a:endParaRPr>
          </a:p>
        </p:txBody>
      </p:sp>
      <p:sp>
        <p:nvSpPr>
          <p:cNvPr id="26644" name="Rectangle 20"/>
          <p:cNvSpPr>
            <a:spLocks noChangeArrowheads="1"/>
          </p:cNvSpPr>
          <p:nvPr/>
        </p:nvSpPr>
        <p:spPr bwMode="auto">
          <a:xfrm>
            <a:off x="5330825" y="4572000"/>
            <a:ext cx="3598863" cy="1570038"/>
          </a:xfrm>
          <a:prstGeom prst="rect">
            <a:avLst/>
          </a:prstGeom>
          <a:gradFill rotWithShape="1">
            <a:gsLst>
              <a:gs pos="0">
                <a:srgbClr val="FFFFFF"/>
              </a:gs>
              <a:gs pos="100000">
                <a:srgbClr val="A7FFFF"/>
              </a:gs>
            </a:gsLst>
            <a:path path="shape">
              <a:fillToRect l="50000" t="50000" r="50000" b="50000"/>
            </a:path>
          </a:gradFill>
          <a:ln w="9525" algn="ctr">
            <a:solidFill>
              <a:srgbClr val="00FFFF"/>
            </a:solidFill>
            <a:miter lim="800000"/>
            <a:headEnd/>
            <a:tailEnd/>
          </a:ln>
        </p:spPr>
        <p:txBody>
          <a:bodyPr>
            <a:spAutoFit/>
          </a:bodyPr>
          <a:lstStyle/>
          <a:p>
            <a:r>
              <a:rPr kumimoji="1" lang="en-US" altLang="zh-CN" sz="2400">
                <a:latin typeface="Times New Roman" pitchFamily="18" charset="0"/>
              </a:rPr>
              <a:t>1983</a:t>
            </a:r>
            <a:r>
              <a:rPr kumimoji="1" lang="zh-CN" altLang="en-US" sz="2400">
                <a:latin typeface="Times New Roman" pitchFamily="18" charset="0"/>
              </a:rPr>
              <a:t>年第十七届国际计量大会</a:t>
            </a:r>
            <a:r>
              <a:rPr kumimoji="1" lang="en-US" altLang="zh-CN" sz="2400">
                <a:latin typeface="Times New Roman" pitchFamily="18" charset="0"/>
              </a:rPr>
              <a:t>:</a:t>
            </a:r>
            <a:r>
              <a:rPr kumimoji="1" lang="zh-CN" altLang="en-US" sz="2400">
                <a:latin typeface="Times New Roman" pitchFamily="18" charset="0"/>
              </a:rPr>
              <a:t>“</a:t>
            </a:r>
            <a:r>
              <a:rPr kumimoji="1" lang="zh-CN" altLang="en-US" sz="2400">
                <a:solidFill>
                  <a:srgbClr val="FF6600"/>
                </a:solidFill>
                <a:latin typeface="Times New Roman" pitchFamily="18" charset="0"/>
              </a:rPr>
              <a:t>米</a:t>
            </a:r>
            <a:r>
              <a:rPr kumimoji="1" lang="zh-CN" altLang="en-US" sz="2400">
                <a:latin typeface="Times New Roman" pitchFamily="18" charset="0"/>
              </a:rPr>
              <a:t>”是光在 </a:t>
            </a:r>
            <a:r>
              <a:rPr kumimoji="1" lang="en-US" altLang="zh-CN" sz="2400">
                <a:latin typeface="Times New Roman" pitchFamily="18" charset="0"/>
              </a:rPr>
              <a:t>(</a:t>
            </a:r>
            <a:r>
              <a:rPr kumimoji="1" lang="en-US" altLang="zh-CN" sz="2400">
                <a:solidFill>
                  <a:srgbClr val="FF6600"/>
                </a:solidFill>
                <a:latin typeface="Times New Roman" pitchFamily="18" charset="0"/>
              </a:rPr>
              <a:t>1/299 792 458</a:t>
            </a:r>
            <a:r>
              <a:rPr kumimoji="1" lang="en-US" altLang="zh-CN" sz="2400">
                <a:latin typeface="Times New Roman" pitchFamily="18" charset="0"/>
              </a:rPr>
              <a:t>)</a:t>
            </a:r>
            <a:r>
              <a:rPr kumimoji="1" lang="en-US" altLang="zh-CN" sz="2400">
                <a:solidFill>
                  <a:srgbClr val="FF6600"/>
                </a:solidFill>
                <a:latin typeface="Times New Roman" pitchFamily="18" charset="0"/>
              </a:rPr>
              <a:t>s</a:t>
            </a:r>
            <a:r>
              <a:rPr kumimoji="1" lang="zh-CN" altLang="en-US" sz="2400">
                <a:latin typeface="Times New Roman" pitchFamily="18" charset="0"/>
              </a:rPr>
              <a:t>内在真空中运行路程为</a:t>
            </a:r>
            <a:r>
              <a:rPr kumimoji="1" lang="en-US" altLang="zh-CN" sz="2400">
                <a:solidFill>
                  <a:srgbClr val="FF6600"/>
                </a:solidFill>
                <a:latin typeface="Times New Roman" pitchFamily="18" charset="0"/>
              </a:rPr>
              <a:t>1m</a:t>
            </a:r>
            <a:r>
              <a:rPr kumimoji="1" lang="zh-CN" altLang="en-US" sz="2400">
                <a:latin typeface="Times New Roman" pitchFamily="18" charset="0"/>
              </a:rPr>
              <a:t>。</a:t>
            </a:r>
          </a:p>
        </p:txBody>
      </p:sp>
      <p:sp>
        <p:nvSpPr>
          <p:cNvPr id="26646" name="AutoShape 22">
            <a:hlinkClick r:id="rId2" action="ppaction://hlinksldjump" highlightClick="1"/>
          </p:cNvPr>
          <p:cNvSpPr>
            <a:spLocks noChangeAspect="1" noChangeArrowheads="1"/>
          </p:cNvSpPr>
          <p:nvPr/>
        </p:nvSpPr>
        <p:spPr bwMode="auto">
          <a:xfrm>
            <a:off x="8685213" y="6256338"/>
            <a:ext cx="244475" cy="244475"/>
          </a:xfrm>
          <a:prstGeom prst="actionButtonBeginning">
            <a:avLst/>
          </a:prstGeom>
          <a:solidFill>
            <a:schemeClr val="accent1"/>
          </a:solidFill>
          <a:ln w="19050">
            <a:noFill/>
            <a:miter lim="800000"/>
            <a:headEnd/>
            <a:tailEnd/>
          </a:ln>
        </p:spPr>
        <p:txBody>
          <a:bodyPr wrap="none" anchor="ctr"/>
          <a:lstStyle/>
          <a:p>
            <a:endParaRPr lang="zh-CN" altLang="en-US" sz="2400">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631"/>
                                        </p:tgtEl>
                                        <p:attrNameLst>
                                          <p:attrName>style.visibility</p:attrName>
                                        </p:attrNameLst>
                                      </p:cBhvr>
                                      <p:to>
                                        <p:strVal val="visible"/>
                                      </p:to>
                                    </p:set>
                                    <p:animEffect transition="in" filter="wipe(left)">
                                      <p:cBhvr>
                                        <p:cTn id="7" dur="1000"/>
                                        <p:tgtEl>
                                          <p:spTgt spid="266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628"/>
                                        </p:tgtEl>
                                        <p:attrNameLst>
                                          <p:attrName>style.visibility</p:attrName>
                                        </p:attrNameLst>
                                      </p:cBhvr>
                                      <p:to>
                                        <p:strVal val="visible"/>
                                      </p:to>
                                    </p:set>
                                    <p:animEffect transition="in" filter="wipe(left)">
                                      <p:cBhvr>
                                        <p:cTn id="12" dur="1000"/>
                                        <p:tgtEl>
                                          <p:spTgt spid="266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630"/>
                                        </p:tgtEl>
                                        <p:attrNameLst>
                                          <p:attrName>style.visibility</p:attrName>
                                        </p:attrNameLst>
                                      </p:cBhvr>
                                      <p:to>
                                        <p:strVal val="visible"/>
                                      </p:to>
                                    </p:set>
                                    <p:animEffect transition="in" filter="wipe(left)">
                                      <p:cBhvr>
                                        <p:cTn id="17" dur="1000"/>
                                        <p:tgtEl>
                                          <p:spTgt spid="266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635"/>
                                        </p:tgtEl>
                                        <p:attrNameLst>
                                          <p:attrName>style.visibility</p:attrName>
                                        </p:attrNameLst>
                                      </p:cBhvr>
                                      <p:to>
                                        <p:strVal val="visible"/>
                                      </p:to>
                                    </p:set>
                                    <p:animEffect transition="in" filter="wipe(left)">
                                      <p:cBhvr>
                                        <p:cTn id="22" dur="1000"/>
                                        <p:tgtEl>
                                          <p:spTgt spid="2663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6634"/>
                                        </p:tgtEl>
                                        <p:attrNameLst>
                                          <p:attrName>style.visibility</p:attrName>
                                        </p:attrNameLst>
                                      </p:cBhvr>
                                      <p:to>
                                        <p:strVal val="visible"/>
                                      </p:to>
                                    </p:set>
                                    <p:animEffect transition="in" filter="wipe(left)">
                                      <p:cBhvr>
                                        <p:cTn id="27" dur="1000"/>
                                        <p:tgtEl>
                                          <p:spTgt spid="2663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6629"/>
                                        </p:tgtEl>
                                        <p:attrNameLst>
                                          <p:attrName>style.visibility</p:attrName>
                                        </p:attrNameLst>
                                      </p:cBhvr>
                                      <p:to>
                                        <p:strVal val="visible"/>
                                      </p:to>
                                    </p:set>
                                    <p:animEffect transition="in" filter="wipe(left)">
                                      <p:cBhvr>
                                        <p:cTn id="32" dur="1000"/>
                                        <p:tgtEl>
                                          <p:spTgt spid="26629"/>
                                        </p:tgtEl>
                                      </p:cBhvr>
                                    </p:animEffect>
                                  </p:childTnLst>
                                </p:cTn>
                              </p:par>
                            </p:childTnLst>
                          </p:cTn>
                        </p:par>
                        <p:par>
                          <p:cTn id="33" fill="hold">
                            <p:stCondLst>
                              <p:cond delay="1000"/>
                            </p:stCondLst>
                            <p:childTnLst>
                              <p:par>
                                <p:cTn id="34" presetID="22" presetClass="entr" presetSubtype="1" fill="hold" grpId="0" nodeType="afterEffect">
                                  <p:stCondLst>
                                    <p:cond delay="0"/>
                                  </p:stCondLst>
                                  <p:childTnLst>
                                    <p:set>
                                      <p:cBhvr>
                                        <p:cTn id="35" dur="1" fill="hold">
                                          <p:stCondLst>
                                            <p:cond delay="0"/>
                                          </p:stCondLst>
                                        </p:cTn>
                                        <p:tgtEl>
                                          <p:spTgt spid="26640"/>
                                        </p:tgtEl>
                                        <p:attrNameLst>
                                          <p:attrName>style.visibility</p:attrName>
                                        </p:attrNameLst>
                                      </p:cBhvr>
                                      <p:to>
                                        <p:strVal val="visible"/>
                                      </p:to>
                                    </p:set>
                                    <p:animEffect transition="in" filter="wipe(up)">
                                      <p:cBhvr>
                                        <p:cTn id="36" dur="1000"/>
                                        <p:tgtEl>
                                          <p:spTgt spid="2664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6627"/>
                                        </p:tgtEl>
                                        <p:attrNameLst>
                                          <p:attrName>style.visibility</p:attrName>
                                        </p:attrNameLst>
                                      </p:cBhvr>
                                      <p:to>
                                        <p:strVal val="visible"/>
                                      </p:to>
                                    </p:set>
                                    <p:animEffect transition="in" filter="wipe(left)">
                                      <p:cBhvr>
                                        <p:cTn id="41" dur="1000"/>
                                        <p:tgtEl>
                                          <p:spTgt spid="26627"/>
                                        </p:tgtEl>
                                      </p:cBhvr>
                                    </p:animEffect>
                                  </p:childTnLst>
                                </p:cTn>
                              </p:par>
                            </p:childTnLst>
                          </p:cTn>
                        </p:par>
                        <p:par>
                          <p:cTn id="42" fill="hold">
                            <p:stCondLst>
                              <p:cond delay="1000"/>
                            </p:stCondLst>
                            <p:childTnLst>
                              <p:par>
                                <p:cTn id="43" presetID="22" presetClass="entr" presetSubtype="8" fill="hold" grpId="0" nodeType="afterEffect">
                                  <p:stCondLst>
                                    <p:cond delay="0"/>
                                  </p:stCondLst>
                                  <p:childTnLst>
                                    <p:set>
                                      <p:cBhvr>
                                        <p:cTn id="44" dur="1" fill="hold">
                                          <p:stCondLst>
                                            <p:cond delay="0"/>
                                          </p:stCondLst>
                                        </p:cTn>
                                        <p:tgtEl>
                                          <p:spTgt spid="26639"/>
                                        </p:tgtEl>
                                        <p:attrNameLst>
                                          <p:attrName>style.visibility</p:attrName>
                                        </p:attrNameLst>
                                      </p:cBhvr>
                                      <p:to>
                                        <p:strVal val="visible"/>
                                      </p:to>
                                    </p:set>
                                    <p:animEffect transition="in" filter="wipe(left)">
                                      <p:cBhvr>
                                        <p:cTn id="45" dur="1000"/>
                                        <p:tgtEl>
                                          <p:spTgt spid="2663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6638"/>
                                        </p:tgtEl>
                                        <p:attrNameLst>
                                          <p:attrName>style.visibility</p:attrName>
                                        </p:attrNameLst>
                                      </p:cBhvr>
                                      <p:to>
                                        <p:strVal val="visible"/>
                                      </p:to>
                                    </p:set>
                                    <p:animEffect transition="in" filter="wipe(left)">
                                      <p:cBhvr>
                                        <p:cTn id="50" dur="1000"/>
                                        <p:tgtEl>
                                          <p:spTgt spid="26638"/>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26641"/>
                                        </p:tgtEl>
                                        <p:attrNameLst>
                                          <p:attrName>style.visibility</p:attrName>
                                        </p:attrNameLst>
                                      </p:cBhvr>
                                      <p:to>
                                        <p:strVal val="visible"/>
                                      </p:to>
                                    </p:set>
                                    <p:animEffect transition="in" filter="wipe(up)">
                                      <p:cBhvr>
                                        <p:cTn id="55" dur="1000"/>
                                        <p:tgtEl>
                                          <p:spTgt spid="26641"/>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26633"/>
                                        </p:tgtEl>
                                        <p:attrNameLst>
                                          <p:attrName>style.visibility</p:attrName>
                                        </p:attrNameLst>
                                      </p:cBhvr>
                                      <p:to>
                                        <p:strVal val="visible"/>
                                      </p:to>
                                    </p:set>
                                    <p:animEffect transition="in" filter="wipe(left)">
                                      <p:cBhvr>
                                        <p:cTn id="60" dur="1000"/>
                                        <p:tgtEl>
                                          <p:spTgt spid="26633"/>
                                        </p:tgtEl>
                                      </p:cBhvr>
                                    </p:animEffect>
                                  </p:childTnLst>
                                </p:cTn>
                              </p:par>
                            </p:childTnLst>
                          </p:cTn>
                        </p:par>
                        <p:par>
                          <p:cTn id="61" fill="hold">
                            <p:stCondLst>
                              <p:cond delay="1000"/>
                            </p:stCondLst>
                            <p:childTnLst>
                              <p:par>
                                <p:cTn id="62" presetID="22" presetClass="entr" presetSubtype="8" fill="hold" grpId="0" nodeType="afterEffect">
                                  <p:stCondLst>
                                    <p:cond delay="0"/>
                                  </p:stCondLst>
                                  <p:childTnLst>
                                    <p:set>
                                      <p:cBhvr>
                                        <p:cTn id="63" dur="1" fill="hold">
                                          <p:stCondLst>
                                            <p:cond delay="0"/>
                                          </p:stCondLst>
                                        </p:cTn>
                                        <p:tgtEl>
                                          <p:spTgt spid="26643"/>
                                        </p:tgtEl>
                                        <p:attrNameLst>
                                          <p:attrName>style.visibility</p:attrName>
                                        </p:attrNameLst>
                                      </p:cBhvr>
                                      <p:to>
                                        <p:strVal val="visible"/>
                                      </p:to>
                                    </p:set>
                                    <p:animEffect transition="in" filter="wipe(left)">
                                      <p:cBhvr>
                                        <p:cTn id="64" dur="1000"/>
                                        <p:tgtEl>
                                          <p:spTgt spid="26643"/>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26644"/>
                                        </p:tgtEl>
                                        <p:attrNameLst>
                                          <p:attrName>style.visibility</p:attrName>
                                        </p:attrNameLst>
                                      </p:cBhvr>
                                      <p:to>
                                        <p:strVal val="visible"/>
                                      </p:to>
                                    </p:set>
                                    <p:animEffect transition="in" filter="wipe(left)">
                                      <p:cBhvr>
                                        <p:cTn id="69" dur="1000"/>
                                        <p:tgtEl>
                                          <p:spTgt spid="26644"/>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26646"/>
                                        </p:tgtEl>
                                        <p:attrNameLst>
                                          <p:attrName>style.visibility</p:attrName>
                                        </p:attrNameLst>
                                      </p:cBhvr>
                                      <p:to>
                                        <p:strVal val="visible"/>
                                      </p:to>
                                    </p:set>
                                    <p:animEffect transition="in" filter="wipe(left)">
                                      <p:cBhvr>
                                        <p:cTn id="74" dur="500"/>
                                        <p:tgtEl>
                                          <p:spTgt spid="266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animBg="1"/>
      <p:bldP spid="26628" grpId="0"/>
      <p:bldP spid="26629" grpId="0" animBg="1"/>
      <p:bldP spid="26630" grpId="0" animBg="1"/>
      <p:bldP spid="26631" grpId="0"/>
      <p:bldP spid="26633" grpId="0" animBg="1"/>
      <p:bldP spid="26634" grpId="0" animBg="1"/>
      <p:bldP spid="26635" grpId="0"/>
      <p:bldP spid="26638" grpId="0" animBg="1"/>
      <p:bldP spid="26639" grpId="0" animBg="1"/>
      <p:bldP spid="26640" grpId="0" animBg="1"/>
      <p:bldP spid="26641" grpId="0" animBg="1"/>
      <p:bldP spid="26643" grpId="0" animBg="1"/>
      <p:bldP spid="26644" grpId="0" animBg="1"/>
      <p:bldP spid="2664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61" name="Rectangle 17"/>
          <p:cNvSpPr>
            <a:spLocks noChangeArrowheads="1"/>
          </p:cNvSpPr>
          <p:nvPr/>
        </p:nvSpPr>
        <p:spPr bwMode="auto">
          <a:xfrm>
            <a:off x="2339975" y="1797050"/>
            <a:ext cx="2952750" cy="476250"/>
          </a:xfrm>
          <a:prstGeom prst="rect">
            <a:avLst/>
          </a:prstGeom>
          <a:solidFill>
            <a:srgbClr val="66FFFF">
              <a:alpha val="59999"/>
            </a:srgbClr>
          </a:solidFill>
          <a:ln w="19050">
            <a:solidFill>
              <a:srgbClr val="009999"/>
            </a:solidFill>
            <a:miter lim="800000"/>
            <a:headEnd/>
            <a:tailEnd/>
          </a:ln>
        </p:spPr>
        <p:txBody>
          <a:bodyPr>
            <a:spAutoFit/>
          </a:bodyPr>
          <a:lstStyle/>
          <a:p>
            <a:r>
              <a:rPr kumimoji="1" lang="zh-CN" altLang="en-US" sz="2400">
                <a:solidFill>
                  <a:schemeClr val="accent2"/>
                </a:solidFill>
                <a:latin typeface="Times New Roman" pitchFamily="18" charset="0"/>
              </a:rPr>
              <a:t>亚原子</a:t>
            </a:r>
            <a:r>
              <a:rPr kumimoji="1" lang="zh-CN" altLang="en-US" sz="2400">
                <a:solidFill>
                  <a:srgbClr val="FFCC66"/>
                </a:solidFill>
                <a:latin typeface="Times New Roman" pitchFamily="18" charset="0"/>
              </a:rPr>
              <a:t> </a:t>
            </a:r>
            <a:r>
              <a:rPr kumimoji="1" lang="en-US" altLang="zh-CN" sz="2400">
                <a:solidFill>
                  <a:srgbClr val="FF6600"/>
                </a:solidFill>
                <a:latin typeface="Times New Roman" pitchFamily="18" charset="0"/>
              </a:rPr>
              <a:t>10</a:t>
            </a:r>
            <a:r>
              <a:rPr kumimoji="1" lang="en-US" altLang="zh-CN" sz="2400" baseline="30000">
                <a:solidFill>
                  <a:srgbClr val="FF6600"/>
                </a:solidFill>
                <a:latin typeface="Times New Roman" pitchFamily="18" charset="0"/>
              </a:rPr>
              <a:t>-18</a:t>
            </a:r>
            <a:r>
              <a:rPr kumimoji="1" lang="en-US" altLang="zh-CN" sz="2400">
                <a:solidFill>
                  <a:srgbClr val="FF6600"/>
                </a:solidFill>
                <a:latin typeface="Times New Roman" pitchFamily="18" charset="0"/>
              </a:rPr>
              <a:t>~10</a:t>
            </a:r>
            <a:r>
              <a:rPr kumimoji="1" lang="en-US" altLang="zh-CN" sz="2400" baseline="30000">
                <a:solidFill>
                  <a:srgbClr val="FF6600"/>
                </a:solidFill>
                <a:latin typeface="Times New Roman" pitchFamily="18" charset="0"/>
              </a:rPr>
              <a:t>-17</a:t>
            </a:r>
            <a:r>
              <a:rPr kumimoji="1" lang="en-US" altLang="zh-CN" sz="2400">
                <a:solidFill>
                  <a:srgbClr val="FF6600"/>
                </a:solidFill>
                <a:latin typeface="Times New Roman" pitchFamily="18" charset="0"/>
              </a:rPr>
              <a:t> m</a:t>
            </a:r>
          </a:p>
        </p:txBody>
      </p:sp>
      <p:sp>
        <p:nvSpPr>
          <p:cNvPr id="31762" name="Line 18"/>
          <p:cNvSpPr>
            <a:spLocks noChangeShapeType="1"/>
          </p:cNvSpPr>
          <p:nvPr/>
        </p:nvSpPr>
        <p:spPr bwMode="auto">
          <a:xfrm flipV="1">
            <a:off x="5292725" y="2012950"/>
            <a:ext cx="1031875" cy="11113"/>
          </a:xfrm>
          <a:prstGeom prst="line">
            <a:avLst/>
          </a:prstGeom>
          <a:noFill/>
          <a:ln w="57150">
            <a:solidFill>
              <a:srgbClr val="FF0000"/>
            </a:solidFill>
            <a:round/>
            <a:headEnd type="stealth" w="med" len="lg"/>
            <a:tailEnd type="stealth" w="med" len="lg"/>
          </a:ln>
        </p:spPr>
        <p:txBody>
          <a:bodyPr wrap="none" anchor="ctr"/>
          <a:lstStyle/>
          <a:p>
            <a:endParaRPr lang="zh-CN" altLang="en-US"/>
          </a:p>
        </p:txBody>
      </p:sp>
      <p:sp>
        <p:nvSpPr>
          <p:cNvPr id="31763" name="Rectangle 19"/>
          <p:cNvSpPr>
            <a:spLocks noChangeArrowheads="1"/>
          </p:cNvSpPr>
          <p:nvPr/>
        </p:nvSpPr>
        <p:spPr bwMode="auto">
          <a:xfrm>
            <a:off x="468313" y="1773238"/>
            <a:ext cx="1974850" cy="457200"/>
          </a:xfrm>
          <a:prstGeom prst="rect">
            <a:avLst/>
          </a:prstGeom>
          <a:noFill/>
          <a:ln w="9525">
            <a:noFill/>
            <a:miter lim="800000"/>
            <a:headEnd/>
            <a:tailEnd/>
          </a:ln>
        </p:spPr>
        <p:txBody>
          <a:bodyPr>
            <a:spAutoFit/>
          </a:bodyPr>
          <a:lstStyle/>
          <a:p>
            <a:r>
              <a:rPr kumimoji="1" lang="zh-CN" altLang="en-US" sz="2400">
                <a:latin typeface="Times New Roman" pitchFamily="18" charset="0"/>
              </a:rPr>
              <a:t>空间</a:t>
            </a:r>
            <a:r>
              <a:rPr kumimoji="1" lang="zh-CN" altLang="en-US" sz="2400">
                <a:solidFill>
                  <a:srgbClr val="FF6600"/>
                </a:solidFill>
                <a:latin typeface="Times New Roman" pitchFamily="18" charset="0"/>
              </a:rPr>
              <a:t>尺度：</a:t>
            </a:r>
          </a:p>
        </p:txBody>
      </p:sp>
      <p:sp>
        <p:nvSpPr>
          <p:cNvPr id="31764" name="Rectangle 20"/>
          <p:cNvSpPr>
            <a:spLocks noChangeArrowheads="1"/>
          </p:cNvSpPr>
          <p:nvPr/>
        </p:nvSpPr>
        <p:spPr bwMode="auto">
          <a:xfrm>
            <a:off x="6300788" y="1797050"/>
            <a:ext cx="2438400" cy="476250"/>
          </a:xfrm>
          <a:prstGeom prst="rect">
            <a:avLst/>
          </a:prstGeom>
          <a:solidFill>
            <a:srgbClr val="66FFFF">
              <a:alpha val="59999"/>
            </a:srgbClr>
          </a:solidFill>
          <a:ln w="19050">
            <a:solidFill>
              <a:srgbClr val="009999"/>
            </a:solidFill>
            <a:miter lim="800000"/>
            <a:headEnd/>
            <a:tailEnd/>
          </a:ln>
        </p:spPr>
        <p:txBody>
          <a:bodyPr>
            <a:spAutoFit/>
          </a:bodyPr>
          <a:lstStyle/>
          <a:p>
            <a:r>
              <a:rPr kumimoji="1" lang="zh-CN" altLang="en-US" sz="2400">
                <a:solidFill>
                  <a:schemeClr val="accent2"/>
                </a:solidFill>
                <a:latin typeface="Times New Roman" pitchFamily="18" charset="0"/>
              </a:rPr>
              <a:t>哈勃半径</a:t>
            </a:r>
            <a:r>
              <a:rPr kumimoji="1" lang="zh-CN" altLang="en-US" sz="2400">
                <a:solidFill>
                  <a:srgbClr val="FFCC66"/>
                </a:solidFill>
                <a:latin typeface="Times New Roman" pitchFamily="18" charset="0"/>
              </a:rPr>
              <a:t> </a:t>
            </a:r>
            <a:r>
              <a:rPr kumimoji="1" lang="en-US" altLang="zh-CN" sz="2400">
                <a:solidFill>
                  <a:srgbClr val="FF6600"/>
                </a:solidFill>
                <a:latin typeface="Times New Roman" pitchFamily="18" charset="0"/>
              </a:rPr>
              <a:t>10</a:t>
            </a:r>
            <a:r>
              <a:rPr kumimoji="1" lang="en-US" altLang="zh-CN" sz="2400" baseline="30000">
                <a:solidFill>
                  <a:srgbClr val="FF6600"/>
                </a:solidFill>
                <a:latin typeface="Times New Roman" pitchFamily="18" charset="0"/>
              </a:rPr>
              <a:t> 26</a:t>
            </a:r>
            <a:r>
              <a:rPr kumimoji="1" lang="en-US" altLang="zh-CN" sz="2400">
                <a:solidFill>
                  <a:srgbClr val="FF6600"/>
                </a:solidFill>
                <a:latin typeface="Times New Roman" pitchFamily="18" charset="0"/>
              </a:rPr>
              <a:t> m</a:t>
            </a:r>
          </a:p>
        </p:txBody>
      </p:sp>
      <p:sp>
        <p:nvSpPr>
          <p:cNvPr id="31768" name="Text Box 24"/>
          <p:cNvSpPr txBox="1">
            <a:spLocks noChangeArrowheads="1"/>
          </p:cNvSpPr>
          <p:nvPr/>
        </p:nvSpPr>
        <p:spPr bwMode="auto">
          <a:xfrm>
            <a:off x="323850" y="476250"/>
            <a:ext cx="8351838" cy="519113"/>
          </a:xfrm>
          <a:prstGeom prst="rect">
            <a:avLst/>
          </a:prstGeom>
          <a:noFill/>
          <a:ln w="12700" cap="sq" algn="ctr">
            <a:noFill/>
            <a:miter lim="800000"/>
            <a:headEnd type="none" w="sm" len="sm"/>
            <a:tailEnd type="none" w="sm" len="sm"/>
          </a:ln>
        </p:spPr>
        <p:txBody>
          <a:bodyPr>
            <a:spAutoFit/>
          </a:bodyPr>
          <a:lstStyle/>
          <a:p>
            <a:pPr algn="ctr"/>
            <a:r>
              <a:rPr kumimoji="1" lang="zh-CN" altLang="en-US" sz="2800">
                <a:solidFill>
                  <a:schemeClr val="accent2"/>
                </a:solidFill>
                <a:latin typeface="Times New Roman" pitchFamily="18" charset="0"/>
                <a:ea typeface="黑体" pitchFamily="49" charset="-122"/>
              </a:rPr>
              <a:t>§1.2  物质世界的层次</a:t>
            </a:r>
          </a:p>
        </p:txBody>
      </p:sp>
      <p:sp>
        <p:nvSpPr>
          <p:cNvPr id="31769" name="Text Box 25"/>
          <p:cNvSpPr txBox="1">
            <a:spLocks noChangeArrowheads="1"/>
          </p:cNvSpPr>
          <p:nvPr/>
        </p:nvSpPr>
        <p:spPr bwMode="auto">
          <a:xfrm>
            <a:off x="152400" y="1100138"/>
            <a:ext cx="6121400" cy="461962"/>
          </a:xfrm>
          <a:prstGeom prst="rect">
            <a:avLst/>
          </a:prstGeom>
          <a:noFill/>
          <a:ln w="9525" algn="ctr">
            <a:noFill/>
            <a:miter lim="800000"/>
            <a:headEnd type="none" w="sm" len="sm"/>
            <a:tailEnd type="none" w="sm" len="sm"/>
          </a:ln>
        </p:spPr>
        <p:txBody>
          <a:bodyPr>
            <a:spAutoFit/>
          </a:bodyPr>
          <a:lstStyle/>
          <a:p>
            <a:pPr>
              <a:spcBef>
                <a:spcPct val="50000"/>
              </a:spcBef>
            </a:pPr>
            <a:r>
              <a:rPr kumimoji="1" lang="en-US" altLang="zh-CN" sz="2400">
                <a:solidFill>
                  <a:srgbClr val="0000FF"/>
                </a:solidFill>
                <a:latin typeface="Times New Roman" pitchFamily="18" charset="0"/>
              </a:rPr>
              <a:t>1.2.1  </a:t>
            </a:r>
            <a:r>
              <a:rPr kumimoji="1" lang="zh-CN" altLang="en-US" sz="2400">
                <a:solidFill>
                  <a:srgbClr val="0000FF"/>
                </a:solidFill>
                <a:latin typeface="Times New Roman" pitchFamily="18" charset="0"/>
              </a:rPr>
              <a:t>物质世界的空间尺度 </a:t>
            </a:r>
          </a:p>
        </p:txBody>
      </p:sp>
      <p:sp>
        <p:nvSpPr>
          <p:cNvPr id="31770" name="Rectangle 26"/>
          <p:cNvSpPr>
            <a:spLocks noChangeArrowheads="1"/>
          </p:cNvSpPr>
          <p:nvPr/>
        </p:nvSpPr>
        <p:spPr bwMode="auto">
          <a:xfrm>
            <a:off x="4429125" y="4616450"/>
            <a:ext cx="3781425" cy="395288"/>
          </a:xfrm>
          <a:prstGeom prst="rect">
            <a:avLst/>
          </a:prstGeom>
          <a:gradFill rotWithShape="1">
            <a:gsLst>
              <a:gs pos="0">
                <a:srgbClr val="FFFF99">
                  <a:alpha val="50000"/>
                </a:srgbClr>
              </a:gs>
              <a:gs pos="50000">
                <a:srgbClr val="B2B2B2">
                  <a:alpha val="50000"/>
                </a:srgbClr>
              </a:gs>
              <a:gs pos="100000">
                <a:srgbClr val="FFFF99">
                  <a:alpha val="50000"/>
                </a:srgbClr>
              </a:gs>
            </a:gsLst>
            <a:lin ang="5400000" scaled="1"/>
          </a:gradFill>
          <a:ln w="9525">
            <a:noFill/>
            <a:miter lim="800000"/>
            <a:headEnd/>
            <a:tailEnd/>
          </a:ln>
        </p:spPr>
        <p:txBody>
          <a:bodyPr/>
          <a:lstStyle/>
          <a:p>
            <a:pPr algn="ctr"/>
            <a:r>
              <a:rPr lang="en-US" altLang="zh-CN" sz="2400">
                <a:latin typeface="Times New Roman" pitchFamily="18" charset="0"/>
              </a:rPr>
              <a:t>10</a:t>
            </a:r>
            <a:r>
              <a:rPr lang="en-US" altLang="zh-CN" sz="2400" baseline="30000">
                <a:latin typeface="Times New Roman" pitchFamily="18" charset="0"/>
              </a:rPr>
              <a:t>-4</a:t>
            </a:r>
          </a:p>
        </p:txBody>
      </p:sp>
      <p:sp>
        <p:nvSpPr>
          <p:cNvPr id="31771" name="Rectangle 27"/>
          <p:cNvSpPr>
            <a:spLocks noChangeArrowheads="1"/>
          </p:cNvSpPr>
          <p:nvPr/>
        </p:nvSpPr>
        <p:spPr bwMode="auto">
          <a:xfrm>
            <a:off x="642938" y="4616450"/>
            <a:ext cx="3784600" cy="395288"/>
          </a:xfrm>
          <a:prstGeom prst="rect">
            <a:avLst/>
          </a:prstGeom>
          <a:gradFill rotWithShape="1">
            <a:gsLst>
              <a:gs pos="0">
                <a:srgbClr val="FFFF99">
                  <a:alpha val="50000"/>
                </a:srgbClr>
              </a:gs>
              <a:gs pos="50000">
                <a:srgbClr val="B2B2B2">
                  <a:alpha val="50000"/>
                </a:srgbClr>
              </a:gs>
              <a:gs pos="100000">
                <a:srgbClr val="FFFF99">
                  <a:alpha val="50000"/>
                </a:srgbClr>
              </a:gs>
            </a:gsLst>
            <a:lin ang="5400000" scaled="1"/>
          </a:gradFill>
          <a:ln w="9525">
            <a:noFill/>
            <a:miter lim="800000"/>
            <a:headEnd/>
            <a:tailEnd/>
          </a:ln>
        </p:spPr>
        <p:txBody>
          <a:bodyPr/>
          <a:lstStyle/>
          <a:p>
            <a:pPr algn="ctr"/>
            <a:r>
              <a:rPr lang="zh-CN" altLang="en-US" sz="2400">
                <a:latin typeface="Times New Roman" pitchFamily="18" charset="0"/>
              </a:rPr>
              <a:t>灰尘线度</a:t>
            </a:r>
          </a:p>
        </p:txBody>
      </p:sp>
      <p:sp>
        <p:nvSpPr>
          <p:cNvPr id="31772" name="Rectangle 28"/>
          <p:cNvSpPr>
            <a:spLocks noChangeArrowheads="1"/>
          </p:cNvSpPr>
          <p:nvPr/>
        </p:nvSpPr>
        <p:spPr bwMode="auto">
          <a:xfrm>
            <a:off x="4429125" y="5011738"/>
            <a:ext cx="3781425" cy="395287"/>
          </a:xfrm>
          <a:prstGeom prst="rect">
            <a:avLst/>
          </a:prstGeom>
          <a:gradFill rotWithShape="1">
            <a:gsLst>
              <a:gs pos="0">
                <a:srgbClr val="FFCCFF">
                  <a:alpha val="50000"/>
                </a:srgbClr>
              </a:gs>
              <a:gs pos="50000">
                <a:srgbClr val="B2B2B2">
                  <a:alpha val="50000"/>
                </a:srgbClr>
              </a:gs>
              <a:gs pos="100000">
                <a:srgbClr val="FFCCFF">
                  <a:alpha val="50000"/>
                </a:srgbClr>
              </a:gs>
            </a:gsLst>
            <a:lin ang="5400000" scaled="1"/>
          </a:gradFill>
          <a:ln w="9525">
            <a:noFill/>
            <a:miter lim="800000"/>
            <a:headEnd/>
            <a:tailEnd/>
          </a:ln>
        </p:spPr>
        <p:txBody>
          <a:bodyPr/>
          <a:lstStyle/>
          <a:p>
            <a:pPr algn="ctr"/>
            <a:r>
              <a:rPr lang="en-US" altLang="zh-CN" sz="2400">
                <a:latin typeface="Times New Roman" pitchFamily="18" charset="0"/>
              </a:rPr>
              <a:t>10</a:t>
            </a:r>
            <a:r>
              <a:rPr lang="en-US" altLang="zh-CN" sz="2400" baseline="30000">
                <a:latin typeface="Times New Roman" pitchFamily="18" charset="0"/>
              </a:rPr>
              <a:t>-10</a:t>
            </a:r>
          </a:p>
        </p:txBody>
      </p:sp>
      <p:sp>
        <p:nvSpPr>
          <p:cNvPr id="31773" name="Rectangle 29"/>
          <p:cNvSpPr>
            <a:spLocks noChangeArrowheads="1"/>
          </p:cNvSpPr>
          <p:nvPr/>
        </p:nvSpPr>
        <p:spPr bwMode="auto">
          <a:xfrm>
            <a:off x="642938" y="5011738"/>
            <a:ext cx="3784600" cy="395287"/>
          </a:xfrm>
          <a:prstGeom prst="rect">
            <a:avLst/>
          </a:prstGeom>
          <a:gradFill rotWithShape="1">
            <a:gsLst>
              <a:gs pos="0">
                <a:srgbClr val="FFCCFF">
                  <a:alpha val="50000"/>
                </a:srgbClr>
              </a:gs>
              <a:gs pos="50000">
                <a:srgbClr val="B2B2B2">
                  <a:alpha val="50000"/>
                </a:srgbClr>
              </a:gs>
              <a:gs pos="100000">
                <a:srgbClr val="FFCCFF">
                  <a:alpha val="50000"/>
                </a:srgbClr>
              </a:gs>
            </a:gsLst>
            <a:lin ang="5400000" scaled="1"/>
          </a:gradFill>
          <a:ln w="9525">
            <a:noFill/>
            <a:miter lim="800000"/>
            <a:headEnd/>
            <a:tailEnd/>
          </a:ln>
        </p:spPr>
        <p:txBody>
          <a:bodyPr/>
          <a:lstStyle/>
          <a:p>
            <a:pPr algn="ctr">
              <a:spcBef>
                <a:spcPct val="20000"/>
              </a:spcBef>
            </a:pPr>
            <a:r>
              <a:rPr lang="zh-CN" altLang="en-US" sz="2400">
                <a:latin typeface="Times New Roman" pitchFamily="18" charset="0"/>
              </a:rPr>
              <a:t>原子线度</a:t>
            </a:r>
          </a:p>
        </p:txBody>
      </p:sp>
      <p:sp>
        <p:nvSpPr>
          <p:cNvPr id="31774" name="Rectangle 30"/>
          <p:cNvSpPr>
            <a:spLocks noChangeArrowheads="1"/>
          </p:cNvSpPr>
          <p:nvPr/>
        </p:nvSpPr>
        <p:spPr bwMode="auto">
          <a:xfrm>
            <a:off x="4429125" y="5407025"/>
            <a:ext cx="3781425" cy="433388"/>
          </a:xfrm>
          <a:prstGeom prst="rect">
            <a:avLst/>
          </a:prstGeom>
          <a:gradFill rotWithShape="1">
            <a:gsLst>
              <a:gs pos="0">
                <a:srgbClr val="FF9999">
                  <a:alpha val="50000"/>
                </a:srgbClr>
              </a:gs>
              <a:gs pos="50000">
                <a:srgbClr val="B2B2B2">
                  <a:alpha val="50000"/>
                </a:srgbClr>
              </a:gs>
              <a:gs pos="100000">
                <a:srgbClr val="FF9999">
                  <a:alpha val="50000"/>
                </a:srgbClr>
              </a:gs>
            </a:gsLst>
            <a:lin ang="5400000" scaled="1"/>
          </a:gradFill>
          <a:ln w="9525">
            <a:noFill/>
            <a:miter lim="800000"/>
            <a:headEnd/>
            <a:tailEnd/>
          </a:ln>
        </p:spPr>
        <p:txBody>
          <a:bodyPr/>
          <a:lstStyle/>
          <a:p>
            <a:pPr algn="ctr"/>
            <a:r>
              <a:rPr lang="en-US" altLang="zh-CN" sz="2400">
                <a:latin typeface="Times New Roman" pitchFamily="18" charset="0"/>
              </a:rPr>
              <a:t>10</a:t>
            </a:r>
            <a:r>
              <a:rPr lang="en-US" altLang="zh-CN" sz="2400" baseline="30000">
                <a:latin typeface="Times New Roman" pitchFamily="18" charset="0"/>
              </a:rPr>
              <a:t>-15</a:t>
            </a:r>
          </a:p>
        </p:txBody>
      </p:sp>
      <p:sp>
        <p:nvSpPr>
          <p:cNvPr id="31775" name="Rectangle 31"/>
          <p:cNvSpPr>
            <a:spLocks noChangeArrowheads="1"/>
          </p:cNvSpPr>
          <p:nvPr/>
        </p:nvSpPr>
        <p:spPr bwMode="auto">
          <a:xfrm>
            <a:off x="642938" y="5407025"/>
            <a:ext cx="3784600" cy="433388"/>
          </a:xfrm>
          <a:prstGeom prst="rect">
            <a:avLst/>
          </a:prstGeom>
          <a:gradFill rotWithShape="1">
            <a:gsLst>
              <a:gs pos="0">
                <a:srgbClr val="FF9999">
                  <a:alpha val="50000"/>
                </a:srgbClr>
              </a:gs>
              <a:gs pos="50000">
                <a:srgbClr val="B2B2B2">
                  <a:alpha val="50000"/>
                </a:srgbClr>
              </a:gs>
              <a:gs pos="100000">
                <a:srgbClr val="FF9999">
                  <a:alpha val="50000"/>
                </a:srgbClr>
              </a:gs>
            </a:gsLst>
            <a:lin ang="5400000" scaled="1"/>
          </a:gradFill>
          <a:ln w="9525">
            <a:noFill/>
            <a:miter lim="800000"/>
            <a:headEnd/>
            <a:tailEnd/>
          </a:ln>
        </p:spPr>
        <p:txBody>
          <a:bodyPr/>
          <a:lstStyle/>
          <a:p>
            <a:pPr algn="ctr"/>
            <a:r>
              <a:rPr lang="zh-CN" altLang="en-US" sz="2400">
                <a:latin typeface="Times New Roman" pitchFamily="18" charset="0"/>
              </a:rPr>
              <a:t>原子核线度</a:t>
            </a:r>
          </a:p>
        </p:txBody>
      </p:sp>
      <p:sp>
        <p:nvSpPr>
          <p:cNvPr id="31776" name="Rectangle 32"/>
          <p:cNvSpPr>
            <a:spLocks noChangeArrowheads="1"/>
          </p:cNvSpPr>
          <p:nvPr/>
        </p:nvSpPr>
        <p:spPr bwMode="auto">
          <a:xfrm>
            <a:off x="4429125" y="4217988"/>
            <a:ext cx="3781425" cy="398462"/>
          </a:xfrm>
          <a:prstGeom prst="rect">
            <a:avLst/>
          </a:prstGeom>
          <a:gradFill rotWithShape="1">
            <a:gsLst>
              <a:gs pos="0">
                <a:srgbClr val="99CCFF">
                  <a:alpha val="50000"/>
                </a:srgbClr>
              </a:gs>
              <a:gs pos="50000">
                <a:srgbClr val="B2B2B2">
                  <a:alpha val="50000"/>
                </a:srgbClr>
              </a:gs>
              <a:gs pos="100000">
                <a:srgbClr val="99CCFF">
                  <a:alpha val="50000"/>
                </a:srgbClr>
              </a:gs>
            </a:gsLst>
            <a:lin ang="5400000" scaled="1"/>
          </a:gradFill>
          <a:ln w="9525">
            <a:noFill/>
            <a:miter lim="800000"/>
            <a:headEnd/>
            <a:tailEnd/>
          </a:ln>
        </p:spPr>
        <p:txBody>
          <a:bodyPr/>
          <a:lstStyle/>
          <a:p>
            <a:pPr algn="ctr"/>
            <a:r>
              <a:rPr lang="en-US" altLang="zh-CN" sz="2400">
                <a:latin typeface="Times New Roman" pitchFamily="18" charset="0"/>
              </a:rPr>
              <a:t>10</a:t>
            </a:r>
            <a:r>
              <a:rPr lang="en-US" altLang="zh-CN" sz="2400" baseline="30000">
                <a:latin typeface="Times New Roman" pitchFamily="18" charset="0"/>
              </a:rPr>
              <a:t>3</a:t>
            </a:r>
            <a:endParaRPr lang="en-US" altLang="zh-CN" sz="2400" b="0">
              <a:latin typeface="Times New Roman" pitchFamily="18" charset="0"/>
            </a:endParaRPr>
          </a:p>
        </p:txBody>
      </p:sp>
      <p:sp>
        <p:nvSpPr>
          <p:cNvPr id="31777" name="Rectangle 33"/>
          <p:cNvSpPr>
            <a:spLocks noChangeArrowheads="1"/>
          </p:cNvSpPr>
          <p:nvPr/>
        </p:nvSpPr>
        <p:spPr bwMode="auto">
          <a:xfrm>
            <a:off x="642938" y="4217988"/>
            <a:ext cx="3784600" cy="398462"/>
          </a:xfrm>
          <a:prstGeom prst="rect">
            <a:avLst/>
          </a:prstGeom>
          <a:gradFill rotWithShape="1">
            <a:gsLst>
              <a:gs pos="0">
                <a:srgbClr val="99CCFF">
                  <a:alpha val="50000"/>
                </a:srgbClr>
              </a:gs>
              <a:gs pos="50000">
                <a:srgbClr val="B2B2B2">
                  <a:alpha val="50000"/>
                </a:srgbClr>
              </a:gs>
              <a:gs pos="100000">
                <a:srgbClr val="99CCFF">
                  <a:alpha val="50000"/>
                </a:srgbClr>
              </a:gs>
            </a:gsLst>
            <a:lin ang="5400000" scaled="1"/>
          </a:gradFill>
          <a:ln w="9525">
            <a:noFill/>
            <a:miter lim="800000"/>
            <a:headEnd/>
            <a:tailEnd/>
          </a:ln>
        </p:spPr>
        <p:txBody>
          <a:bodyPr/>
          <a:lstStyle/>
          <a:p>
            <a:pPr algn="ctr">
              <a:spcBef>
                <a:spcPct val="20000"/>
              </a:spcBef>
            </a:pPr>
            <a:r>
              <a:rPr lang="zh-CN" altLang="en-US" sz="2400">
                <a:latin typeface="Times New Roman" pitchFamily="18" charset="0"/>
              </a:rPr>
              <a:t>无线电波波长</a:t>
            </a:r>
          </a:p>
        </p:txBody>
      </p:sp>
      <p:sp>
        <p:nvSpPr>
          <p:cNvPr id="31778" name="Rectangle 34" descr="水滴"/>
          <p:cNvSpPr>
            <a:spLocks noChangeArrowheads="1"/>
          </p:cNvSpPr>
          <p:nvPr/>
        </p:nvSpPr>
        <p:spPr bwMode="auto">
          <a:xfrm>
            <a:off x="4429125" y="5840413"/>
            <a:ext cx="3781425" cy="395287"/>
          </a:xfrm>
          <a:prstGeom prst="rect">
            <a:avLst/>
          </a:prstGeom>
          <a:blipFill dpi="0" rotWithShape="1">
            <a:blip r:embed="rId3"/>
            <a:srcRect/>
            <a:tile tx="0" ty="0" sx="100000" sy="100000" flip="none" algn="tl"/>
          </a:blipFill>
          <a:ln w="9525">
            <a:noFill/>
            <a:miter lim="800000"/>
            <a:headEnd/>
            <a:tailEnd/>
          </a:ln>
        </p:spPr>
        <p:txBody>
          <a:bodyPr/>
          <a:lstStyle/>
          <a:p>
            <a:pPr algn="ctr"/>
            <a:r>
              <a:rPr lang="en-US" altLang="zh-CN" sz="2400">
                <a:latin typeface="Times New Roman" pitchFamily="18" charset="0"/>
              </a:rPr>
              <a:t>10</a:t>
            </a:r>
            <a:r>
              <a:rPr lang="en-US" altLang="zh-CN" sz="2400" baseline="30000">
                <a:latin typeface="Times New Roman" pitchFamily="18" charset="0"/>
              </a:rPr>
              <a:t>-17</a:t>
            </a:r>
          </a:p>
        </p:txBody>
      </p:sp>
      <p:sp>
        <p:nvSpPr>
          <p:cNvPr id="31779" name="Rectangle 35" descr="水滴"/>
          <p:cNvSpPr>
            <a:spLocks noChangeArrowheads="1"/>
          </p:cNvSpPr>
          <p:nvPr/>
        </p:nvSpPr>
        <p:spPr bwMode="auto">
          <a:xfrm>
            <a:off x="642938" y="5840413"/>
            <a:ext cx="3784600" cy="395287"/>
          </a:xfrm>
          <a:prstGeom prst="rect">
            <a:avLst/>
          </a:prstGeom>
          <a:blipFill dpi="0" rotWithShape="1">
            <a:blip r:embed="rId3"/>
            <a:srcRect/>
            <a:tile tx="0" ty="0" sx="100000" sy="100000" flip="none" algn="tl"/>
          </a:blipFill>
          <a:ln w="9525">
            <a:noFill/>
            <a:miter lim="800000"/>
            <a:headEnd/>
            <a:tailEnd/>
          </a:ln>
        </p:spPr>
        <p:txBody>
          <a:bodyPr/>
          <a:lstStyle/>
          <a:p>
            <a:pPr algn="ctr"/>
            <a:r>
              <a:rPr lang="zh-CN" altLang="en-US" sz="2400">
                <a:latin typeface="Times New Roman" pitchFamily="18" charset="0"/>
              </a:rPr>
              <a:t>基本粒子线度</a:t>
            </a:r>
          </a:p>
        </p:txBody>
      </p:sp>
      <p:sp>
        <p:nvSpPr>
          <p:cNvPr id="31780" name="Rectangle 36"/>
          <p:cNvSpPr>
            <a:spLocks noChangeArrowheads="1"/>
          </p:cNvSpPr>
          <p:nvPr/>
        </p:nvSpPr>
        <p:spPr bwMode="auto">
          <a:xfrm>
            <a:off x="4429125" y="3822700"/>
            <a:ext cx="3781425" cy="395288"/>
          </a:xfrm>
          <a:prstGeom prst="rect">
            <a:avLst/>
          </a:prstGeom>
          <a:gradFill rotWithShape="1">
            <a:gsLst>
              <a:gs pos="0">
                <a:srgbClr val="CCFFCC">
                  <a:alpha val="50000"/>
                </a:srgbClr>
              </a:gs>
              <a:gs pos="50000">
                <a:srgbClr val="B2B2B2">
                  <a:alpha val="50000"/>
                </a:srgbClr>
              </a:gs>
              <a:gs pos="100000">
                <a:srgbClr val="CCFFCC">
                  <a:alpha val="50000"/>
                </a:srgbClr>
              </a:gs>
            </a:gsLst>
            <a:lin ang="5400000" scaled="1"/>
          </a:gradFill>
          <a:ln w="9525">
            <a:noFill/>
            <a:miter lim="800000"/>
            <a:headEnd/>
            <a:tailEnd/>
          </a:ln>
        </p:spPr>
        <p:txBody>
          <a:bodyPr/>
          <a:lstStyle/>
          <a:p>
            <a:pPr algn="ctr"/>
            <a:r>
              <a:rPr lang="en-US" altLang="zh-CN" sz="2400">
                <a:latin typeface="Times New Roman" pitchFamily="18" charset="0"/>
              </a:rPr>
              <a:t>6×10</a:t>
            </a:r>
            <a:r>
              <a:rPr lang="en-US" altLang="zh-CN" sz="2400" baseline="30000">
                <a:latin typeface="Times New Roman" pitchFamily="18" charset="0"/>
              </a:rPr>
              <a:t>6</a:t>
            </a:r>
            <a:endParaRPr lang="en-US" altLang="zh-CN" sz="2400" b="0">
              <a:latin typeface="Times New Roman" pitchFamily="18" charset="0"/>
            </a:endParaRPr>
          </a:p>
        </p:txBody>
      </p:sp>
      <p:sp>
        <p:nvSpPr>
          <p:cNvPr id="31781" name="Rectangle 37"/>
          <p:cNvSpPr>
            <a:spLocks noChangeArrowheads="1"/>
          </p:cNvSpPr>
          <p:nvPr/>
        </p:nvSpPr>
        <p:spPr bwMode="auto">
          <a:xfrm>
            <a:off x="642938" y="3822700"/>
            <a:ext cx="3784600" cy="395288"/>
          </a:xfrm>
          <a:prstGeom prst="rect">
            <a:avLst/>
          </a:prstGeom>
          <a:gradFill rotWithShape="1">
            <a:gsLst>
              <a:gs pos="0">
                <a:srgbClr val="CCFFCC">
                  <a:alpha val="50000"/>
                </a:srgbClr>
              </a:gs>
              <a:gs pos="50000">
                <a:srgbClr val="B2B2B2">
                  <a:alpha val="50000"/>
                </a:srgbClr>
              </a:gs>
              <a:gs pos="100000">
                <a:srgbClr val="CCFFCC">
                  <a:alpha val="50000"/>
                </a:srgbClr>
              </a:gs>
            </a:gsLst>
            <a:lin ang="5400000" scaled="1"/>
          </a:gradFill>
          <a:ln w="9525">
            <a:noFill/>
            <a:miter lim="800000"/>
            <a:headEnd/>
            <a:tailEnd/>
          </a:ln>
        </p:spPr>
        <p:txBody>
          <a:bodyPr/>
          <a:lstStyle/>
          <a:p>
            <a:pPr algn="ctr">
              <a:spcBef>
                <a:spcPct val="20000"/>
              </a:spcBef>
            </a:pPr>
            <a:r>
              <a:rPr lang="zh-CN" altLang="en-US" sz="2400">
                <a:latin typeface="Times New Roman" pitchFamily="18" charset="0"/>
              </a:rPr>
              <a:t>地球半径</a:t>
            </a:r>
          </a:p>
        </p:txBody>
      </p:sp>
      <p:sp>
        <p:nvSpPr>
          <p:cNvPr id="31782" name="Rectangle 38"/>
          <p:cNvSpPr>
            <a:spLocks noChangeArrowheads="1"/>
          </p:cNvSpPr>
          <p:nvPr/>
        </p:nvSpPr>
        <p:spPr bwMode="auto">
          <a:xfrm>
            <a:off x="4429125" y="3427413"/>
            <a:ext cx="3781425" cy="395287"/>
          </a:xfrm>
          <a:prstGeom prst="rect">
            <a:avLst/>
          </a:prstGeom>
          <a:gradFill rotWithShape="1">
            <a:gsLst>
              <a:gs pos="0">
                <a:srgbClr val="CCCCFF">
                  <a:alpha val="50000"/>
                </a:srgbClr>
              </a:gs>
              <a:gs pos="50000">
                <a:srgbClr val="B2B2B2">
                  <a:alpha val="50000"/>
                </a:srgbClr>
              </a:gs>
              <a:gs pos="100000">
                <a:srgbClr val="CCCCFF">
                  <a:alpha val="50000"/>
                </a:srgbClr>
              </a:gs>
            </a:gsLst>
            <a:lin ang="5400000" scaled="1"/>
          </a:gradFill>
          <a:ln w="9525">
            <a:noFill/>
            <a:miter lim="800000"/>
            <a:headEnd/>
            <a:tailEnd/>
          </a:ln>
        </p:spPr>
        <p:txBody>
          <a:bodyPr/>
          <a:lstStyle/>
          <a:p>
            <a:pPr algn="ctr"/>
            <a:r>
              <a:rPr lang="en-US" altLang="zh-CN" sz="2400">
                <a:latin typeface="Times New Roman" pitchFamily="18" charset="0"/>
              </a:rPr>
              <a:t>1.5×10</a:t>
            </a:r>
            <a:r>
              <a:rPr lang="en-US" altLang="zh-CN" sz="2400" baseline="30000">
                <a:latin typeface="Times New Roman" pitchFamily="18" charset="0"/>
              </a:rPr>
              <a:t>11</a:t>
            </a:r>
            <a:endParaRPr lang="en-US" altLang="zh-CN" sz="2400" b="0">
              <a:latin typeface="Times New Roman" pitchFamily="18" charset="0"/>
            </a:endParaRPr>
          </a:p>
        </p:txBody>
      </p:sp>
      <p:sp>
        <p:nvSpPr>
          <p:cNvPr id="31783" name="Rectangle 39"/>
          <p:cNvSpPr>
            <a:spLocks noChangeArrowheads="1"/>
          </p:cNvSpPr>
          <p:nvPr/>
        </p:nvSpPr>
        <p:spPr bwMode="auto">
          <a:xfrm>
            <a:off x="642938" y="3427413"/>
            <a:ext cx="3784600" cy="395287"/>
          </a:xfrm>
          <a:prstGeom prst="rect">
            <a:avLst/>
          </a:prstGeom>
          <a:gradFill rotWithShape="1">
            <a:gsLst>
              <a:gs pos="0">
                <a:srgbClr val="CCCCFF">
                  <a:alpha val="50000"/>
                </a:srgbClr>
              </a:gs>
              <a:gs pos="50000">
                <a:srgbClr val="B2B2B2">
                  <a:alpha val="50000"/>
                </a:srgbClr>
              </a:gs>
              <a:gs pos="100000">
                <a:srgbClr val="CCCCFF">
                  <a:alpha val="50000"/>
                </a:srgbClr>
              </a:gs>
            </a:gsLst>
            <a:lin ang="5400000" scaled="1"/>
          </a:gradFill>
          <a:ln w="9525">
            <a:noFill/>
            <a:miter lim="800000"/>
            <a:headEnd/>
            <a:tailEnd/>
          </a:ln>
        </p:spPr>
        <p:txBody>
          <a:bodyPr/>
          <a:lstStyle/>
          <a:p>
            <a:pPr algn="ctr"/>
            <a:r>
              <a:rPr lang="zh-CN" altLang="en-US" sz="2400">
                <a:latin typeface="Times New Roman" pitchFamily="18" charset="0"/>
              </a:rPr>
              <a:t>日地距离</a:t>
            </a:r>
            <a:endParaRPr lang="zh-CN" altLang="en-US" sz="2400" b="0">
              <a:latin typeface="Times New Roman" pitchFamily="18" charset="0"/>
            </a:endParaRPr>
          </a:p>
        </p:txBody>
      </p:sp>
      <p:sp>
        <p:nvSpPr>
          <p:cNvPr id="31784" name="Rectangle 40"/>
          <p:cNvSpPr>
            <a:spLocks noChangeArrowheads="1"/>
          </p:cNvSpPr>
          <p:nvPr/>
        </p:nvSpPr>
        <p:spPr bwMode="auto">
          <a:xfrm>
            <a:off x="4429125" y="3032125"/>
            <a:ext cx="3781425" cy="395288"/>
          </a:xfrm>
          <a:prstGeom prst="rect">
            <a:avLst/>
          </a:prstGeom>
          <a:gradFill rotWithShape="1">
            <a:gsLst>
              <a:gs pos="0">
                <a:srgbClr val="FFCCCC">
                  <a:alpha val="50000"/>
                </a:srgbClr>
              </a:gs>
              <a:gs pos="50000">
                <a:srgbClr val="B2B2B2">
                  <a:alpha val="50000"/>
                </a:srgbClr>
              </a:gs>
              <a:gs pos="100000">
                <a:srgbClr val="FFCCCC">
                  <a:alpha val="50000"/>
                </a:srgbClr>
              </a:gs>
            </a:gsLst>
            <a:lin ang="5400000" scaled="1"/>
          </a:gradFill>
          <a:ln w="9525">
            <a:noFill/>
            <a:miter lim="800000"/>
            <a:headEnd/>
            <a:tailEnd/>
          </a:ln>
        </p:spPr>
        <p:txBody>
          <a:bodyPr/>
          <a:lstStyle/>
          <a:p>
            <a:pPr algn="ctr"/>
            <a:r>
              <a:rPr lang="en-US" altLang="zh-CN" sz="2400">
                <a:latin typeface="Times New Roman" pitchFamily="18" charset="0"/>
              </a:rPr>
              <a:t>7.6×10</a:t>
            </a:r>
            <a:r>
              <a:rPr lang="en-US" altLang="zh-CN" sz="2400" baseline="30000">
                <a:latin typeface="Times New Roman" pitchFamily="18" charset="0"/>
              </a:rPr>
              <a:t>22</a:t>
            </a:r>
            <a:endParaRPr lang="en-US" altLang="zh-CN" sz="2400" b="0">
              <a:latin typeface="Times New Roman" pitchFamily="18" charset="0"/>
            </a:endParaRPr>
          </a:p>
        </p:txBody>
      </p:sp>
      <p:sp>
        <p:nvSpPr>
          <p:cNvPr id="31785" name="Rectangle 41"/>
          <p:cNvSpPr>
            <a:spLocks noChangeArrowheads="1"/>
          </p:cNvSpPr>
          <p:nvPr/>
        </p:nvSpPr>
        <p:spPr bwMode="auto">
          <a:xfrm>
            <a:off x="642938" y="3032125"/>
            <a:ext cx="3784600" cy="395288"/>
          </a:xfrm>
          <a:prstGeom prst="rect">
            <a:avLst/>
          </a:prstGeom>
          <a:gradFill rotWithShape="1">
            <a:gsLst>
              <a:gs pos="0">
                <a:srgbClr val="FFCCCC">
                  <a:alpha val="50000"/>
                </a:srgbClr>
              </a:gs>
              <a:gs pos="50000">
                <a:srgbClr val="B2B2B2">
                  <a:alpha val="50000"/>
                </a:srgbClr>
              </a:gs>
              <a:gs pos="100000">
                <a:srgbClr val="FFCCCC">
                  <a:alpha val="50000"/>
                </a:srgbClr>
              </a:gs>
            </a:gsLst>
            <a:lin ang="5400000" scaled="1"/>
          </a:gradFill>
          <a:ln w="9525">
            <a:noFill/>
            <a:miter lim="800000"/>
            <a:headEnd/>
            <a:tailEnd/>
          </a:ln>
        </p:spPr>
        <p:txBody>
          <a:bodyPr/>
          <a:lstStyle/>
          <a:p>
            <a:pPr algn="ctr"/>
            <a:r>
              <a:rPr lang="zh-CN" altLang="en-US" sz="2400">
                <a:latin typeface="Times New Roman" pitchFamily="18" charset="0"/>
              </a:rPr>
              <a:t>银河系半径</a:t>
            </a:r>
            <a:endParaRPr lang="zh-CN" altLang="en-US" sz="2400" b="0">
              <a:latin typeface="Times New Roman" pitchFamily="18" charset="0"/>
            </a:endParaRPr>
          </a:p>
        </p:txBody>
      </p:sp>
      <p:sp>
        <p:nvSpPr>
          <p:cNvPr id="31786" name="Rectangle 42" descr="水滴"/>
          <p:cNvSpPr>
            <a:spLocks noChangeArrowheads="1"/>
          </p:cNvSpPr>
          <p:nvPr/>
        </p:nvSpPr>
        <p:spPr bwMode="auto">
          <a:xfrm>
            <a:off x="4429125" y="2636838"/>
            <a:ext cx="3781425" cy="395287"/>
          </a:xfrm>
          <a:prstGeom prst="rect">
            <a:avLst/>
          </a:prstGeom>
          <a:blipFill dpi="0" rotWithShape="1">
            <a:blip r:embed="rId3"/>
            <a:srcRect/>
            <a:tile tx="0" ty="0" sx="100000" sy="100000" flip="none" algn="tl"/>
          </a:blipFill>
          <a:ln w="9525">
            <a:noFill/>
            <a:miter lim="800000"/>
            <a:headEnd/>
            <a:tailEnd/>
          </a:ln>
        </p:spPr>
        <p:txBody>
          <a:bodyPr/>
          <a:lstStyle/>
          <a:p>
            <a:pPr algn="ctr">
              <a:spcBef>
                <a:spcPct val="20000"/>
              </a:spcBef>
            </a:pPr>
            <a:r>
              <a:rPr lang="en-US" altLang="zh-CN" sz="2400">
                <a:latin typeface="Times New Roman" pitchFamily="18" charset="0"/>
              </a:rPr>
              <a:t>10</a:t>
            </a:r>
            <a:r>
              <a:rPr lang="en-US" altLang="zh-CN" sz="2400" baseline="30000">
                <a:latin typeface="Times New Roman" pitchFamily="18" charset="0"/>
              </a:rPr>
              <a:t>26</a:t>
            </a:r>
            <a:r>
              <a:rPr lang="zh-CN" altLang="en-US" sz="2400">
                <a:solidFill>
                  <a:srgbClr val="FF6600"/>
                </a:solidFill>
                <a:latin typeface="Times New Roman" pitchFamily="18" charset="0"/>
              </a:rPr>
              <a:t>（单位：</a:t>
            </a:r>
            <a:r>
              <a:rPr lang="en-US" altLang="zh-CN" sz="2400">
                <a:solidFill>
                  <a:srgbClr val="FF6600"/>
                </a:solidFill>
                <a:latin typeface="Times New Roman" pitchFamily="18" charset="0"/>
              </a:rPr>
              <a:t>m</a:t>
            </a:r>
            <a:r>
              <a:rPr lang="zh-CN" altLang="en-US" sz="2400">
                <a:solidFill>
                  <a:srgbClr val="FF6600"/>
                </a:solidFill>
                <a:latin typeface="Times New Roman" pitchFamily="18" charset="0"/>
              </a:rPr>
              <a:t>）</a:t>
            </a:r>
          </a:p>
        </p:txBody>
      </p:sp>
      <p:sp>
        <p:nvSpPr>
          <p:cNvPr id="31787" name="Rectangle 43" descr="水滴"/>
          <p:cNvSpPr>
            <a:spLocks noChangeArrowheads="1"/>
          </p:cNvSpPr>
          <p:nvPr/>
        </p:nvSpPr>
        <p:spPr bwMode="auto">
          <a:xfrm>
            <a:off x="642938" y="2636838"/>
            <a:ext cx="3784600" cy="395287"/>
          </a:xfrm>
          <a:prstGeom prst="rect">
            <a:avLst/>
          </a:prstGeom>
          <a:blipFill dpi="0" rotWithShape="1">
            <a:blip r:embed="rId3"/>
            <a:srcRect/>
            <a:tile tx="0" ty="0" sx="100000" sy="100000" flip="none" algn="tl"/>
          </a:blipFill>
          <a:ln w="9525">
            <a:noFill/>
            <a:miter lim="800000"/>
            <a:headEnd/>
            <a:tailEnd/>
          </a:ln>
        </p:spPr>
        <p:txBody>
          <a:bodyPr/>
          <a:lstStyle/>
          <a:p>
            <a:pPr algn="ctr"/>
            <a:r>
              <a:rPr lang="zh-CN" altLang="en-US" sz="2400">
                <a:latin typeface="Times New Roman" pitchFamily="18" charset="0"/>
              </a:rPr>
              <a:t>已观测到的宇宙范围极限</a:t>
            </a:r>
          </a:p>
        </p:txBody>
      </p:sp>
      <p:sp>
        <p:nvSpPr>
          <p:cNvPr id="53274" name="Line 44"/>
          <p:cNvSpPr>
            <a:spLocks noChangeShapeType="1"/>
          </p:cNvSpPr>
          <p:nvPr/>
        </p:nvSpPr>
        <p:spPr bwMode="auto">
          <a:xfrm flipH="1">
            <a:off x="1258888" y="2636838"/>
            <a:ext cx="46037" cy="395287"/>
          </a:xfrm>
          <a:prstGeom prst="line">
            <a:avLst/>
          </a:prstGeom>
          <a:noFill/>
          <a:ln w="28575" cap="sq">
            <a:noFill/>
            <a:round/>
            <a:headEnd/>
            <a:tailEnd/>
          </a:ln>
        </p:spPr>
        <p:txBody>
          <a:bodyPr/>
          <a:lstStyle/>
          <a:p>
            <a:endParaRPr lang="zh-CN" altLang="en-US"/>
          </a:p>
        </p:txBody>
      </p:sp>
      <p:sp>
        <p:nvSpPr>
          <p:cNvPr id="53275" name="Line 45"/>
          <p:cNvSpPr>
            <a:spLocks noChangeShapeType="1"/>
          </p:cNvSpPr>
          <p:nvPr/>
        </p:nvSpPr>
        <p:spPr bwMode="auto">
          <a:xfrm flipH="1">
            <a:off x="8210550" y="2636838"/>
            <a:ext cx="44450" cy="395287"/>
          </a:xfrm>
          <a:prstGeom prst="line">
            <a:avLst/>
          </a:prstGeom>
          <a:noFill/>
          <a:ln w="28575" cap="sq">
            <a:noFill/>
            <a:round/>
            <a:headEnd/>
            <a:tailEnd/>
          </a:ln>
        </p:spPr>
        <p:txBody>
          <a:bodyPr/>
          <a:lstStyle/>
          <a:p>
            <a:endParaRPr lang="zh-CN" altLang="en-US"/>
          </a:p>
        </p:txBody>
      </p:sp>
      <p:sp>
        <p:nvSpPr>
          <p:cNvPr id="53276" name="Line 46"/>
          <p:cNvSpPr>
            <a:spLocks noChangeShapeType="1"/>
          </p:cNvSpPr>
          <p:nvPr/>
        </p:nvSpPr>
        <p:spPr bwMode="auto">
          <a:xfrm flipH="1">
            <a:off x="1258888" y="3032125"/>
            <a:ext cx="46037" cy="395288"/>
          </a:xfrm>
          <a:prstGeom prst="line">
            <a:avLst/>
          </a:prstGeom>
          <a:noFill/>
          <a:ln w="28575" cap="sq">
            <a:noFill/>
            <a:round/>
            <a:headEnd/>
            <a:tailEnd/>
          </a:ln>
        </p:spPr>
        <p:txBody>
          <a:bodyPr/>
          <a:lstStyle/>
          <a:p>
            <a:endParaRPr lang="zh-CN" altLang="en-US"/>
          </a:p>
        </p:txBody>
      </p:sp>
      <p:sp>
        <p:nvSpPr>
          <p:cNvPr id="53277" name="Line 47"/>
          <p:cNvSpPr>
            <a:spLocks noChangeShapeType="1"/>
          </p:cNvSpPr>
          <p:nvPr/>
        </p:nvSpPr>
        <p:spPr bwMode="auto">
          <a:xfrm flipH="1">
            <a:off x="8210550" y="3032125"/>
            <a:ext cx="44450" cy="395288"/>
          </a:xfrm>
          <a:prstGeom prst="line">
            <a:avLst/>
          </a:prstGeom>
          <a:noFill/>
          <a:ln w="28575" cap="sq">
            <a:noFill/>
            <a:round/>
            <a:headEnd/>
            <a:tailEnd/>
          </a:ln>
        </p:spPr>
        <p:txBody>
          <a:bodyPr/>
          <a:lstStyle/>
          <a:p>
            <a:endParaRPr lang="zh-CN" altLang="en-US"/>
          </a:p>
        </p:txBody>
      </p:sp>
      <p:sp>
        <p:nvSpPr>
          <p:cNvPr id="53278" name="Line 48"/>
          <p:cNvSpPr>
            <a:spLocks noChangeShapeType="1"/>
          </p:cNvSpPr>
          <p:nvPr/>
        </p:nvSpPr>
        <p:spPr bwMode="auto">
          <a:xfrm flipH="1">
            <a:off x="1258888" y="3427413"/>
            <a:ext cx="46037" cy="395287"/>
          </a:xfrm>
          <a:prstGeom prst="line">
            <a:avLst/>
          </a:prstGeom>
          <a:noFill/>
          <a:ln w="28575" cap="sq">
            <a:noFill/>
            <a:round/>
            <a:headEnd/>
            <a:tailEnd/>
          </a:ln>
        </p:spPr>
        <p:txBody>
          <a:bodyPr/>
          <a:lstStyle/>
          <a:p>
            <a:endParaRPr lang="zh-CN" altLang="en-US"/>
          </a:p>
        </p:txBody>
      </p:sp>
      <p:sp>
        <p:nvSpPr>
          <p:cNvPr id="53279" name="Line 49"/>
          <p:cNvSpPr>
            <a:spLocks noChangeShapeType="1"/>
          </p:cNvSpPr>
          <p:nvPr/>
        </p:nvSpPr>
        <p:spPr bwMode="auto">
          <a:xfrm flipH="1">
            <a:off x="8210550" y="3427413"/>
            <a:ext cx="44450" cy="395287"/>
          </a:xfrm>
          <a:prstGeom prst="line">
            <a:avLst/>
          </a:prstGeom>
          <a:noFill/>
          <a:ln w="28575" cap="sq">
            <a:noFill/>
            <a:round/>
            <a:headEnd/>
            <a:tailEnd/>
          </a:ln>
        </p:spPr>
        <p:txBody>
          <a:bodyPr/>
          <a:lstStyle/>
          <a:p>
            <a:endParaRPr lang="zh-CN" altLang="en-US"/>
          </a:p>
        </p:txBody>
      </p:sp>
      <p:sp>
        <p:nvSpPr>
          <p:cNvPr id="53280" name="Line 50"/>
          <p:cNvSpPr>
            <a:spLocks noChangeShapeType="1"/>
          </p:cNvSpPr>
          <p:nvPr/>
        </p:nvSpPr>
        <p:spPr bwMode="auto">
          <a:xfrm flipH="1">
            <a:off x="1258888" y="3822700"/>
            <a:ext cx="46037" cy="395288"/>
          </a:xfrm>
          <a:prstGeom prst="line">
            <a:avLst/>
          </a:prstGeom>
          <a:noFill/>
          <a:ln w="28575" cap="sq">
            <a:noFill/>
            <a:round/>
            <a:headEnd/>
            <a:tailEnd/>
          </a:ln>
        </p:spPr>
        <p:txBody>
          <a:bodyPr/>
          <a:lstStyle/>
          <a:p>
            <a:endParaRPr lang="zh-CN" altLang="en-US"/>
          </a:p>
        </p:txBody>
      </p:sp>
      <p:sp>
        <p:nvSpPr>
          <p:cNvPr id="53281" name="Line 51"/>
          <p:cNvSpPr>
            <a:spLocks noChangeShapeType="1"/>
          </p:cNvSpPr>
          <p:nvPr/>
        </p:nvSpPr>
        <p:spPr bwMode="auto">
          <a:xfrm flipH="1">
            <a:off x="8210550" y="3822700"/>
            <a:ext cx="44450" cy="395288"/>
          </a:xfrm>
          <a:prstGeom prst="line">
            <a:avLst/>
          </a:prstGeom>
          <a:noFill/>
          <a:ln w="28575" cap="sq">
            <a:noFill/>
            <a:round/>
            <a:headEnd/>
            <a:tailEnd/>
          </a:ln>
        </p:spPr>
        <p:txBody>
          <a:bodyPr/>
          <a:lstStyle/>
          <a:p>
            <a:endParaRPr lang="zh-CN" altLang="en-US"/>
          </a:p>
        </p:txBody>
      </p:sp>
      <p:sp>
        <p:nvSpPr>
          <p:cNvPr id="53282" name="Line 52"/>
          <p:cNvSpPr>
            <a:spLocks noChangeShapeType="1"/>
          </p:cNvSpPr>
          <p:nvPr/>
        </p:nvSpPr>
        <p:spPr bwMode="auto">
          <a:xfrm flipH="1">
            <a:off x="1258888" y="4217988"/>
            <a:ext cx="46037" cy="398462"/>
          </a:xfrm>
          <a:prstGeom prst="line">
            <a:avLst/>
          </a:prstGeom>
          <a:noFill/>
          <a:ln w="28575" cap="sq">
            <a:noFill/>
            <a:round/>
            <a:headEnd/>
            <a:tailEnd/>
          </a:ln>
        </p:spPr>
        <p:txBody>
          <a:bodyPr/>
          <a:lstStyle/>
          <a:p>
            <a:endParaRPr lang="zh-CN" altLang="en-US"/>
          </a:p>
        </p:txBody>
      </p:sp>
      <p:sp>
        <p:nvSpPr>
          <p:cNvPr id="53283" name="Line 53"/>
          <p:cNvSpPr>
            <a:spLocks noChangeShapeType="1"/>
          </p:cNvSpPr>
          <p:nvPr/>
        </p:nvSpPr>
        <p:spPr bwMode="auto">
          <a:xfrm flipH="1">
            <a:off x="8210550" y="4217988"/>
            <a:ext cx="44450" cy="398462"/>
          </a:xfrm>
          <a:prstGeom prst="line">
            <a:avLst/>
          </a:prstGeom>
          <a:noFill/>
          <a:ln w="28575" cap="sq">
            <a:noFill/>
            <a:round/>
            <a:headEnd/>
            <a:tailEnd/>
          </a:ln>
        </p:spPr>
        <p:txBody>
          <a:bodyPr/>
          <a:lstStyle/>
          <a:p>
            <a:endParaRPr lang="zh-CN" altLang="en-US"/>
          </a:p>
        </p:txBody>
      </p:sp>
      <p:sp>
        <p:nvSpPr>
          <p:cNvPr id="53284" name="Line 54"/>
          <p:cNvSpPr>
            <a:spLocks noChangeShapeType="1"/>
          </p:cNvSpPr>
          <p:nvPr/>
        </p:nvSpPr>
        <p:spPr bwMode="auto">
          <a:xfrm flipH="1">
            <a:off x="1258888" y="4616450"/>
            <a:ext cx="46037" cy="395288"/>
          </a:xfrm>
          <a:prstGeom prst="line">
            <a:avLst/>
          </a:prstGeom>
          <a:noFill/>
          <a:ln w="28575" cap="sq">
            <a:noFill/>
            <a:round/>
            <a:headEnd/>
            <a:tailEnd/>
          </a:ln>
        </p:spPr>
        <p:txBody>
          <a:bodyPr/>
          <a:lstStyle/>
          <a:p>
            <a:endParaRPr lang="zh-CN" altLang="en-US"/>
          </a:p>
        </p:txBody>
      </p:sp>
      <p:sp>
        <p:nvSpPr>
          <p:cNvPr id="53285" name="Line 55"/>
          <p:cNvSpPr>
            <a:spLocks noChangeShapeType="1"/>
          </p:cNvSpPr>
          <p:nvPr/>
        </p:nvSpPr>
        <p:spPr bwMode="auto">
          <a:xfrm flipH="1">
            <a:off x="8210550" y="4616450"/>
            <a:ext cx="44450" cy="395288"/>
          </a:xfrm>
          <a:prstGeom prst="line">
            <a:avLst/>
          </a:prstGeom>
          <a:noFill/>
          <a:ln w="28575" cap="sq">
            <a:noFill/>
            <a:round/>
            <a:headEnd/>
            <a:tailEnd/>
          </a:ln>
        </p:spPr>
        <p:txBody>
          <a:bodyPr/>
          <a:lstStyle/>
          <a:p>
            <a:endParaRPr lang="zh-CN" altLang="en-US"/>
          </a:p>
        </p:txBody>
      </p:sp>
      <p:sp>
        <p:nvSpPr>
          <p:cNvPr id="53286" name="Line 56"/>
          <p:cNvSpPr>
            <a:spLocks noChangeShapeType="1"/>
          </p:cNvSpPr>
          <p:nvPr/>
        </p:nvSpPr>
        <p:spPr bwMode="auto">
          <a:xfrm flipH="1">
            <a:off x="1258888" y="5011738"/>
            <a:ext cx="46037" cy="395287"/>
          </a:xfrm>
          <a:prstGeom prst="line">
            <a:avLst/>
          </a:prstGeom>
          <a:noFill/>
          <a:ln w="28575" cap="sq">
            <a:noFill/>
            <a:round/>
            <a:headEnd/>
            <a:tailEnd/>
          </a:ln>
        </p:spPr>
        <p:txBody>
          <a:bodyPr/>
          <a:lstStyle/>
          <a:p>
            <a:endParaRPr lang="zh-CN" altLang="en-US"/>
          </a:p>
        </p:txBody>
      </p:sp>
      <p:sp>
        <p:nvSpPr>
          <p:cNvPr id="53287" name="Line 57"/>
          <p:cNvSpPr>
            <a:spLocks noChangeShapeType="1"/>
          </p:cNvSpPr>
          <p:nvPr/>
        </p:nvSpPr>
        <p:spPr bwMode="auto">
          <a:xfrm flipH="1">
            <a:off x="8210550" y="5011738"/>
            <a:ext cx="44450" cy="395287"/>
          </a:xfrm>
          <a:prstGeom prst="line">
            <a:avLst/>
          </a:prstGeom>
          <a:noFill/>
          <a:ln w="28575" cap="sq">
            <a:noFill/>
            <a:round/>
            <a:headEnd/>
            <a:tailEnd/>
          </a:ln>
        </p:spPr>
        <p:txBody>
          <a:bodyPr/>
          <a:lstStyle/>
          <a:p>
            <a:endParaRPr lang="zh-CN" altLang="en-US"/>
          </a:p>
        </p:txBody>
      </p:sp>
      <p:sp>
        <p:nvSpPr>
          <p:cNvPr id="53288" name="Line 58"/>
          <p:cNvSpPr>
            <a:spLocks noChangeShapeType="1"/>
          </p:cNvSpPr>
          <p:nvPr/>
        </p:nvSpPr>
        <p:spPr bwMode="auto">
          <a:xfrm flipH="1">
            <a:off x="1258888" y="5407025"/>
            <a:ext cx="46037" cy="433388"/>
          </a:xfrm>
          <a:prstGeom prst="line">
            <a:avLst/>
          </a:prstGeom>
          <a:noFill/>
          <a:ln w="28575" cap="sq">
            <a:noFill/>
            <a:round/>
            <a:headEnd/>
            <a:tailEnd/>
          </a:ln>
        </p:spPr>
        <p:txBody>
          <a:bodyPr/>
          <a:lstStyle/>
          <a:p>
            <a:endParaRPr lang="zh-CN" altLang="en-US"/>
          </a:p>
        </p:txBody>
      </p:sp>
      <p:sp>
        <p:nvSpPr>
          <p:cNvPr id="53289" name="Line 59"/>
          <p:cNvSpPr>
            <a:spLocks noChangeShapeType="1"/>
          </p:cNvSpPr>
          <p:nvPr/>
        </p:nvSpPr>
        <p:spPr bwMode="auto">
          <a:xfrm flipH="1">
            <a:off x="8210550" y="5407025"/>
            <a:ext cx="44450" cy="433388"/>
          </a:xfrm>
          <a:prstGeom prst="line">
            <a:avLst/>
          </a:prstGeom>
          <a:noFill/>
          <a:ln w="28575" cap="sq">
            <a:noFill/>
            <a:round/>
            <a:headEnd/>
            <a:tailEnd/>
          </a:ln>
        </p:spPr>
        <p:txBody>
          <a:bodyPr/>
          <a:lstStyle/>
          <a:p>
            <a:endParaRPr lang="zh-CN" altLang="en-US"/>
          </a:p>
        </p:txBody>
      </p:sp>
      <p:sp>
        <p:nvSpPr>
          <p:cNvPr id="53290" name="Line 60"/>
          <p:cNvSpPr>
            <a:spLocks noChangeShapeType="1"/>
          </p:cNvSpPr>
          <p:nvPr/>
        </p:nvSpPr>
        <p:spPr bwMode="auto">
          <a:xfrm flipH="1">
            <a:off x="1258888" y="5840413"/>
            <a:ext cx="46037" cy="395287"/>
          </a:xfrm>
          <a:prstGeom prst="line">
            <a:avLst/>
          </a:prstGeom>
          <a:noFill/>
          <a:ln w="28575" cap="sq">
            <a:noFill/>
            <a:round/>
            <a:headEnd/>
            <a:tailEnd/>
          </a:ln>
        </p:spPr>
        <p:txBody>
          <a:bodyPr/>
          <a:lstStyle/>
          <a:p>
            <a:endParaRPr lang="zh-CN" altLang="en-US"/>
          </a:p>
        </p:txBody>
      </p:sp>
      <p:sp>
        <p:nvSpPr>
          <p:cNvPr id="53291" name="Line 61"/>
          <p:cNvSpPr>
            <a:spLocks noChangeShapeType="1"/>
          </p:cNvSpPr>
          <p:nvPr/>
        </p:nvSpPr>
        <p:spPr bwMode="auto">
          <a:xfrm flipH="1">
            <a:off x="8210550" y="5840413"/>
            <a:ext cx="44450" cy="395287"/>
          </a:xfrm>
          <a:prstGeom prst="line">
            <a:avLst/>
          </a:prstGeom>
          <a:noFill/>
          <a:ln w="28575" cap="sq">
            <a:noFill/>
            <a:round/>
            <a:headEnd/>
            <a:tailEnd/>
          </a:ln>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768"/>
                                        </p:tgtEl>
                                        <p:attrNameLst>
                                          <p:attrName>style.visibility</p:attrName>
                                        </p:attrNameLst>
                                      </p:cBhvr>
                                      <p:to>
                                        <p:strVal val="visible"/>
                                      </p:to>
                                    </p:set>
                                    <p:animEffect transition="in" filter="wipe(left)">
                                      <p:cBhvr>
                                        <p:cTn id="7" dur="1000"/>
                                        <p:tgtEl>
                                          <p:spTgt spid="3176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769"/>
                                        </p:tgtEl>
                                        <p:attrNameLst>
                                          <p:attrName>style.visibility</p:attrName>
                                        </p:attrNameLst>
                                      </p:cBhvr>
                                      <p:to>
                                        <p:strVal val="visible"/>
                                      </p:to>
                                    </p:set>
                                    <p:animEffect transition="in" filter="wipe(left)">
                                      <p:cBhvr>
                                        <p:cTn id="12" dur="1000"/>
                                        <p:tgtEl>
                                          <p:spTgt spid="3176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iterate type="wd">
                                    <p:tmPct val="100000"/>
                                  </p:iterate>
                                  <p:childTnLst>
                                    <p:set>
                                      <p:cBhvr>
                                        <p:cTn id="16" dur="1" fill="hold">
                                          <p:stCondLst>
                                            <p:cond delay="0"/>
                                          </p:stCondLst>
                                        </p:cTn>
                                        <p:tgtEl>
                                          <p:spTgt spid="31763"/>
                                        </p:tgtEl>
                                        <p:attrNameLst>
                                          <p:attrName>style.visibility</p:attrName>
                                        </p:attrNameLst>
                                      </p:cBhvr>
                                      <p:to>
                                        <p:strVal val="visible"/>
                                      </p:to>
                                    </p:set>
                                    <p:animEffect transition="in" filter="box(in)">
                                      <p:cBhvr>
                                        <p:cTn id="17" dur="300"/>
                                        <p:tgtEl>
                                          <p:spTgt spid="3176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1761"/>
                                        </p:tgtEl>
                                        <p:attrNameLst>
                                          <p:attrName>style.visibility</p:attrName>
                                        </p:attrNameLst>
                                      </p:cBhvr>
                                      <p:to>
                                        <p:strVal val="visible"/>
                                      </p:to>
                                    </p:set>
                                    <p:animEffect transition="in" filter="wipe(left)">
                                      <p:cBhvr>
                                        <p:cTn id="22" dur="500"/>
                                        <p:tgtEl>
                                          <p:spTgt spid="3176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1764"/>
                                        </p:tgtEl>
                                        <p:attrNameLst>
                                          <p:attrName>style.visibility</p:attrName>
                                        </p:attrNameLst>
                                      </p:cBhvr>
                                      <p:to>
                                        <p:strVal val="visible"/>
                                      </p:to>
                                    </p:set>
                                    <p:animEffect transition="in" filter="wipe(left)">
                                      <p:cBhvr>
                                        <p:cTn id="27" dur="500"/>
                                        <p:tgtEl>
                                          <p:spTgt spid="31764"/>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grpId="0" nodeType="clickEffect">
                                  <p:stCondLst>
                                    <p:cond delay="0"/>
                                  </p:stCondLst>
                                  <p:childTnLst>
                                    <p:set>
                                      <p:cBhvr>
                                        <p:cTn id="31" dur="1" fill="hold">
                                          <p:stCondLst>
                                            <p:cond delay="0"/>
                                          </p:stCondLst>
                                        </p:cTn>
                                        <p:tgtEl>
                                          <p:spTgt spid="31762"/>
                                        </p:tgtEl>
                                        <p:attrNameLst>
                                          <p:attrName>style.visibility</p:attrName>
                                        </p:attrNameLst>
                                      </p:cBhvr>
                                      <p:to>
                                        <p:strVal val="visible"/>
                                      </p:to>
                                    </p:set>
                                    <p:animEffect transition="in" filter="barn(outVertical)">
                                      <p:cBhvr>
                                        <p:cTn id="32" dur="500"/>
                                        <p:tgtEl>
                                          <p:spTgt spid="3176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1787"/>
                                        </p:tgtEl>
                                        <p:attrNameLst>
                                          <p:attrName>style.visibility</p:attrName>
                                        </p:attrNameLst>
                                      </p:cBhvr>
                                      <p:to>
                                        <p:strVal val="visible"/>
                                      </p:to>
                                    </p:set>
                                    <p:animEffect transition="in" filter="wipe(left)">
                                      <p:cBhvr>
                                        <p:cTn id="37" dur="500"/>
                                        <p:tgtEl>
                                          <p:spTgt spid="31787"/>
                                        </p:tgtEl>
                                      </p:cBhvr>
                                    </p:animEffect>
                                  </p:childTnLst>
                                </p:cTn>
                              </p:par>
                              <p:par>
                                <p:cTn id="38" presetID="22" presetClass="entr" presetSubtype="2" fill="hold" grpId="0" nodeType="withEffect">
                                  <p:stCondLst>
                                    <p:cond delay="0"/>
                                  </p:stCondLst>
                                  <p:childTnLst>
                                    <p:set>
                                      <p:cBhvr>
                                        <p:cTn id="39" dur="1" fill="hold">
                                          <p:stCondLst>
                                            <p:cond delay="0"/>
                                          </p:stCondLst>
                                        </p:cTn>
                                        <p:tgtEl>
                                          <p:spTgt spid="31786"/>
                                        </p:tgtEl>
                                        <p:attrNameLst>
                                          <p:attrName>style.visibility</p:attrName>
                                        </p:attrNameLst>
                                      </p:cBhvr>
                                      <p:to>
                                        <p:strVal val="visible"/>
                                      </p:to>
                                    </p:set>
                                    <p:animEffect transition="in" filter="wipe(right)">
                                      <p:cBhvr>
                                        <p:cTn id="40" dur="500"/>
                                        <p:tgtEl>
                                          <p:spTgt spid="3178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31785"/>
                                        </p:tgtEl>
                                        <p:attrNameLst>
                                          <p:attrName>style.visibility</p:attrName>
                                        </p:attrNameLst>
                                      </p:cBhvr>
                                      <p:to>
                                        <p:strVal val="visible"/>
                                      </p:to>
                                    </p:set>
                                    <p:animEffect transition="in" filter="wipe(left)">
                                      <p:cBhvr>
                                        <p:cTn id="45" dur="500"/>
                                        <p:tgtEl>
                                          <p:spTgt spid="31785"/>
                                        </p:tgtEl>
                                      </p:cBhvr>
                                    </p:animEffect>
                                  </p:childTnLst>
                                </p:cTn>
                              </p:par>
                              <p:par>
                                <p:cTn id="46" presetID="22" presetClass="entr" presetSubtype="2" fill="hold" grpId="0" nodeType="withEffect">
                                  <p:stCondLst>
                                    <p:cond delay="0"/>
                                  </p:stCondLst>
                                  <p:childTnLst>
                                    <p:set>
                                      <p:cBhvr>
                                        <p:cTn id="47" dur="1" fill="hold">
                                          <p:stCondLst>
                                            <p:cond delay="0"/>
                                          </p:stCondLst>
                                        </p:cTn>
                                        <p:tgtEl>
                                          <p:spTgt spid="31784"/>
                                        </p:tgtEl>
                                        <p:attrNameLst>
                                          <p:attrName>style.visibility</p:attrName>
                                        </p:attrNameLst>
                                      </p:cBhvr>
                                      <p:to>
                                        <p:strVal val="visible"/>
                                      </p:to>
                                    </p:set>
                                    <p:animEffect transition="in" filter="wipe(right)">
                                      <p:cBhvr>
                                        <p:cTn id="48" dur="500"/>
                                        <p:tgtEl>
                                          <p:spTgt spid="31784"/>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31783"/>
                                        </p:tgtEl>
                                        <p:attrNameLst>
                                          <p:attrName>style.visibility</p:attrName>
                                        </p:attrNameLst>
                                      </p:cBhvr>
                                      <p:to>
                                        <p:strVal val="visible"/>
                                      </p:to>
                                    </p:set>
                                    <p:animEffect transition="in" filter="wipe(left)">
                                      <p:cBhvr>
                                        <p:cTn id="53" dur="500"/>
                                        <p:tgtEl>
                                          <p:spTgt spid="31783"/>
                                        </p:tgtEl>
                                      </p:cBhvr>
                                    </p:animEffect>
                                  </p:childTnLst>
                                </p:cTn>
                              </p:par>
                              <p:par>
                                <p:cTn id="54" presetID="22" presetClass="entr" presetSubtype="2" fill="hold" grpId="0" nodeType="withEffect">
                                  <p:stCondLst>
                                    <p:cond delay="0"/>
                                  </p:stCondLst>
                                  <p:childTnLst>
                                    <p:set>
                                      <p:cBhvr>
                                        <p:cTn id="55" dur="1" fill="hold">
                                          <p:stCondLst>
                                            <p:cond delay="0"/>
                                          </p:stCondLst>
                                        </p:cTn>
                                        <p:tgtEl>
                                          <p:spTgt spid="31782"/>
                                        </p:tgtEl>
                                        <p:attrNameLst>
                                          <p:attrName>style.visibility</p:attrName>
                                        </p:attrNameLst>
                                      </p:cBhvr>
                                      <p:to>
                                        <p:strVal val="visible"/>
                                      </p:to>
                                    </p:set>
                                    <p:animEffect transition="in" filter="wipe(right)">
                                      <p:cBhvr>
                                        <p:cTn id="56" dur="500"/>
                                        <p:tgtEl>
                                          <p:spTgt spid="31782"/>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31781"/>
                                        </p:tgtEl>
                                        <p:attrNameLst>
                                          <p:attrName>style.visibility</p:attrName>
                                        </p:attrNameLst>
                                      </p:cBhvr>
                                      <p:to>
                                        <p:strVal val="visible"/>
                                      </p:to>
                                    </p:set>
                                    <p:animEffect transition="in" filter="wipe(left)">
                                      <p:cBhvr>
                                        <p:cTn id="61" dur="500"/>
                                        <p:tgtEl>
                                          <p:spTgt spid="31781"/>
                                        </p:tgtEl>
                                      </p:cBhvr>
                                    </p:animEffect>
                                  </p:childTnLst>
                                </p:cTn>
                              </p:par>
                              <p:par>
                                <p:cTn id="62" presetID="22" presetClass="entr" presetSubtype="2" fill="hold" grpId="0" nodeType="withEffect">
                                  <p:stCondLst>
                                    <p:cond delay="0"/>
                                  </p:stCondLst>
                                  <p:childTnLst>
                                    <p:set>
                                      <p:cBhvr>
                                        <p:cTn id="63" dur="1" fill="hold">
                                          <p:stCondLst>
                                            <p:cond delay="0"/>
                                          </p:stCondLst>
                                        </p:cTn>
                                        <p:tgtEl>
                                          <p:spTgt spid="31780"/>
                                        </p:tgtEl>
                                        <p:attrNameLst>
                                          <p:attrName>style.visibility</p:attrName>
                                        </p:attrNameLst>
                                      </p:cBhvr>
                                      <p:to>
                                        <p:strVal val="visible"/>
                                      </p:to>
                                    </p:set>
                                    <p:animEffect transition="in" filter="wipe(right)">
                                      <p:cBhvr>
                                        <p:cTn id="64" dur="500"/>
                                        <p:tgtEl>
                                          <p:spTgt spid="31780"/>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31777"/>
                                        </p:tgtEl>
                                        <p:attrNameLst>
                                          <p:attrName>style.visibility</p:attrName>
                                        </p:attrNameLst>
                                      </p:cBhvr>
                                      <p:to>
                                        <p:strVal val="visible"/>
                                      </p:to>
                                    </p:set>
                                    <p:animEffect transition="in" filter="wipe(left)">
                                      <p:cBhvr>
                                        <p:cTn id="69" dur="500"/>
                                        <p:tgtEl>
                                          <p:spTgt spid="31777"/>
                                        </p:tgtEl>
                                      </p:cBhvr>
                                    </p:animEffect>
                                  </p:childTnLst>
                                </p:cTn>
                              </p:par>
                              <p:par>
                                <p:cTn id="70" presetID="22" presetClass="entr" presetSubtype="2" fill="hold" grpId="0" nodeType="withEffect">
                                  <p:stCondLst>
                                    <p:cond delay="0"/>
                                  </p:stCondLst>
                                  <p:childTnLst>
                                    <p:set>
                                      <p:cBhvr>
                                        <p:cTn id="71" dur="1" fill="hold">
                                          <p:stCondLst>
                                            <p:cond delay="0"/>
                                          </p:stCondLst>
                                        </p:cTn>
                                        <p:tgtEl>
                                          <p:spTgt spid="31776"/>
                                        </p:tgtEl>
                                        <p:attrNameLst>
                                          <p:attrName>style.visibility</p:attrName>
                                        </p:attrNameLst>
                                      </p:cBhvr>
                                      <p:to>
                                        <p:strVal val="visible"/>
                                      </p:to>
                                    </p:set>
                                    <p:animEffect transition="in" filter="wipe(right)">
                                      <p:cBhvr>
                                        <p:cTn id="72" dur="500"/>
                                        <p:tgtEl>
                                          <p:spTgt spid="3177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31771"/>
                                        </p:tgtEl>
                                        <p:attrNameLst>
                                          <p:attrName>style.visibility</p:attrName>
                                        </p:attrNameLst>
                                      </p:cBhvr>
                                      <p:to>
                                        <p:strVal val="visible"/>
                                      </p:to>
                                    </p:set>
                                    <p:animEffect transition="in" filter="wipe(left)">
                                      <p:cBhvr>
                                        <p:cTn id="77" dur="500"/>
                                        <p:tgtEl>
                                          <p:spTgt spid="31771"/>
                                        </p:tgtEl>
                                      </p:cBhvr>
                                    </p:animEffect>
                                  </p:childTnLst>
                                </p:cTn>
                              </p:par>
                              <p:par>
                                <p:cTn id="78" presetID="22" presetClass="entr" presetSubtype="2" fill="hold" grpId="0" nodeType="withEffect">
                                  <p:stCondLst>
                                    <p:cond delay="0"/>
                                  </p:stCondLst>
                                  <p:childTnLst>
                                    <p:set>
                                      <p:cBhvr>
                                        <p:cTn id="79" dur="1" fill="hold">
                                          <p:stCondLst>
                                            <p:cond delay="0"/>
                                          </p:stCondLst>
                                        </p:cTn>
                                        <p:tgtEl>
                                          <p:spTgt spid="31770"/>
                                        </p:tgtEl>
                                        <p:attrNameLst>
                                          <p:attrName>style.visibility</p:attrName>
                                        </p:attrNameLst>
                                      </p:cBhvr>
                                      <p:to>
                                        <p:strVal val="visible"/>
                                      </p:to>
                                    </p:set>
                                    <p:animEffect transition="in" filter="wipe(right)">
                                      <p:cBhvr>
                                        <p:cTn id="80" dur="500"/>
                                        <p:tgtEl>
                                          <p:spTgt spid="31770"/>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31773"/>
                                        </p:tgtEl>
                                        <p:attrNameLst>
                                          <p:attrName>style.visibility</p:attrName>
                                        </p:attrNameLst>
                                      </p:cBhvr>
                                      <p:to>
                                        <p:strVal val="visible"/>
                                      </p:to>
                                    </p:set>
                                    <p:animEffect transition="in" filter="wipe(left)">
                                      <p:cBhvr>
                                        <p:cTn id="85" dur="500"/>
                                        <p:tgtEl>
                                          <p:spTgt spid="31773"/>
                                        </p:tgtEl>
                                      </p:cBhvr>
                                    </p:animEffect>
                                  </p:childTnLst>
                                </p:cTn>
                              </p:par>
                              <p:par>
                                <p:cTn id="86" presetID="22" presetClass="entr" presetSubtype="2" fill="hold" grpId="0" nodeType="withEffect">
                                  <p:stCondLst>
                                    <p:cond delay="0"/>
                                  </p:stCondLst>
                                  <p:childTnLst>
                                    <p:set>
                                      <p:cBhvr>
                                        <p:cTn id="87" dur="1" fill="hold">
                                          <p:stCondLst>
                                            <p:cond delay="0"/>
                                          </p:stCondLst>
                                        </p:cTn>
                                        <p:tgtEl>
                                          <p:spTgt spid="31772"/>
                                        </p:tgtEl>
                                        <p:attrNameLst>
                                          <p:attrName>style.visibility</p:attrName>
                                        </p:attrNameLst>
                                      </p:cBhvr>
                                      <p:to>
                                        <p:strVal val="visible"/>
                                      </p:to>
                                    </p:set>
                                    <p:animEffect transition="in" filter="wipe(right)">
                                      <p:cBhvr>
                                        <p:cTn id="88" dur="500"/>
                                        <p:tgtEl>
                                          <p:spTgt spid="31772"/>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31775"/>
                                        </p:tgtEl>
                                        <p:attrNameLst>
                                          <p:attrName>style.visibility</p:attrName>
                                        </p:attrNameLst>
                                      </p:cBhvr>
                                      <p:to>
                                        <p:strVal val="visible"/>
                                      </p:to>
                                    </p:set>
                                    <p:animEffect transition="in" filter="wipe(left)">
                                      <p:cBhvr>
                                        <p:cTn id="93" dur="500"/>
                                        <p:tgtEl>
                                          <p:spTgt spid="31775"/>
                                        </p:tgtEl>
                                      </p:cBhvr>
                                    </p:animEffect>
                                  </p:childTnLst>
                                </p:cTn>
                              </p:par>
                              <p:par>
                                <p:cTn id="94" presetID="22" presetClass="entr" presetSubtype="2" fill="hold" grpId="0" nodeType="withEffect">
                                  <p:stCondLst>
                                    <p:cond delay="0"/>
                                  </p:stCondLst>
                                  <p:childTnLst>
                                    <p:set>
                                      <p:cBhvr>
                                        <p:cTn id="95" dur="1" fill="hold">
                                          <p:stCondLst>
                                            <p:cond delay="0"/>
                                          </p:stCondLst>
                                        </p:cTn>
                                        <p:tgtEl>
                                          <p:spTgt spid="31774"/>
                                        </p:tgtEl>
                                        <p:attrNameLst>
                                          <p:attrName>style.visibility</p:attrName>
                                        </p:attrNameLst>
                                      </p:cBhvr>
                                      <p:to>
                                        <p:strVal val="visible"/>
                                      </p:to>
                                    </p:set>
                                    <p:animEffect transition="in" filter="wipe(right)">
                                      <p:cBhvr>
                                        <p:cTn id="96" dur="500"/>
                                        <p:tgtEl>
                                          <p:spTgt spid="31774"/>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31779"/>
                                        </p:tgtEl>
                                        <p:attrNameLst>
                                          <p:attrName>style.visibility</p:attrName>
                                        </p:attrNameLst>
                                      </p:cBhvr>
                                      <p:to>
                                        <p:strVal val="visible"/>
                                      </p:to>
                                    </p:set>
                                    <p:animEffect transition="in" filter="wipe(left)">
                                      <p:cBhvr>
                                        <p:cTn id="101" dur="500"/>
                                        <p:tgtEl>
                                          <p:spTgt spid="31779"/>
                                        </p:tgtEl>
                                      </p:cBhvr>
                                    </p:animEffect>
                                  </p:childTnLst>
                                </p:cTn>
                              </p:par>
                              <p:par>
                                <p:cTn id="102" presetID="22" presetClass="entr" presetSubtype="2" fill="hold" grpId="0" nodeType="withEffect">
                                  <p:stCondLst>
                                    <p:cond delay="0"/>
                                  </p:stCondLst>
                                  <p:childTnLst>
                                    <p:set>
                                      <p:cBhvr>
                                        <p:cTn id="103" dur="1" fill="hold">
                                          <p:stCondLst>
                                            <p:cond delay="0"/>
                                          </p:stCondLst>
                                        </p:cTn>
                                        <p:tgtEl>
                                          <p:spTgt spid="31778"/>
                                        </p:tgtEl>
                                        <p:attrNameLst>
                                          <p:attrName>style.visibility</p:attrName>
                                        </p:attrNameLst>
                                      </p:cBhvr>
                                      <p:to>
                                        <p:strVal val="visible"/>
                                      </p:to>
                                    </p:set>
                                    <p:animEffect transition="in" filter="wipe(right)">
                                      <p:cBhvr>
                                        <p:cTn id="104" dur="500"/>
                                        <p:tgtEl>
                                          <p:spTgt spid="31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62" grpId="0" animBg="1"/>
      <p:bldP spid="31763" grpId="0" autoUpdateAnimBg="0"/>
      <p:bldP spid="31764" grpId="0" animBg="1"/>
      <p:bldP spid="31768" grpId="0"/>
      <p:bldP spid="31769" grpId="0"/>
      <p:bldP spid="31770" grpId="0" animBg="1"/>
      <p:bldP spid="31771" grpId="0" animBg="1"/>
      <p:bldP spid="31772" grpId="0" animBg="1"/>
      <p:bldP spid="31773" grpId="0" animBg="1"/>
      <p:bldP spid="31774" grpId="0" animBg="1"/>
      <p:bldP spid="31775" grpId="0" animBg="1"/>
      <p:bldP spid="31776" grpId="0" animBg="1"/>
      <p:bldP spid="31777" grpId="0" animBg="1"/>
      <p:bldP spid="31778" grpId="0" animBg="1"/>
      <p:bldP spid="31779" grpId="0" animBg="1"/>
      <p:bldP spid="31780" grpId="0" animBg="1"/>
      <p:bldP spid="31781" grpId="0" animBg="1"/>
      <p:bldP spid="31782" grpId="0" animBg="1"/>
      <p:bldP spid="31783" grpId="0" animBg="1"/>
      <p:bldP spid="31784" grpId="0" animBg="1"/>
      <p:bldP spid="31785" grpId="0" animBg="1"/>
      <p:bldP spid="31786" grpId="0" animBg="1"/>
      <p:bldP spid="31787"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570" name="Rectangle 2"/>
          <p:cNvSpPr>
            <a:spLocks noChangeArrowheads="1"/>
          </p:cNvSpPr>
          <p:nvPr/>
        </p:nvSpPr>
        <p:spPr bwMode="auto">
          <a:xfrm>
            <a:off x="5214938" y="4081463"/>
            <a:ext cx="3811587" cy="395287"/>
          </a:xfrm>
          <a:prstGeom prst="rect">
            <a:avLst/>
          </a:prstGeom>
          <a:solidFill>
            <a:srgbClr val="99CCFF">
              <a:alpha val="20000"/>
            </a:srgbClr>
          </a:solidFill>
          <a:ln w="9525">
            <a:solidFill>
              <a:srgbClr val="0000CC"/>
            </a:solidFill>
            <a:miter lim="800000"/>
            <a:headEnd/>
            <a:tailEnd/>
          </a:ln>
          <a:effectLst/>
        </p:spPr>
        <p:txBody>
          <a:bodyPr/>
          <a:lstStyle/>
          <a:p>
            <a:pPr algn="ctr">
              <a:defRPr/>
            </a:pPr>
            <a:r>
              <a:rPr lang="zh-CN" altLang="en-US" sz="2400" spc="-100">
                <a:latin typeface="Times New Roman" pitchFamily="18" charset="0"/>
              </a:rPr>
              <a:t>固体物理学</a:t>
            </a:r>
          </a:p>
        </p:txBody>
      </p:sp>
      <p:sp>
        <p:nvSpPr>
          <p:cNvPr id="109571" name="Rectangle 3"/>
          <p:cNvSpPr>
            <a:spLocks noChangeArrowheads="1"/>
          </p:cNvSpPr>
          <p:nvPr/>
        </p:nvSpPr>
        <p:spPr bwMode="auto">
          <a:xfrm>
            <a:off x="2195513" y="4081463"/>
            <a:ext cx="3019425" cy="395287"/>
          </a:xfrm>
          <a:prstGeom prst="rect">
            <a:avLst/>
          </a:prstGeom>
          <a:solidFill>
            <a:srgbClr val="99CCFF">
              <a:alpha val="20000"/>
            </a:srgbClr>
          </a:solidFill>
          <a:ln w="9525">
            <a:solidFill>
              <a:srgbClr val="0000CC"/>
            </a:solidFill>
            <a:miter lim="800000"/>
            <a:headEnd/>
            <a:tailEnd/>
          </a:ln>
        </p:spPr>
        <p:txBody>
          <a:bodyPr/>
          <a:lstStyle/>
          <a:p>
            <a:pPr algn="ctr"/>
            <a:endParaRPr lang="zh-CN" altLang="en-US" sz="2400" baseline="30000">
              <a:latin typeface="Times New Roman" pitchFamily="18" charset="0"/>
            </a:endParaRPr>
          </a:p>
        </p:txBody>
      </p:sp>
      <p:sp>
        <p:nvSpPr>
          <p:cNvPr id="109572" name="Rectangle 4"/>
          <p:cNvSpPr>
            <a:spLocks noChangeArrowheads="1"/>
          </p:cNvSpPr>
          <p:nvPr/>
        </p:nvSpPr>
        <p:spPr bwMode="auto">
          <a:xfrm>
            <a:off x="214313" y="4081463"/>
            <a:ext cx="1981200" cy="395287"/>
          </a:xfrm>
          <a:prstGeom prst="rect">
            <a:avLst/>
          </a:prstGeom>
          <a:solidFill>
            <a:srgbClr val="99CCFF">
              <a:alpha val="20000"/>
            </a:srgbClr>
          </a:solidFill>
          <a:ln w="9525">
            <a:solidFill>
              <a:srgbClr val="0000CC"/>
            </a:solidFill>
            <a:miter lim="800000"/>
            <a:headEnd/>
            <a:tailEnd/>
          </a:ln>
        </p:spPr>
        <p:txBody>
          <a:bodyPr/>
          <a:lstStyle/>
          <a:p>
            <a:pPr algn="ctr"/>
            <a:r>
              <a:rPr lang="zh-CN" altLang="en-US" sz="2400">
                <a:latin typeface="Times New Roman" pitchFamily="18" charset="0"/>
              </a:rPr>
              <a:t>固体</a:t>
            </a:r>
          </a:p>
        </p:txBody>
      </p:sp>
      <p:sp>
        <p:nvSpPr>
          <p:cNvPr id="109573" name="Rectangle 5"/>
          <p:cNvSpPr>
            <a:spLocks noChangeArrowheads="1"/>
          </p:cNvSpPr>
          <p:nvPr/>
        </p:nvSpPr>
        <p:spPr bwMode="auto">
          <a:xfrm>
            <a:off x="5214938" y="4476750"/>
            <a:ext cx="3811587" cy="395288"/>
          </a:xfrm>
          <a:prstGeom prst="rect">
            <a:avLst/>
          </a:prstGeom>
          <a:solidFill>
            <a:srgbClr val="99CCFF">
              <a:alpha val="20000"/>
            </a:srgbClr>
          </a:solidFill>
          <a:ln w="9525">
            <a:solidFill>
              <a:srgbClr val="0000CC"/>
            </a:solidFill>
            <a:miter lim="800000"/>
            <a:headEnd/>
            <a:tailEnd/>
          </a:ln>
          <a:effectLst/>
        </p:spPr>
        <p:txBody>
          <a:bodyPr/>
          <a:lstStyle/>
          <a:p>
            <a:pPr algn="ctr">
              <a:defRPr/>
            </a:pPr>
            <a:r>
              <a:rPr lang="zh-CN" altLang="en-US" sz="2400" spc="-100">
                <a:latin typeface="Times New Roman" pitchFamily="18" charset="0"/>
              </a:rPr>
              <a:t>等离子体物理学</a:t>
            </a:r>
          </a:p>
        </p:txBody>
      </p:sp>
      <p:sp>
        <p:nvSpPr>
          <p:cNvPr id="109574" name="Rectangle 6"/>
          <p:cNvSpPr>
            <a:spLocks noChangeArrowheads="1"/>
          </p:cNvSpPr>
          <p:nvPr/>
        </p:nvSpPr>
        <p:spPr bwMode="auto">
          <a:xfrm>
            <a:off x="2195513" y="4476750"/>
            <a:ext cx="3019425" cy="395288"/>
          </a:xfrm>
          <a:prstGeom prst="rect">
            <a:avLst/>
          </a:prstGeom>
          <a:solidFill>
            <a:srgbClr val="99CCFF">
              <a:alpha val="20000"/>
            </a:srgbClr>
          </a:solidFill>
          <a:ln w="9525">
            <a:solidFill>
              <a:srgbClr val="0000CC"/>
            </a:solidFill>
            <a:miter lim="800000"/>
            <a:headEnd/>
            <a:tailEnd/>
          </a:ln>
        </p:spPr>
        <p:txBody>
          <a:bodyPr/>
          <a:lstStyle/>
          <a:p>
            <a:pPr algn="ctr"/>
            <a:endParaRPr lang="zh-CN" altLang="en-US" sz="2400" baseline="30000">
              <a:latin typeface="Times New Roman" pitchFamily="18" charset="0"/>
            </a:endParaRPr>
          </a:p>
        </p:txBody>
      </p:sp>
      <p:sp>
        <p:nvSpPr>
          <p:cNvPr id="109575" name="Rectangle 7"/>
          <p:cNvSpPr>
            <a:spLocks noChangeArrowheads="1"/>
          </p:cNvSpPr>
          <p:nvPr/>
        </p:nvSpPr>
        <p:spPr bwMode="auto">
          <a:xfrm>
            <a:off x="214313" y="4476750"/>
            <a:ext cx="1981200" cy="395288"/>
          </a:xfrm>
          <a:prstGeom prst="rect">
            <a:avLst/>
          </a:prstGeom>
          <a:solidFill>
            <a:srgbClr val="99CCFF">
              <a:alpha val="20000"/>
            </a:srgbClr>
          </a:solidFill>
          <a:ln w="9525">
            <a:solidFill>
              <a:srgbClr val="0000CC"/>
            </a:solidFill>
            <a:miter lim="800000"/>
            <a:headEnd/>
            <a:tailEnd/>
          </a:ln>
        </p:spPr>
        <p:txBody>
          <a:bodyPr/>
          <a:lstStyle/>
          <a:p>
            <a:pPr algn="ctr"/>
            <a:r>
              <a:rPr lang="zh-CN" altLang="en-US" sz="2400">
                <a:latin typeface="Times New Roman" pitchFamily="18" charset="0"/>
              </a:rPr>
              <a:t>等离子体</a:t>
            </a:r>
          </a:p>
        </p:txBody>
      </p:sp>
      <p:sp>
        <p:nvSpPr>
          <p:cNvPr id="109576" name="Rectangle 8"/>
          <p:cNvSpPr>
            <a:spLocks noChangeArrowheads="1"/>
          </p:cNvSpPr>
          <p:nvPr/>
        </p:nvSpPr>
        <p:spPr bwMode="auto">
          <a:xfrm>
            <a:off x="5214938" y="4872038"/>
            <a:ext cx="3811587" cy="395287"/>
          </a:xfrm>
          <a:prstGeom prst="rect">
            <a:avLst/>
          </a:prstGeom>
          <a:solidFill>
            <a:srgbClr val="99CCFF">
              <a:alpha val="20000"/>
            </a:srgbClr>
          </a:solidFill>
          <a:ln w="9525">
            <a:solidFill>
              <a:srgbClr val="0000CC"/>
            </a:solidFill>
            <a:miter lim="800000"/>
            <a:headEnd/>
            <a:tailEnd/>
          </a:ln>
          <a:effectLst/>
        </p:spPr>
        <p:txBody>
          <a:bodyPr/>
          <a:lstStyle/>
          <a:p>
            <a:pPr algn="ctr">
              <a:defRPr/>
            </a:pPr>
            <a:r>
              <a:rPr lang="zh-CN" altLang="en-US" sz="2400" spc="-100">
                <a:latin typeface="Times New Roman" pitchFamily="18" charset="0"/>
              </a:rPr>
              <a:t>高分子化学</a:t>
            </a:r>
          </a:p>
        </p:txBody>
      </p:sp>
      <p:sp>
        <p:nvSpPr>
          <p:cNvPr id="109577" name="Rectangle 9"/>
          <p:cNvSpPr>
            <a:spLocks noChangeArrowheads="1"/>
          </p:cNvSpPr>
          <p:nvPr/>
        </p:nvSpPr>
        <p:spPr bwMode="auto">
          <a:xfrm>
            <a:off x="2195513" y="4872038"/>
            <a:ext cx="3019425" cy="395287"/>
          </a:xfrm>
          <a:prstGeom prst="rect">
            <a:avLst/>
          </a:prstGeom>
          <a:solidFill>
            <a:srgbClr val="99CCFF">
              <a:alpha val="20000"/>
            </a:srgbClr>
          </a:solidFill>
          <a:ln w="9525">
            <a:solidFill>
              <a:srgbClr val="0000CC"/>
            </a:solidFill>
            <a:miter lim="800000"/>
            <a:headEnd/>
            <a:tailEnd/>
          </a:ln>
        </p:spPr>
        <p:txBody>
          <a:bodyPr/>
          <a:lstStyle/>
          <a:p>
            <a:pPr algn="ctr"/>
            <a:r>
              <a:rPr lang="en-US" altLang="zh-CN" sz="2400">
                <a:latin typeface="Times New Roman" pitchFamily="18" charset="0"/>
              </a:rPr>
              <a:t>10</a:t>
            </a:r>
            <a:r>
              <a:rPr lang="en-US" altLang="zh-CN" sz="2400" baseline="30000">
                <a:latin typeface="Times New Roman" pitchFamily="18" charset="0"/>
              </a:rPr>
              <a:t>-9</a:t>
            </a:r>
          </a:p>
        </p:txBody>
      </p:sp>
      <p:sp>
        <p:nvSpPr>
          <p:cNvPr id="109578" name="Rectangle 10"/>
          <p:cNvSpPr>
            <a:spLocks noChangeArrowheads="1"/>
          </p:cNvSpPr>
          <p:nvPr/>
        </p:nvSpPr>
        <p:spPr bwMode="auto">
          <a:xfrm>
            <a:off x="214313" y="4872038"/>
            <a:ext cx="1981200" cy="395287"/>
          </a:xfrm>
          <a:prstGeom prst="rect">
            <a:avLst/>
          </a:prstGeom>
          <a:solidFill>
            <a:srgbClr val="99CCFF">
              <a:alpha val="20000"/>
            </a:srgbClr>
          </a:solidFill>
          <a:ln w="9525">
            <a:solidFill>
              <a:srgbClr val="0000CC"/>
            </a:solidFill>
            <a:miter lim="800000"/>
            <a:headEnd/>
            <a:tailEnd/>
          </a:ln>
        </p:spPr>
        <p:txBody>
          <a:bodyPr/>
          <a:lstStyle/>
          <a:p>
            <a:pPr algn="ctr"/>
            <a:r>
              <a:rPr lang="zh-CN" altLang="en-US" sz="2400">
                <a:latin typeface="Times New Roman" pitchFamily="18" charset="0"/>
              </a:rPr>
              <a:t>分子</a:t>
            </a:r>
          </a:p>
        </p:txBody>
      </p:sp>
      <p:sp>
        <p:nvSpPr>
          <p:cNvPr id="109579" name="Rectangle 11"/>
          <p:cNvSpPr>
            <a:spLocks noChangeArrowheads="1"/>
          </p:cNvSpPr>
          <p:nvPr/>
        </p:nvSpPr>
        <p:spPr bwMode="auto">
          <a:xfrm>
            <a:off x="5214938" y="5267325"/>
            <a:ext cx="3811587" cy="395288"/>
          </a:xfrm>
          <a:prstGeom prst="rect">
            <a:avLst/>
          </a:prstGeom>
          <a:solidFill>
            <a:srgbClr val="99CCFF">
              <a:alpha val="20000"/>
            </a:srgbClr>
          </a:solidFill>
          <a:ln w="9525">
            <a:solidFill>
              <a:srgbClr val="0000CC"/>
            </a:solidFill>
            <a:miter lim="800000"/>
            <a:headEnd/>
            <a:tailEnd/>
          </a:ln>
          <a:effectLst/>
        </p:spPr>
        <p:txBody>
          <a:bodyPr/>
          <a:lstStyle/>
          <a:p>
            <a:pPr algn="ctr">
              <a:defRPr/>
            </a:pPr>
            <a:r>
              <a:rPr lang="zh-CN" altLang="en-US" sz="2400" spc="-100">
                <a:latin typeface="Times New Roman" pitchFamily="18" charset="0"/>
              </a:rPr>
              <a:t>分子物理学</a:t>
            </a:r>
          </a:p>
        </p:txBody>
      </p:sp>
      <p:sp>
        <p:nvSpPr>
          <p:cNvPr id="109580" name="Rectangle 12"/>
          <p:cNvSpPr>
            <a:spLocks noChangeArrowheads="1"/>
          </p:cNvSpPr>
          <p:nvPr/>
        </p:nvSpPr>
        <p:spPr bwMode="auto">
          <a:xfrm>
            <a:off x="2195513" y="5267325"/>
            <a:ext cx="3019425" cy="395288"/>
          </a:xfrm>
          <a:prstGeom prst="rect">
            <a:avLst/>
          </a:prstGeom>
          <a:solidFill>
            <a:srgbClr val="99CCFF">
              <a:alpha val="20000"/>
            </a:srgbClr>
          </a:solidFill>
          <a:ln w="9525">
            <a:solidFill>
              <a:srgbClr val="0000CC"/>
            </a:solidFill>
            <a:miter lim="800000"/>
            <a:headEnd/>
            <a:tailEnd/>
          </a:ln>
        </p:spPr>
        <p:txBody>
          <a:bodyPr/>
          <a:lstStyle/>
          <a:p>
            <a:pPr algn="ctr"/>
            <a:r>
              <a:rPr lang="en-US" altLang="zh-CN" sz="2400">
                <a:latin typeface="Times New Roman" pitchFamily="18" charset="0"/>
              </a:rPr>
              <a:t>10</a:t>
            </a:r>
            <a:r>
              <a:rPr lang="en-US" altLang="zh-CN" sz="2400" baseline="30000">
                <a:latin typeface="Times New Roman" pitchFamily="18" charset="0"/>
              </a:rPr>
              <a:t>-10</a:t>
            </a:r>
          </a:p>
        </p:txBody>
      </p:sp>
      <p:sp>
        <p:nvSpPr>
          <p:cNvPr id="109581" name="Rectangle 13"/>
          <p:cNvSpPr>
            <a:spLocks noChangeArrowheads="1"/>
          </p:cNvSpPr>
          <p:nvPr/>
        </p:nvSpPr>
        <p:spPr bwMode="auto">
          <a:xfrm>
            <a:off x="214313" y="5267325"/>
            <a:ext cx="1981200" cy="395288"/>
          </a:xfrm>
          <a:prstGeom prst="rect">
            <a:avLst/>
          </a:prstGeom>
          <a:solidFill>
            <a:srgbClr val="99CCFF">
              <a:alpha val="20000"/>
            </a:srgbClr>
          </a:solidFill>
          <a:ln w="9525">
            <a:solidFill>
              <a:srgbClr val="0000CC"/>
            </a:solidFill>
            <a:miter lim="800000"/>
            <a:headEnd/>
            <a:tailEnd/>
          </a:ln>
        </p:spPr>
        <p:txBody>
          <a:bodyPr/>
          <a:lstStyle/>
          <a:p>
            <a:pPr algn="ctr"/>
            <a:r>
              <a:rPr lang="zh-CN" altLang="en-US" sz="2400">
                <a:latin typeface="Times New Roman" pitchFamily="18" charset="0"/>
              </a:rPr>
              <a:t>原子</a:t>
            </a:r>
          </a:p>
        </p:txBody>
      </p:sp>
      <p:sp>
        <p:nvSpPr>
          <p:cNvPr id="109582" name="Rectangle 14"/>
          <p:cNvSpPr>
            <a:spLocks noChangeArrowheads="1"/>
          </p:cNvSpPr>
          <p:nvPr/>
        </p:nvSpPr>
        <p:spPr bwMode="auto">
          <a:xfrm>
            <a:off x="5214938" y="5662613"/>
            <a:ext cx="3811587" cy="395287"/>
          </a:xfrm>
          <a:prstGeom prst="rect">
            <a:avLst/>
          </a:prstGeom>
          <a:solidFill>
            <a:srgbClr val="99CCFF">
              <a:alpha val="20000"/>
            </a:srgbClr>
          </a:solidFill>
          <a:ln w="9525">
            <a:solidFill>
              <a:srgbClr val="0000CC"/>
            </a:solidFill>
            <a:miter lim="800000"/>
            <a:headEnd/>
            <a:tailEnd/>
          </a:ln>
          <a:effectLst/>
        </p:spPr>
        <p:txBody>
          <a:bodyPr/>
          <a:lstStyle/>
          <a:p>
            <a:pPr algn="ctr">
              <a:defRPr/>
            </a:pPr>
            <a:r>
              <a:rPr lang="zh-CN" altLang="en-US" sz="2400" spc="-100">
                <a:latin typeface="Times New Roman" pitchFamily="18" charset="0"/>
              </a:rPr>
              <a:t>化学物理、化学</a:t>
            </a:r>
          </a:p>
        </p:txBody>
      </p:sp>
      <p:sp>
        <p:nvSpPr>
          <p:cNvPr id="109583" name="Rectangle 15"/>
          <p:cNvSpPr>
            <a:spLocks noChangeArrowheads="1"/>
          </p:cNvSpPr>
          <p:nvPr/>
        </p:nvSpPr>
        <p:spPr bwMode="auto">
          <a:xfrm>
            <a:off x="2195513" y="5662613"/>
            <a:ext cx="3019425" cy="395287"/>
          </a:xfrm>
          <a:prstGeom prst="rect">
            <a:avLst/>
          </a:prstGeom>
          <a:solidFill>
            <a:srgbClr val="99CCFF">
              <a:alpha val="20000"/>
            </a:srgbClr>
          </a:solidFill>
          <a:ln w="9525">
            <a:solidFill>
              <a:srgbClr val="0000CC"/>
            </a:solidFill>
            <a:miter lim="800000"/>
            <a:headEnd/>
            <a:tailEnd/>
          </a:ln>
        </p:spPr>
        <p:txBody>
          <a:bodyPr/>
          <a:lstStyle/>
          <a:p>
            <a:pPr algn="ctr"/>
            <a:r>
              <a:rPr lang="en-US" altLang="zh-CN" sz="2400">
                <a:latin typeface="Times New Roman" pitchFamily="18" charset="0"/>
              </a:rPr>
              <a:t>10</a:t>
            </a:r>
            <a:r>
              <a:rPr lang="en-US" altLang="zh-CN" sz="2400" baseline="30000">
                <a:latin typeface="Times New Roman" pitchFamily="18" charset="0"/>
              </a:rPr>
              <a:t>-14</a:t>
            </a:r>
          </a:p>
        </p:txBody>
      </p:sp>
      <p:sp>
        <p:nvSpPr>
          <p:cNvPr id="109584" name="Rectangle 16"/>
          <p:cNvSpPr>
            <a:spLocks noChangeArrowheads="1"/>
          </p:cNvSpPr>
          <p:nvPr/>
        </p:nvSpPr>
        <p:spPr bwMode="auto">
          <a:xfrm>
            <a:off x="214313" y="5662613"/>
            <a:ext cx="1981200" cy="395287"/>
          </a:xfrm>
          <a:prstGeom prst="rect">
            <a:avLst/>
          </a:prstGeom>
          <a:solidFill>
            <a:srgbClr val="99CCFF">
              <a:alpha val="20000"/>
            </a:srgbClr>
          </a:solidFill>
          <a:ln w="9525">
            <a:solidFill>
              <a:srgbClr val="0000CC"/>
            </a:solidFill>
            <a:miter lim="800000"/>
            <a:headEnd/>
            <a:tailEnd/>
          </a:ln>
        </p:spPr>
        <p:txBody>
          <a:bodyPr/>
          <a:lstStyle/>
          <a:p>
            <a:pPr algn="ctr"/>
            <a:r>
              <a:rPr lang="zh-CN" altLang="en-US" sz="2400">
                <a:latin typeface="Times New Roman" pitchFamily="18" charset="0"/>
              </a:rPr>
              <a:t>原子核</a:t>
            </a:r>
          </a:p>
        </p:txBody>
      </p:sp>
      <p:sp>
        <p:nvSpPr>
          <p:cNvPr id="109585" name="Rectangle 17"/>
          <p:cNvSpPr>
            <a:spLocks noChangeArrowheads="1"/>
          </p:cNvSpPr>
          <p:nvPr/>
        </p:nvSpPr>
        <p:spPr bwMode="auto">
          <a:xfrm>
            <a:off x="5214938" y="476250"/>
            <a:ext cx="3811587" cy="404813"/>
          </a:xfrm>
          <a:prstGeom prst="rect">
            <a:avLst/>
          </a:prstGeom>
          <a:solidFill>
            <a:srgbClr val="99CCFF"/>
          </a:solidFill>
          <a:ln w="9525">
            <a:solidFill>
              <a:srgbClr val="0000CC"/>
            </a:solidFill>
            <a:miter lim="800000"/>
            <a:headEnd/>
            <a:tailEnd/>
          </a:ln>
          <a:effectLst/>
        </p:spPr>
        <p:txBody>
          <a:bodyPr/>
          <a:lstStyle/>
          <a:p>
            <a:pPr algn="ctr">
              <a:spcBef>
                <a:spcPct val="20000"/>
              </a:spcBef>
              <a:defRPr/>
            </a:pPr>
            <a:r>
              <a:rPr lang="zh-CN" altLang="en-US" sz="2400" spc="-100">
                <a:solidFill>
                  <a:srgbClr val="FF6600"/>
                </a:solidFill>
                <a:latin typeface="Times New Roman" pitchFamily="18" charset="0"/>
              </a:rPr>
              <a:t>相关专业学科</a:t>
            </a:r>
          </a:p>
        </p:txBody>
      </p:sp>
      <p:sp>
        <p:nvSpPr>
          <p:cNvPr id="109586" name="Rectangle 18"/>
          <p:cNvSpPr>
            <a:spLocks noChangeArrowheads="1"/>
          </p:cNvSpPr>
          <p:nvPr/>
        </p:nvSpPr>
        <p:spPr bwMode="auto">
          <a:xfrm>
            <a:off x="2195513" y="476250"/>
            <a:ext cx="3019425" cy="404813"/>
          </a:xfrm>
          <a:prstGeom prst="rect">
            <a:avLst/>
          </a:prstGeom>
          <a:solidFill>
            <a:srgbClr val="99CCFF"/>
          </a:solidFill>
          <a:ln w="9525">
            <a:solidFill>
              <a:srgbClr val="0000CC"/>
            </a:solidFill>
            <a:miter lim="800000"/>
            <a:headEnd/>
            <a:tailEnd/>
          </a:ln>
        </p:spPr>
        <p:txBody>
          <a:bodyPr/>
          <a:lstStyle/>
          <a:p>
            <a:pPr algn="ctr">
              <a:spcBef>
                <a:spcPct val="20000"/>
              </a:spcBef>
            </a:pPr>
            <a:r>
              <a:rPr lang="zh-CN" altLang="en-US" sz="2400">
                <a:solidFill>
                  <a:srgbClr val="FF6600"/>
                </a:solidFill>
                <a:latin typeface="Times New Roman" pitchFamily="18" charset="0"/>
              </a:rPr>
              <a:t>空间尺度 </a:t>
            </a:r>
            <a:r>
              <a:rPr lang="en-US" altLang="zh-CN" sz="2400">
                <a:solidFill>
                  <a:srgbClr val="FF6600"/>
                </a:solidFill>
                <a:latin typeface="Times New Roman" pitchFamily="18" charset="0"/>
              </a:rPr>
              <a:t>(</a:t>
            </a:r>
            <a:r>
              <a:rPr lang="zh-CN" altLang="en-US" sz="2400">
                <a:solidFill>
                  <a:srgbClr val="FF6600"/>
                </a:solidFill>
                <a:latin typeface="Times New Roman" pitchFamily="18" charset="0"/>
              </a:rPr>
              <a:t>单位：</a:t>
            </a:r>
            <a:r>
              <a:rPr lang="en-US" altLang="zh-CN" sz="2400">
                <a:solidFill>
                  <a:srgbClr val="FF6600"/>
                </a:solidFill>
                <a:latin typeface="Times New Roman" pitchFamily="18" charset="0"/>
              </a:rPr>
              <a:t>m)</a:t>
            </a:r>
          </a:p>
        </p:txBody>
      </p:sp>
      <p:sp>
        <p:nvSpPr>
          <p:cNvPr id="109587" name="Rectangle 19"/>
          <p:cNvSpPr>
            <a:spLocks noChangeArrowheads="1"/>
          </p:cNvSpPr>
          <p:nvPr/>
        </p:nvSpPr>
        <p:spPr bwMode="auto">
          <a:xfrm>
            <a:off x="214313" y="476250"/>
            <a:ext cx="1981200" cy="404813"/>
          </a:xfrm>
          <a:prstGeom prst="rect">
            <a:avLst/>
          </a:prstGeom>
          <a:solidFill>
            <a:srgbClr val="99CCFF"/>
          </a:solidFill>
          <a:ln w="9525">
            <a:solidFill>
              <a:srgbClr val="0000CC"/>
            </a:solidFill>
            <a:miter lim="800000"/>
            <a:headEnd/>
            <a:tailEnd/>
          </a:ln>
        </p:spPr>
        <p:txBody>
          <a:bodyPr/>
          <a:lstStyle/>
          <a:p>
            <a:pPr algn="ctr"/>
            <a:r>
              <a:rPr lang="zh-CN" altLang="en-US" sz="2400">
                <a:solidFill>
                  <a:srgbClr val="FF6600"/>
                </a:solidFill>
                <a:latin typeface="Times New Roman" pitchFamily="18" charset="0"/>
              </a:rPr>
              <a:t>层次名称</a:t>
            </a:r>
          </a:p>
        </p:txBody>
      </p:sp>
      <p:sp>
        <p:nvSpPr>
          <p:cNvPr id="109588" name="Rectangle 20"/>
          <p:cNvSpPr>
            <a:spLocks noChangeArrowheads="1"/>
          </p:cNvSpPr>
          <p:nvPr/>
        </p:nvSpPr>
        <p:spPr bwMode="auto">
          <a:xfrm>
            <a:off x="5214938" y="6057900"/>
            <a:ext cx="3811587" cy="395288"/>
          </a:xfrm>
          <a:prstGeom prst="rect">
            <a:avLst/>
          </a:prstGeom>
          <a:solidFill>
            <a:srgbClr val="99CCFF">
              <a:alpha val="20000"/>
            </a:srgbClr>
          </a:solidFill>
          <a:ln w="9525">
            <a:solidFill>
              <a:srgbClr val="0000CC"/>
            </a:solidFill>
            <a:miter lim="800000"/>
            <a:headEnd/>
            <a:tailEnd/>
          </a:ln>
          <a:effectLst/>
        </p:spPr>
        <p:txBody>
          <a:bodyPr/>
          <a:lstStyle/>
          <a:p>
            <a:pPr algn="ctr">
              <a:defRPr/>
            </a:pPr>
            <a:r>
              <a:rPr lang="zh-CN" altLang="en-US" sz="2400" spc="-100" dirty="0">
                <a:latin typeface="Times New Roman" pitchFamily="18" charset="0"/>
              </a:rPr>
              <a:t>原子、原子核、粒子物理学</a:t>
            </a:r>
          </a:p>
        </p:txBody>
      </p:sp>
      <p:sp>
        <p:nvSpPr>
          <p:cNvPr id="109589" name="Rectangle 21"/>
          <p:cNvSpPr>
            <a:spLocks noChangeArrowheads="1"/>
          </p:cNvSpPr>
          <p:nvPr/>
        </p:nvSpPr>
        <p:spPr bwMode="auto">
          <a:xfrm>
            <a:off x="5214938" y="3648075"/>
            <a:ext cx="3811587" cy="433388"/>
          </a:xfrm>
          <a:prstGeom prst="rect">
            <a:avLst/>
          </a:prstGeom>
          <a:solidFill>
            <a:srgbClr val="99CCFF">
              <a:alpha val="20000"/>
            </a:srgbClr>
          </a:solidFill>
          <a:ln w="9525">
            <a:solidFill>
              <a:srgbClr val="0000CC"/>
            </a:solidFill>
            <a:miter lim="800000"/>
            <a:headEnd/>
            <a:tailEnd/>
          </a:ln>
          <a:effectLst/>
        </p:spPr>
        <p:txBody>
          <a:bodyPr/>
          <a:lstStyle/>
          <a:p>
            <a:pPr algn="ctr">
              <a:defRPr/>
            </a:pPr>
            <a:r>
              <a:rPr lang="zh-CN" altLang="en-US" sz="2400" spc="-100">
                <a:latin typeface="Times New Roman" pitchFamily="18" charset="0"/>
              </a:rPr>
              <a:t>液体动力学</a:t>
            </a:r>
          </a:p>
        </p:txBody>
      </p:sp>
      <p:sp>
        <p:nvSpPr>
          <p:cNvPr id="109590" name="Rectangle 22"/>
          <p:cNvSpPr>
            <a:spLocks noChangeArrowheads="1"/>
          </p:cNvSpPr>
          <p:nvPr/>
        </p:nvSpPr>
        <p:spPr bwMode="auto">
          <a:xfrm>
            <a:off x="5214938" y="3252788"/>
            <a:ext cx="3811587" cy="395287"/>
          </a:xfrm>
          <a:prstGeom prst="rect">
            <a:avLst/>
          </a:prstGeom>
          <a:solidFill>
            <a:srgbClr val="99CCFF">
              <a:alpha val="20000"/>
            </a:srgbClr>
          </a:solidFill>
          <a:ln w="9525">
            <a:solidFill>
              <a:srgbClr val="0000CC"/>
            </a:solidFill>
            <a:miter lim="800000"/>
            <a:headEnd/>
            <a:tailEnd/>
          </a:ln>
          <a:effectLst/>
        </p:spPr>
        <p:txBody>
          <a:bodyPr/>
          <a:lstStyle/>
          <a:p>
            <a:pPr algn="ctr">
              <a:defRPr/>
            </a:pPr>
            <a:r>
              <a:rPr lang="zh-CN" altLang="en-US" sz="2400" spc="-100">
                <a:latin typeface="Times New Roman" pitchFamily="18" charset="0"/>
              </a:rPr>
              <a:t>气体动力学</a:t>
            </a:r>
          </a:p>
        </p:txBody>
      </p:sp>
      <p:sp>
        <p:nvSpPr>
          <p:cNvPr id="109591" name="Rectangle 23"/>
          <p:cNvSpPr>
            <a:spLocks noChangeArrowheads="1"/>
          </p:cNvSpPr>
          <p:nvPr/>
        </p:nvSpPr>
        <p:spPr bwMode="auto">
          <a:xfrm>
            <a:off x="5214938" y="2857500"/>
            <a:ext cx="3811587" cy="395288"/>
          </a:xfrm>
          <a:prstGeom prst="rect">
            <a:avLst/>
          </a:prstGeom>
          <a:solidFill>
            <a:srgbClr val="99CCFF">
              <a:alpha val="20000"/>
            </a:srgbClr>
          </a:solidFill>
          <a:ln w="9525">
            <a:solidFill>
              <a:srgbClr val="0000CC"/>
            </a:solidFill>
            <a:miter lim="800000"/>
            <a:headEnd/>
            <a:tailEnd/>
          </a:ln>
          <a:effectLst/>
        </p:spPr>
        <p:txBody>
          <a:bodyPr/>
          <a:lstStyle/>
          <a:p>
            <a:pPr algn="ctr">
              <a:defRPr/>
            </a:pPr>
            <a:r>
              <a:rPr lang="zh-CN" altLang="en-US" sz="2400" spc="-100">
                <a:latin typeface="Times New Roman" pitchFamily="18" charset="0"/>
              </a:rPr>
              <a:t>介观物理学</a:t>
            </a:r>
          </a:p>
        </p:txBody>
      </p:sp>
      <p:sp>
        <p:nvSpPr>
          <p:cNvPr id="109592" name="Rectangle 24"/>
          <p:cNvSpPr>
            <a:spLocks noChangeArrowheads="1"/>
          </p:cNvSpPr>
          <p:nvPr/>
        </p:nvSpPr>
        <p:spPr bwMode="auto">
          <a:xfrm>
            <a:off x="5214938" y="2462213"/>
            <a:ext cx="3811587" cy="395287"/>
          </a:xfrm>
          <a:prstGeom prst="rect">
            <a:avLst/>
          </a:prstGeom>
          <a:solidFill>
            <a:srgbClr val="99CCFF">
              <a:alpha val="20000"/>
            </a:srgbClr>
          </a:solidFill>
          <a:ln w="9525">
            <a:solidFill>
              <a:srgbClr val="0000CC"/>
            </a:solidFill>
            <a:miter lim="800000"/>
            <a:headEnd/>
            <a:tailEnd/>
          </a:ln>
          <a:effectLst/>
        </p:spPr>
        <p:txBody>
          <a:bodyPr/>
          <a:lstStyle/>
          <a:p>
            <a:pPr algn="ctr">
              <a:defRPr/>
            </a:pPr>
            <a:r>
              <a:rPr lang="zh-CN" altLang="en-US" sz="2400" spc="-100">
                <a:latin typeface="Times New Roman" pitchFamily="18" charset="0"/>
              </a:rPr>
              <a:t>凝聚态物理学</a:t>
            </a:r>
          </a:p>
        </p:txBody>
      </p:sp>
      <p:sp>
        <p:nvSpPr>
          <p:cNvPr id="109593" name="Rectangle 25"/>
          <p:cNvSpPr>
            <a:spLocks noChangeArrowheads="1"/>
          </p:cNvSpPr>
          <p:nvPr/>
        </p:nvSpPr>
        <p:spPr bwMode="auto">
          <a:xfrm>
            <a:off x="5214938" y="2066925"/>
            <a:ext cx="3811587" cy="395288"/>
          </a:xfrm>
          <a:prstGeom prst="rect">
            <a:avLst/>
          </a:prstGeom>
          <a:solidFill>
            <a:srgbClr val="99CCFF">
              <a:alpha val="20000"/>
            </a:srgbClr>
          </a:solidFill>
          <a:ln w="9525">
            <a:solidFill>
              <a:srgbClr val="0000CC"/>
            </a:solidFill>
            <a:miter lim="800000"/>
            <a:headEnd/>
            <a:tailEnd/>
          </a:ln>
          <a:effectLst/>
        </p:spPr>
        <p:txBody>
          <a:bodyPr/>
          <a:lstStyle/>
          <a:p>
            <a:pPr algn="ctr">
              <a:defRPr/>
            </a:pPr>
            <a:r>
              <a:rPr lang="zh-CN" altLang="en-US" sz="2400" spc="-100">
                <a:latin typeface="Times New Roman" pitchFamily="18" charset="0"/>
              </a:rPr>
              <a:t>地球、生物物理学</a:t>
            </a:r>
          </a:p>
        </p:txBody>
      </p:sp>
      <p:sp>
        <p:nvSpPr>
          <p:cNvPr id="109594" name="Rectangle 26"/>
          <p:cNvSpPr>
            <a:spLocks noChangeArrowheads="1"/>
          </p:cNvSpPr>
          <p:nvPr/>
        </p:nvSpPr>
        <p:spPr bwMode="auto">
          <a:xfrm>
            <a:off x="5214938" y="1671638"/>
            <a:ext cx="3811587" cy="395287"/>
          </a:xfrm>
          <a:prstGeom prst="rect">
            <a:avLst/>
          </a:prstGeom>
          <a:solidFill>
            <a:srgbClr val="99CCFF">
              <a:alpha val="20000"/>
            </a:srgbClr>
          </a:solidFill>
          <a:ln w="9525">
            <a:solidFill>
              <a:srgbClr val="0000CC"/>
            </a:solidFill>
            <a:miter lim="800000"/>
            <a:headEnd/>
            <a:tailEnd/>
          </a:ln>
          <a:effectLst/>
        </p:spPr>
        <p:txBody>
          <a:bodyPr/>
          <a:lstStyle/>
          <a:p>
            <a:pPr algn="ctr">
              <a:defRPr/>
            </a:pPr>
            <a:r>
              <a:rPr lang="zh-CN" altLang="en-US" sz="2400" spc="-100">
                <a:latin typeface="Times New Roman" pitchFamily="18" charset="0"/>
              </a:rPr>
              <a:t>天体物理学</a:t>
            </a:r>
          </a:p>
        </p:txBody>
      </p:sp>
      <p:sp>
        <p:nvSpPr>
          <p:cNvPr id="109595" name="Rectangle 27"/>
          <p:cNvSpPr>
            <a:spLocks noChangeArrowheads="1"/>
          </p:cNvSpPr>
          <p:nvPr/>
        </p:nvSpPr>
        <p:spPr bwMode="auto">
          <a:xfrm>
            <a:off x="5214938" y="1276350"/>
            <a:ext cx="3811587" cy="395288"/>
          </a:xfrm>
          <a:prstGeom prst="rect">
            <a:avLst/>
          </a:prstGeom>
          <a:solidFill>
            <a:srgbClr val="99CCFF">
              <a:alpha val="20000"/>
            </a:srgbClr>
          </a:solidFill>
          <a:ln w="9525">
            <a:solidFill>
              <a:srgbClr val="0000CC"/>
            </a:solidFill>
            <a:miter lim="800000"/>
            <a:headEnd/>
            <a:tailEnd/>
          </a:ln>
          <a:effectLst/>
        </p:spPr>
        <p:txBody>
          <a:bodyPr/>
          <a:lstStyle/>
          <a:p>
            <a:pPr algn="ctr">
              <a:defRPr/>
            </a:pPr>
            <a:r>
              <a:rPr lang="zh-CN" altLang="en-US" sz="2400" spc="-100">
                <a:latin typeface="Times New Roman" pitchFamily="18" charset="0"/>
              </a:rPr>
              <a:t>天文学</a:t>
            </a:r>
          </a:p>
        </p:txBody>
      </p:sp>
      <p:sp>
        <p:nvSpPr>
          <p:cNvPr id="109596" name="Rectangle 28"/>
          <p:cNvSpPr>
            <a:spLocks noChangeArrowheads="1"/>
          </p:cNvSpPr>
          <p:nvPr/>
        </p:nvSpPr>
        <p:spPr bwMode="auto">
          <a:xfrm>
            <a:off x="5214938" y="881063"/>
            <a:ext cx="3811587" cy="395287"/>
          </a:xfrm>
          <a:prstGeom prst="rect">
            <a:avLst/>
          </a:prstGeom>
          <a:solidFill>
            <a:srgbClr val="99CCFF">
              <a:alpha val="20000"/>
            </a:srgbClr>
          </a:solidFill>
          <a:ln w="9525">
            <a:solidFill>
              <a:srgbClr val="0000CC"/>
            </a:solidFill>
            <a:miter lim="800000"/>
            <a:headEnd/>
            <a:tailEnd/>
          </a:ln>
          <a:effectLst/>
        </p:spPr>
        <p:txBody>
          <a:bodyPr/>
          <a:lstStyle/>
          <a:p>
            <a:pPr algn="ctr">
              <a:spcBef>
                <a:spcPct val="20000"/>
              </a:spcBef>
              <a:defRPr/>
            </a:pPr>
            <a:r>
              <a:rPr lang="zh-CN" altLang="en-US" sz="2400" spc="-100">
                <a:latin typeface="Times New Roman" pitchFamily="18" charset="0"/>
              </a:rPr>
              <a:t>宇宙学</a:t>
            </a:r>
          </a:p>
        </p:txBody>
      </p:sp>
      <p:sp>
        <p:nvSpPr>
          <p:cNvPr id="109597" name="Rectangle 29"/>
          <p:cNvSpPr>
            <a:spLocks noChangeArrowheads="1"/>
          </p:cNvSpPr>
          <p:nvPr/>
        </p:nvSpPr>
        <p:spPr bwMode="auto">
          <a:xfrm>
            <a:off x="2195513" y="2857500"/>
            <a:ext cx="3019425" cy="395288"/>
          </a:xfrm>
          <a:prstGeom prst="rect">
            <a:avLst/>
          </a:prstGeom>
          <a:solidFill>
            <a:srgbClr val="99CCFF">
              <a:alpha val="20000"/>
            </a:srgbClr>
          </a:solidFill>
          <a:ln w="9525">
            <a:solidFill>
              <a:srgbClr val="0000CC"/>
            </a:solidFill>
            <a:miter lim="800000"/>
            <a:headEnd/>
            <a:tailEnd/>
          </a:ln>
        </p:spPr>
        <p:txBody>
          <a:bodyPr/>
          <a:lstStyle/>
          <a:p>
            <a:pPr algn="ctr"/>
            <a:r>
              <a:rPr lang="en-US" altLang="zh-CN" sz="2400">
                <a:latin typeface="Times New Roman" pitchFamily="18" charset="0"/>
              </a:rPr>
              <a:t>10</a:t>
            </a:r>
            <a:r>
              <a:rPr lang="en-US" altLang="zh-CN" sz="2400" baseline="30000">
                <a:latin typeface="Times New Roman" pitchFamily="18" charset="0"/>
              </a:rPr>
              <a:t>-6</a:t>
            </a:r>
            <a:r>
              <a:rPr lang="zh-CN" altLang="en-US" sz="2400">
                <a:latin typeface="Times New Roman" pitchFamily="18" charset="0"/>
              </a:rPr>
              <a:t>～</a:t>
            </a:r>
            <a:r>
              <a:rPr lang="en-US" altLang="zh-CN" sz="2400">
                <a:latin typeface="Times New Roman" pitchFamily="18" charset="0"/>
              </a:rPr>
              <a:t>10</a:t>
            </a:r>
            <a:r>
              <a:rPr lang="en-US" altLang="zh-CN" sz="2400" baseline="30000">
                <a:latin typeface="Times New Roman" pitchFamily="18" charset="0"/>
              </a:rPr>
              <a:t>-8</a:t>
            </a:r>
          </a:p>
        </p:txBody>
      </p:sp>
      <p:sp>
        <p:nvSpPr>
          <p:cNvPr id="109598" name="Rectangle 30"/>
          <p:cNvSpPr>
            <a:spLocks noChangeArrowheads="1"/>
          </p:cNvSpPr>
          <p:nvPr/>
        </p:nvSpPr>
        <p:spPr bwMode="auto">
          <a:xfrm>
            <a:off x="214313" y="2857500"/>
            <a:ext cx="1981200" cy="395288"/>
          </a:xfrm>
          <a:prstGeom prst="rect">
            <a:avLst/>
          </a:prstGeom>
          <a:solidFill>
            <a:srgbClr val="99CCFF">
              <a:alpha val="20000"/>
            </a:srgbClr>
          </a:solidFill>
          <a:ln w="9525">
            <a:solidFill>
              <a:srgbClr val="0000CC"/>
            </a:solidFill>
            <a:miter lim="800000"/>
            <a:headEnd/>
            <a:tailEnd/>
          </a:ln>
        </p:spPr>
        <p:txBody>
          <a:bodyPr/>
          <a:lstStyle/>
          <a:p>
            <a:pPr algn="ctr"/>
            <a:r>
              <a:rPr lang="zh-CN" altLang="en-US" sz="2400">
                <a:latin typeface="Times New Roman" pitchFamily="18" charset="0"/>
              </a:rPr>
              <a:t>介观物质</a:t>
            </a:r>
          </a:p>
        </p:txBody>
      </p:sp>
      <p:sp>
        <p:nvSpPr>
          <p:cNvPr id="109599" name="Rectangle 31"/>
          <p:cNvSpPr>
            <a:spLocks noChangeArrowheads="1"/>
          </p:cNvSpPr>
          <p:nvPr/>
        </p:nvSpPr>
        <p:spPr bwMode="auto">
          <a:xfrm>
            <a:off x="2195513" y="3252788"/>
            <a:ext cx="3019425" cy="395287"/>
          </a:xfrm>
          <a:prstGeom prst="rect">
            <a:avLst/>
          </a:prstGeom>
          <a:solidFill>
            <a:srgbClr val="99CCFF">
              <a:alpha val="20000"/>
            </a:srgbClr>
          </a:solidFill>
          <a:ln w="9525">
            <a:solidFill>
              <a:srgbClr val="0000CC"/>
            </a:solidFill>
            <a:miter lim="800000"/>
            <a:headEnd/>
            <a:tailEnd/>
          </a:ln>
        </p:spPr>
        <p:txBody>
          <a:bodyPr/>
          <a:lstStyle/>
          <a:p>
            <a:pPr algn="ctr"/>
            <a:endParaRPr lang="zh-CN" altLang="en-US" sz="2400" baseline="30000">
              <a:latin typeface="Times New Roman" pitchFamily="18" charset="0"/>
            </a:endParaRPr>
          </a:p>
        </p:txBody>
      </p:sp>
      <p:sp>
        <p:nvSpPr>
          <p:cNvPr id="109600" name="Rectangle 32"/>
          <p:cNvSpPr>
            <a:spLocks noChangeArrowheads="1"/>
          </p:cNvSpPr>
          <p:nvPr/>
        </p:nvSpPr>
        <p:spPr bwMode="auto">
          <a:xfrm>
            <a:off x="214313" y="3252788"/>
            <a:ext cx="1981200" cy="395287"/>
          </a:xfrm>
          <a:prstGeom prst="rect">
            <a:avLst/>
          </a:prstGeom>
          <a:solidFill>
            <a:srgbClr val="99CCFF">
              <a:alpha val="20000"/>
            </a:srgbClr>
          </a:solidFill>
          <a:ln w="9525">
            <a:solidFill>
              <a:srgbClr val="0000CC"/>
            </a:solidFill>
            <a:miter lim="800000"/>
            <a:headEnd/>
            <a:tailEnd/>
          </a:ln>
        </p:spPr>
        <p:txBody>
          <a:bodyPr/>
          <a:lstStyle/>
          <a:p>
            <a:pPr algn="ctr">
              <a:spcBef>
                <a:spcPct val="20000"/>
              </a:spcBef>
            </a:pPr>
            <a:r>
              <a:rPr lang="zh-CN" altLang="en-US" sz="2400">
                <a:latin typeface="Times New Roman" pitchFamily="18" charset="0"/>
              </a:rPr>
              <a:t>气体</a:t>
            </a:r>
          </a:p>
        </p:txBody>
      </p:sp>
      <p:sp>
        <p:nvSpPr>
          <p:cNvPr id="109601" name="Rectangle 33"/>
          <p:cNvSpPr>
            <a:spLocks noChangeArrowheads="1"/>
          </p:cNvSpPr>
          <p:nvPr/>
        </p:nvSpPr>
        <p:spPr bwMode="auto">
          <a:xfrm>
            <a:off x="2195513" y="3648075"/>
            <a:ext cx="3019425" cy="433388"/>
          </a:xfrm>
          <a:prstGeom prst="rect">
            <a:avLst/>
          </a:prstGeom>
          <a:solidFill>
            <a:srgbClr val="99CCFF">
              <a:alpha val="20000"/>
            </a:srgbClr>
          </a:solidFill>
          <a:ln w="9525">
            <a:solidFill>
              <a:srgbClr val="0000CC"/>
            </a:solidFill>
            <a:miter lim="800000"/>
            <a:headEnd/>
            <a:tailEnd/>
          </a:ln>
        </p:spPr>
        <p:txBody>
          <a:bodyPr/>
          <a:lstStyle/>
          <a:p>
            <a:pPr algn="ctr"/>
            <a:endParaRPr lang="zh-CN" altLang="en-US" sz="2400" baseline="30000">
              <a:latin typeface="Times New Roman" pitchFamily="18" charset="0"/>
            </a:endParaRPr>
          </a:p>
        </p:txBody>
      </p:sp>
      <p:sp>
        <p:nvSpPr>
          <p:cNvPr id="109602" name="Rectangle 34"/>
          <p:cNvSpPr>
            <a:spLocks noChangeArrowheads="1"/>
          </p:cNvSpPr>
          <p:nvPr/>
        </p:nvSpPr>
        <p:spPr bwMode="auto">
          <a:xfrm>
            <a:off x="214313" y="3648075"/>
            <a:ext cx="1981200" cy="433388"/>
          </a:xfrm>
          <a:prstGeom prst="rect">
            <a:avLst/>
          </a:prstGeom>
          <a:solidFill>
            <a:srgbClr val="99CCFF">
              <a:alpha val="20000"/>
            </a:srgbClr>
          </a:solidFill>
          <a:ln w="9525">
            <a:solidFill>
              <a:srgbClr val="0000CC"/>
            </a:solidFill>
            <a:miter lim="800000"/>
            <a:headEnd/>
            <a:tailEnd/>
          </a:ln>
        </p:spPr>
        <p:txBody>
          <a:bodyPr/>
          <a:lstStyle/>
          <a:p>
            <a:pPr algn="ctr"/>
            <a:r>
              <a:rPr lang="zh-CN" altLang="en-US" sz="2400">
                <a:latin typeface="Times New Roman" pitchFamily="18" charset="0"/>
              </a:rPr>
              <a:t>液体</a:t>
            </a:r>
          </a:p>
        </p:txBody>
      </p:sp>
      <p:sp>
        <p:nvSpPr>
          <p:cNvPr id="109603" name="Rectangle 35"/>
          <p:cNvSpPr>
            <a:spLocks noChangeArrowheads="1"/>
          </p:cNvSpPr>
          <p:nvPr/>
        </p:nvSpPr>
        <p:spPr bwMode="auto">
          <a:xfrm>
            <a:off x="2195513" y="2462213"/>
            <a:ext cx="3019425" cy="395287"/>
          </a:xfrm>
          <a:prstGeom prst="rect">
            <a:avLst/>
          </a:prstGeom>
          <a:solidFill>
            <a:srgbClr val="99CCFF">
              <a:alpha val="20000"/>
            </a:srgbClr>
          </a:solidFill>
          <a:ln w="9525">
            <a:solidFill>
              <a:srgbClr val="0000CC"/>
            </a:solidFill>
            <a:miter lim="800000"/>
            <a:headEnd/>
            <a:tailEnd/>
          </a:ln>
        </p:spPr>
        <p:txBody>
          <a:bodyPr/>
          <a:lstStyle/>
          <a:p>
            <a:pPr algn="ctr"/>
            <a:r>
              <a:rPr lang="en-US" altLang="zh-CN" sz="2400">
                <a:latin typeface="Times New Roman" pitchFamily="18" charset="0"/>
              </a:rPr>
              <a:t>10</a:t>
            </a:r>
            <a:r>
              <a:rPr lang="en-US" altLang="zh-CN" sz="2400" baseline="30000">
                <a:latin typeface="Times New Roman" pitchFamily="18" charset="0"/>
              </a:rPr>
              <a:t>6</a:t>
            </a:r>
            <a:r>
              <a:rPr lang="zh-CN" altLang="en-US" sz="2400">
                <a:latin typeface="Times New Roman" pitchFamily="18" charset="0"/>
              </a:rPr>
              <a:t>～</a:t>
            </a:r>
            <a:r>
              <a:rPr lang="en-US" altLang="zh-CN" sz="2400">
                <a:latin typeface="Times New Roman" pitchFamily="18" charset="0"/>
              </a:rPr>
              <a:t>10</a:t>
            </a:r>
            <a:r>
              <a:rPr lang="en-US" altLang="zh-CN" sz="2400" baseline="30000">
                <a:latin typeface="Times New Roman" pitchFamily="18" charset="0"/>
              </a:rPr>
              <a:t>-3</a:t>
            </a:r>
            <a:endParaRPr lang="en-US" altLang="zh-CN" sz="2400" b="0" baseline="30000">
              <a:latin typeface="Times New Roman" pitchFamily="18" charset="0"/>
            </a:endParaRPr>
          </a:p>
        </p:txBody>
      </p:sp>
      <p:sp>
        <p:nvSpPr>
          <p:cNvPr id="109604" name="Rectangle 36"/>
          <p:cNvSpPr>
            <a:spLocks noChangeArrowheads="1"/>
          </p:cNvSpPr>
          <p:nvPr/>
        </p:nvSpPr>
        <p:spPr bwMode="auto">
          <a:xfrm>
            <a:off x="214313" y="2462213"/>
            <a:ext cx="1981200" cy="395287"/>
          </a:xfrm>
          <a:prstGeom prst="rect">
            <a:avLst/>
          </a:prstGeom>
          <a:solidFill>
            <a:srgbClr val="99CCFF">
              <a:alpha val="20000"/>
            </a:srgbClr>
          </a:solidFill>
          <a:ln w="9525">
            <a:solidFill>
              <a:srgbClr val="0000CC"/>
            </a:solidFill>
            <a:miter lim="800000"/>
            <a:headEnd/>
            <a:tailEnd/>
          </a:ln>
        </p:spPr>
        <p:txBody>
          <a:bodyPr/>
          <a:lstStyle/>
          <a:p>
            <a:pPr algn="ctr">
              <a:spcBef>
                <a:spcPct val="20000"/>
              </a:spcBef>
            </a:pPr>
            <a:r>
              <a:rPr lang="zh-CN" altLang="en-US" sz="2400">
                <a:latin typeface="Times New Roman" pitchFamily="18" charset="0"/>
              </a:rPr>
              <a:t>凝聚态物质</a:t>
            </a:r>
          </a:p>
        </p:txBody>
      </p:sp>
      <p:sp>
        <p:nvSpPr>
          <p:cNvPr id="109605" name="Rectangle 37"/>
          <p:cNvSpPr>
            <a:spLocks noChangeArrowheads="1"/>
          </p:cNvSpPr>
          <p:nvPr/>
        </p:nvSpPr>
        <p:spPr bwMode="auto">
          <a:xfrm>
            <a:off x="2195513" y="6057900"/>
            <a:ext cx="3019425" cy="395288"/>
          </a:xfrm>
          <a:prstGeom prst="rect">
            <a:avLst/>
          </a:prstGeom>
          <a:solidFill>
            <a:srgbClr val="99CCFF">
              <a:alpha val="20000"/>
            </a:srgbClr>
          </a:solidFill>
          <a:ln w="9525">
            <a:solidFill>
              <a:srgbClr val="0000CC"/>
            </a:solidFill>
            <a:miter lim="800000"/>
            <a:headEnd/>
            <a:tailEnd/>
          </a:ln>
        </p:spPr>
        <p:txBody>
          <a:bodyPr/>
          <a:lstStyle/>
          <a:p>
            <a:pPr algn="ctr"/>
            <a:r>
              <a:rPr lang="en-US" altLang="zh-CN" sz="2400">
                <a:latin typeface="Times New Roman" pitchFamily="18" charset="0"/>
              </a:rPr>
              <a:t>10</a:t>
            </a:r>
            <a:r>
              <a:rPr lang="en-US" altLang="zh-CN" sz="2400" baseline="30000">
                <a:latin typeface="Times New Roman" pitchFamily="18" charset="0"/>
              </a:rPr>
              <a:t>-15</a:t>
            </a:r>
            <a:r>
              <a:rPr lang="zh-CN" altLang="en-US" sz="2400">
                <a:latin typeface="Times New Roman" pitchFamily="18" charset="0"/>
              </a:rPr>
              <a:t>以下</a:t>
            </a:r>
          </a:p>
        </p:txBody>
      </p:sp>
      <p:sp>
        <p:nvSpPr>
          <p:cNvPr id="109606" name="Rectangle 38"/>
          <p:cNvSpPr>
            <a:spLocks noChangeArrowheads="1"/>
          </p:cNvSpPr>
          <p:nvPr/>
        </p:nvSpPr>
        <p:spPr bwMode="auto">
          <a:xfrm>
            <a:off x="214313" y="6057900"/>
            <a:ext cx="1981200" cy="395288"/>
          </a:xfrm>
          <a:prstGeom prst="rect">
            <a:avLst/>
          </a:prstGeom>
          <a:solidFill>
            <a:srgbClr val="99CCFF">
              <a:alpha val="20000"/>
            </a:srgbClr>
          </a:solidFill>
          <a:ln w="9525">
            <a:solidFill>
              <a:srgbClr val="0000CC"/>
            </a:solidFill>
            <a:miter lim="800000"/>
            <a:headEnd/>
            <a:tailEnd/>
          </a:ln>
        </p:spPr>
        <p:txBody>
          <a:bodyPr/>
          <a:lstStyle/>
          <a:p>
            <a:pPr algn="ctr"/>
            <a:r>
              <a:rPr lang="zh-CN" altLang="en-US" sz="2400">
                <a:latin typeface="Times New Roman" pitchFamily="18" charset="0"/>
              </a:rPr>
              <a:t>基本粒子</a:t>
            </a:r>
          </a:p>
        </p:txBody>
      </p:sp>
      <p:sp>
        <p:nvSpPr>
          <p:cNvPr id="109607" name="Rectangle 39"/>
          <p:cNvSpPr>
            <a:spLocks noChangeArrowheads="1"/>
          </p:cNvSpPr>
          <p:nvPr/>
        </p:nvSpPr>
        <p:spPr bwMode="auto">
          <a:xfrm>
            <a:off x="2195513" y="2066925"/>
            <a:ext cx="3019425" cy="395288"/>
          </a:xfrm>
          <a:prstGeom prst="rect">
            <a:avLst/>
          </a:prstGeom>
          <a:solidFill>
            <a:srgbClr val="99CCFF">
              <a:alpha val="20000"/>
            </a:srgbClr>
          </a:solidFill>
          <a:ln w="9525">
            <a:solidFill>
              <a:srgbClr val="0000CC"/>
            </a:solidFill>
            <a:miter lim="800000"/>
            <a:headEnd/>
            <a:tailEnd/>
          </a:ln>
        </p:spPr>
        <p:txBody>
          <a:bodyPr/>
          <a:lstStyle/>
          <a:p>
            <a:pPr algn="ctr"/>
            <a:r>
              <a:rPr lang="en-US" altLang="zh-CN" sz="2400">
                <a:latin typeface="Times New Roman" pitchFamily="18" charset="0"/>
              </a:rPr>
              <a:t>10</a:t>
            </a:r>
            <a:r>
              <a:rPr lang="en-US" altLang="zh-CN" sz="2400" baseline="30000">
                <a:latin typeface="Times New Roman" pitchFamily="18" charset="0"/>
              </a:rPr>
              <a:t>7</a:t>
            </a:r>
            <a:r>
              <a:rPr lang="zh-CN" altLang="en-US" sz="2400">
                <a:latin typeface="Times New Roman" pitchFamily="18" charset="0"/>
              </a:rPr>
              <a:t>～</a:t>
            </a:r>
            <a:r>
              <a:rPr lang="en-US" altLang="zh-CN" sz="2400">
                <a:latin typeface="Times New Roman" pitchFamily="18" charset="0"/>
              </a:rPr>
              <a:t>10</a:t>
            </a:r>
            <a:r>
              <a:rPr lang="en-US" altLang="zh-CN" sz="2400" baseline="30000">
                <a:latin typeface="Times New Roman" pitchFamily="18" charset="0"/>
              </a:rPr>
              <a:t>5</a:t>
            </a:r>
            <a:endParaRPr lang="en-US" altLang="zh-CN" sz="2400" b="0">
              <a:latin typeface="Times New Roman" pitchFamily="18" charset="0"/>
            </a:endParaRPr>
          </a:p>
        </p:txBody>
      </p:sp>
      <p:sp>
        <p:nvSpPr>
          <p:cNvPr id="109608" name="Rectangle 40"/>
          <p:cNvSpPr>
            <a:spLocks noChangeArrowheads="1"/>
          </p:cNvSpPr>
          <p:nvPr/>
        </p:nvSpPr>
        <p:spPr bwMode="auto">
          <a:xfrm>
            <a:off x="214313" y="2066925"/>
            <a:ext cx="1981200" cy="395288"/>
          </a:xfrm>
          <a:prstGeom prst="rect">
            <a:avLst/>
          </a:prstGeom>
          <a:solidFill>
            <a:srgbClr val="99CCFF">
              <a:alpha val="20000"/>
            </a:srgbClr>
          </a:solidFill>
          <a:ln w="9525">
            <a:solidFill>
              <a:srgbClr val="0000CC"/>
            </a:solidFill>
            <a:miter lim="800000"/>
            <a:headEnd/>
            <a:tailEnd/>
          </a:ln>
        </p:spPr>
        <p:txBody>
          <a:bodyPr/>
          <a:lstStyle/>
          <a:p>
            <a:pPr algn="ctr">
              <a:spcBef>
                <a:spcPct val="20000"/>
              </a:spcBef>
            </a:pPr>
            <a:r>
              <a:rPr lang="zh-CN" altLang="en-US" sz="2400">
                <a:latin typeface="Times New Roman" pitchFamily="18" charset="0"/>
              </a:rPr>
              <a:t>地上物体</a:t>
            </a:r>
          </a:p>
        </p:txBody>
      </p:sp>
      <p:sp>
        <p:nvSpPr>
          <p:cNvPr id="109609" name="Rectangle 41"/>
          <p:cNvSpPr>
            <a:spLocks noChangeArrowheads="1"/>
          </p:cNvSpPr>
          <p:nvPr/>
        </p:nvSpPr>
        <p:spPr bwMode="auto">
          <a:xfrm>
            <a:off x="2195513" y="1671638"/>
            <a:ext cx="3019425" cy="395287"/>
          </a:xfrm>
          <a:prstGeom prst="rect">
            <a:avLst/>
          </a:prstGeom>
          <a:solidFill>
            <a:srgbClr val="99CCFF">
              <a:alpha val="20000"/>
            </a:srgbClr>
          </a:solidFill>
          <a:ln w="9525">
            <a:solidFill>
              <a:srgbClr val="0000CC"/>
            </a:solidFill>
            <a:miter lim="800000"/>
            <a:headEnd/>
            <a:tailEnd/>
          </a:ln>
        </p:spPr>
        <p:txBody>
          <a:bodyPr/>
          <a:lstStyle/>
          <a:p>
            <a:pPr algn="ctr"/>
            <a:r>
              <a:rPr lang="en-US" altLang="zh-CN" sz="2400">
                <a:latin typeface="Times New Roman" pitchFamily="18" charset="0"/>
              </a:rPr>
              <a:t>10</a:t>
            </a:r>
            <a:r>
              <a:rPr lang="en-US" altLang="zh-CN" sz="2400" baseline="30000">
                <a:latin typeface="Times New Roman" pitchFamily="18" charset="0"/>
              </a:rPr>
              <a:t>12</a:t>
            </a:r>
            <a:r>
              <a:rPr lang="zh-CN" altLang="en-US" sz="2400">
                <a:latin typeface="Times New Roman" pitchFamily="18" charset="0"/>
              </a:rPr>
              <a:t>～</a:t>
            </a:r>
            <a:r>
              <a:rPr lang="en-US" altLang="zh-CN" sz="2400">
                <a:latin typeface="Times New Roman" pitchFamily="18" charset="0"/>
              </a:rPr>
              <a:t>10</a:t>
            </a:r>
            <a:r>
              <a:rPr lang="en-US" altLang="zh-CN" sz="2400" baseline="30000">
                <a:latin typeface="Times New Roman" pitchFamily="18" charset="0"/>
              </a:rPr>
              <a:t>7</a:t>
            </a:r>
            <a:endParaRPr lang="en-US" altLang="zh-CN" sz="2400" b="0">
              <a:latin typeface="Times New Roman" pitchFamily="18" charset="0"/>
            </a:endParaRPr>
          </a:p>
        </p:txBody>
      </p:sp>
      <p:sp>
        <p:nvSpPr>
          <p:cNvPr id="109610" name="Rectangle 42"/>
          <p:cNvSpPr>
            <a:spLocks noChangeArrowheads="1"/>
          </p:cNvSpPr>
          <p:nvPr/>
        </p:nvSpPr>
        <p:spPr bwMode="auto">
          <a:xfrm>
            <a:off x="214313" y="1671638"/>
            <a:ext cx="1981200" cy="395287"/>
          </a:xfrm>
          <a:prstGeom prst="rect">
            <a:avLst/>
          </a:prstGeom>
          <a:solidFill>
            <a:srgbClr val="99CCFF">
              <a:alpha val="20000"/>
            </a:srgbClr>
          </a:solidFill>
          <a:ln w="9525">
            <a:solidFill>
              <a:srgbClr val="0000CC"/>
            </a:solidFill>
            <a:miter lim="800000"/>
            <a:headEnd/>
            <a:tailEnd/>
          </a:ln>
        </p:spPr>
        <p:txBody>
          <a:bodyPr/>
          <a:lstStyle/>
          <a:p>
            <a:pPr algn="ctr"/>
            <a:r>
              <a:rPr lang="zh-CN" altLang="en-US" sz="2400">
                <a:latin typeface="Times New Roman" pitchFamily="18" charset="0"/>
              </a:rPr>
              <a:t>星球</a:t>
            </a:r>
            <a:endParaRPr lang="zh-CN" altLang="en-US" sz="2400" b="0">
              <a:latin typeface="Times New Roman" pitchFamily="18" charset="0"/>
            </a:endParaRPr>
          </a:p>
        </p:txBody>
      </p:sp>
      <p:sp>
        <p:nvSpPr>
          <p:cNvPr id="109611" name="Rectangle 43"/>
          <p:cNvSpPr>
            <a:spLocks noChangeArrowheads="1"/>
          </p:cNvSpPr>
          <p:nvPr/>
        </p:nvSpPr>
        <p:spPr bwMode="auto">
          <a:xfrm>
            <a:off x="2195513" y="1276350"/>
            <a:ext cx="3019425" cy="395288"/>
          </a:xfrm>
          <a:prstGeom prst="rect">
            <a:avLst/>
          </a:prstGeom>
          <a:solidFill>
            <a:srgbClr val="99CCFF">
              <a:alpha val="20000"/>
            </a:srgbClr>
          </a:solidFill>
          <a:ln w="9525">
            <a:solidFill>
              <a:srgbClr val="0000CC"/>
            </a:solidFill>
            <a:miter lim="800000"/>
            <a:headEnd/>
            <a:tailEnd/>
          </a:ln>
        </p:spPr>
        <p:txBody>
          <a:bodyPr/>
          <a:lstStyle/>
          <a:p>
            <a:pPr algn="ctr"/>
            <a:r>
              <a:rPr lang="en-US" altLang="zh-CN" sz="2400">
                <a:latin typeface="Times New Roman" pitchFamily="18" charset="0"/>
              </a:rPr>
              <a:t>10</a:t>
            </a:r>
            <a:r>
              <a:rPr lang="en-US" altLang="zh-CN" sz="2400" baseline="30000">
                <a:latin typeface="Times New Roman" pitchFamily="18" charset="0"/>
              </a:rPr>
              <a:t>20</a:t>
            </a:r>
            <a:endParaRPr lang="en-US" altLang="zh-CN" sz="2400" b="0">
              <a:latin typeface="Times New Roman" pitchFamily="18" charset="0"/>
            </a:endParaRPr>
          </a:p>
        </p:txBody>
      </p:sp>
      <p:sp>
        <p:nvSpPr>
          <p:cNvPr id="109612" name="Rectangle 44"/>
          <p:cNvSpPr>
            <a:spLocks noChangeArrowheads="1"/>
          </p:cNvSpPr>
          <p:nvPr/>
        </p:nvSpPr>
        <p:spPr bwMode="auto">
          <a:xfrm>
            <a:off x="214313" y="1276350"/>
            <a:ext cx="1981200" cy="395288"/>
          </a:xfrm>
          <a:prstGeom prst="rect">
            <a:avLst/>
          </a:prstGeom>
          <a:solidFill>
            <a:srgbClr val="99CCFF">
              <a:alpha val="20000"/>
            </a:srgbClr>
          </a:solidFill>
          <a:ln w="9525">
            <a:solidFill>
              <a:srgbClr val="0000CC"/>
            </a:solidFill>
            <a:miter lim="800000"/>
            <a:headEnd/>
            <a:tailEnd/>
          </a:ln>
        </p:spPr>
        <p:txBody>
          <a:bodyPr/>
          <a:lstStyle/>
          <a:p>
            <a:pPr algn="ctr"/>
            <a:r>
              <a:rPr lang="zh-CN" altLang="en-US" sz="2400">
                <a:latin typeface="Times New Roman" pitchFamily="18" charset="0"/>
              </a:rPr>
              <a:t>星系</a:t>
            </a:r>
            <a:endParaRPr lang="zh-CN" altLang="en-US" sz="2400" b="0">
              <a:latin typeface="Times New Roman" pitchFamily="18" charset="0"/>
            </a:endParaRPr>
          </a:p>
        </p:txBody>
      </p:sp>
      <p:sp>
        <p:nvSpPr>
          <p:cNvPr id="109613" name="Rectangle 45"/>
          <p:cNvSpPr>
            <a:spLocks noChangeArrowheads="1"/>
          </p:cNvSpPr>
          <p:nvPr/>
        </p:nvSpPr>
        <p:spPr bwMode="auto">
          <a:xfrm>
            <a:off x="2195513" y="881063"/>
            <a:ext cx="3019425" cy="395287"/>
          </a:xfrm>
          <a:prstGeom prst="rect">
            <a:avLst/>
          </a:prstGeom>
          <a:solidFill>
            <a:srgbClr val="99CCFF">
              <a:alpha val="20000"/>
            </a:srgbClr>
          </a:solidFill>
          <a:ln w="9525">
            <a:solidFill>
              <a:srgbClr val="0000CC"/>
            </a:solidFill>
            <a:miter lim="800000"/>
            <a:headEnd/>
            <a:tailEnd/>
          </a:ln>
        </p:spPr>
        <p:txBody>
          <a:bodyPr/>
          <a:lstStyle/>
          <a:p>
            <a:pPr algn="ctr">
              <a:spcBef>
                <a:spcPct val="20000"/>
              </a:spcBef>
            </a:pPr>
            <a:r>
              <a:rPr lang="en-US" altLang="zh-CN" sz="2400">
                <a:latin typeface="Times New Roman" pitchFamily="18" charset="0"/>
              </a:rPr>
              <a:t>10</a:t>
            </a:r>
            <a:r>
              <a:rPr lang="en-US" altLang="zh-CN" sz="2400" baseline="30000">
                <a:latin typeface="Times New Roman" pitchFamily="18" charset="0"/>
              </a:rPr>
              <a:t>26</a:t>
            </a:r>
            <a:r>
              <a:rPr lang="en-US" altLang="zh-CN" sz="2400">
                <a:latin typeface="Times New Roman" pitchFamily="18" charset="0"/>
              </a:rPr>
              <a:t>(</a:t>
            </a:r>
            <a:r>
              <a:rPr lang="zh-CN" altLang="en-US" sz="2400">
                <a:latin typeface="Times New Roman" pitchFamily="18" charset="0"/>
              </a:rPr>
              <a:t>已知部分</a:t>
            </a:r>
            <a:r>
              <a:rPr lang="en-US" altLang="zh-CN" sz="2400">
                <a:latin typeface="Times New Roman" pitchFamily="18" charset="0"/>
              </a:rPr>
              <a:t>)</a:t>
            </a:r>
            <a:endParaRPr lang="en-US" altLang="zh-CN" sz="2400">
              <a:solidFill>
                <a:srgbClr val="FF6600"/>
              </a:solidFill>
              <a:latin typeface="Times New Roman" pitchFamily="18" charset="0"/>
            </a:endParaRPr>
          </a:p>
        </p:txBody>
      </p:sp>
      <p:sp>
        <p:nvSpPr>
          <p:cNvPr id="109614" name="Rectangle 46"/>
          <p:cNvSpPr>
            <a:spLocks noChangeArrowheads="1"/>
          </p:cNvSpPr>
          <p:nvPr/>
        </p:nvSpPr>
        <p:spPr bwMode="auto">
          <a:xfrm>
            <a:off x="214313" y="881063"/>
            <a:ext cx="1981200" cy="395287"/>
          </a:xfrm>
          <a:prstGeom prst="rect">
            <a:avLst/>
          </a:prstGeom>
          <a:solidFill>
            <a:srgbClr val="99CCFF">
              <a:alpha val="20000"/>
            </a:srgbClr>
          </a:solidFill>
          <a:ln w="9525">
            <a:solidFill>
              <a:srgbClr val="0000CC"/>
            </a:solidFill>
            <a:miter lim="800000"/>
            <a:headEnd/>
            <a:tailEnd/>
          </a:ln>
        </p:spPr>
        <p:txBody>
          <a:bodyPr/>
          <a:lstStyle/>
          <a:p>
            <a:pPr algn="ctr"/>
            <a:r>
              <a:rPr lang="zh-CN" altLang="en-US" sz="2400">
                <a:latin typeface="Times New Roman" pitchFamily="18" charset="0"/>
              </a:rPr>
              <a:t>宇宙半径</a:t>
            </a:r>
          </a:p>
        </p:txBody>
      </p:sp>
      <p:sp>
        <p:nvSpPr>
          <p:cNvPr id="80" name="动作按钮: 信息 79">
            <a:hlinkClick r:id="rId3" action="ppaction://hlinksldjump" highlightClick="1"/>
          </p:cNvPr>
          <p:cNvSpPr>
            <a:spLocks noChangeArrowheads="1"/>
          </p:cNvSpPr>
          <p:nvPr/>
        </p:nvSpPr>
        <p:spPr bwMode="auto">
          <a:xfrm>
            <a:off x="2143125" y="6143625"/>
            <a:ext cx="285750" cy="214313"/>
          </a:xfrm>
          <a:prstGeom prst="actionButtonInformation">
            <a:avLst/>
          </a:prstGeom>
          <a:solidFill>
            <a:schemeClr val="accent1"/>
          </a:solidFill>
          <a:ln w="9525" algn="ctr">
            <a:solidFill>
              <a:srgbClr val="0000CC"/>
            </a:solidFill>
            <a:round/>
            <a:headEnd/>
            <a:tailEnd/>
          </a:ln>
        </p:spPr>
        <p:txBody>
          <a:bodyPr/>
          <a:lstStyle/>
          <a:p>
            <a:endParaRPr lang="zh-CN" altLang="en-US" sz="2400">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9587"/>
                                        </p:tgtEl>
                                        <p:attrNameLst>
                                          <p:attrName>style.visibility</p:attrName>
                                        </p:attrNameLst>
                                      </p:cBhvr>
                                      <p:to>
                                        <p:strVal val="visible"/>
                                      </p:to>
                                    </p:set>
                                    <p:animEffect transition="in" filter="wipe(left)">
                                      <p:cBhvr>
                                        <p:cTn id="7" dur="500"/>
                                        <p:tgtEl>
                                          <p:spTgt spid="10958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9586"/>
                                        </p:tgtEl>
                                        <p:attrNameLst>
                                          <p:attrName>style.visibility</p:attrName>
                                        </p:attrNameLst>
                                      </p:cBhvr>
                                      <p:to>
                                        <p:strVal val="visible"/>
                                      </p:to>
                                    </p:set>
                                    <p:animEffect transition="in" filter="wipe(left)">
                                      <p:cBhvr>
                                        <p:cTn id="11" dur="500"/>
                                        <p:tgtEl>
                                          <p:spTgt spid="10958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09585"/>
                                        </p:tgtEl>
                                        <p:attrNameLst>
                                          <p:attrName>style.visibility</p:attrName>
                                        </p:attrNameLst>
                                      </p:cBhvr>
                                      <p:to>
                                        <p:strVal val="visible"/>
                                      </p:to>
                                    </p:set>
                                    <p:animEffect transition="in" filter="wipe(left)">
                                      <p:cBhvr>
                                        <p:cTn id="15" dur="500"/>
                                        <p:tgtEl>
                                          <p:spTgt spid="10958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09614"/>
                                        </p:tgtEl>
                                        <p:attrNameLst>
                                          <p:attrName>style.visibility</p:attrName>
                                        </p:attrNameLst>
                                      </p:cBhvr>
                                      <p:to>
                                        <p:strVal val="visible"/>
                                      </p:to>
                                    </p:set>
                                    <p:animEffect transition="in" filter="wipe(left)">
                                      <p:cBhvr>
                                        <p:cTn id="20" dur="500"/>
                                        <p:tgtEl>
                                          <p:spTgt spid="109614"/>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109613"/>
                                        </p:tgtEl>
                                        <p:attrNameLst>
                                          <p:attrName>style.visibility</p:attrName>
                                        </p:attrNameLst>
                                      </p:cBhvr>
                                      <p:to>
                                        <p:strVal val="visible"/>
                                      </p:to>
                                    </p:set>
                                    <p:animEffect transition="in" filter="wipe(left)">
                                      <p:cBhvr>
                                        <p:cTn id="24" dur="500"/>
                                        <p:tgtEl>
                                          <p:spTgt spid="109613"/>
                                        </p:tgtEl>
                                      </p:cBhvr>
                                    </p:animEffect>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109596"/>
                                        </p:tgtEl>
                                        <p:attrNameLst>
                                          <p:attrName>style.visibility</p:attrName>
                                        </p:attrNameLst>
                                      </p:cBhvr>
                                      <p:to>
                                        <p:strVal val="visible"/>
                                      </p:to>
                                    </p:set>
                                    <p:animEffect transition="in" filter="wipe(left)">
                                      <p:cBhvr>
                                        <p:cTn id="28" dur="500"/>
                                        <p:tgtEl>
                                          <p:spTgt spid="109596"/>
                                        </p:tgtEl>
                                      </p:cBhvr>
                                    </p:animEffect>
                                  </p:childTnLst>
                                </p:cTn>
                              </p:par>
                            </p:childTnLst>
                          </p:cTn>
                        </p:par>
                        <p:par>
                          <p:cTn id="29" fill="hold">
                            <p:stCondLst>
                              <p:cond delay="1500"/>
                            </p:stCondLst>
                            <p:childTnLst>
                              <p:par>
                                <p:cTn id="30" presetID="22" presetClass="entr" presetSubtype="8" fill="hold" nodeType="afterEffect">
                                  <p:stCondLst>
                                    <p:cond delay="0"/>
                                  </p:stCondLst>
                                  <p:childTnLst>
                                    <p:set>
                                      <p:cBhvr>
                                        <p:cTn id="31" dur="1" fill="hold">
                                          <p:stCondLst>
                                            <p:cond delay="0"/>
                                          </p:stCondLst>
                                        </p:cTn>
                                        <p:tgtEl>
                                          <p:spTgt spid="109612"/>
                                        </p:tgtEl>
                                        <p:attrNameLst>
                                          <p:attrName>style.visibility</p:attrName>
                                        </p:attrNameLst>
                                      </p:cBhvr>
                                      <p:to>
                                        <p:strVal val="visible"/>
                                      </p:to>
                                    </p:set>
                                    <p:animEffect transition="in" filter="wipe(left)">
                                      <p:cBhvr>
                                        <p:cTn id="32" dur="500"/>
                                        <p:tgtEl>
                                          <p:spTgt spid="109612"/>
                                        </p:tgtEl>
                                      </p:cBhvr>
                                    </p:animEffect>
                                  </p:childTnLst>
                                </p:cTn>
                              </p:par>
                            </p:childTnLst>
                          </p:cTn>
                        </p:par>
                        <p:par>
                          <p:cTn id="33" fill="hold">
                            <p:stCondLst>
                              <p:cond delay="2000"/>
                            </p:stCondLst>
                            <p:childTnLst>
                              <p:par>
                                <p:cTn id="34" presetID="22" presetClass="entr" presetSubtype="8" fill="hold" nodeType="afterEffect">
                                  <p:stCondLst>
                                    <p:cond delay="0"/>
                                  </p:stCondLst>
                                  <p:childTnLst>
                                    <p:set>
                                      <p:cBhvr>
                                        <p:cTn id="35" dur="1" fill="hold">
                                          <p:stCondLst>
                                            <p:cond delay="0"/>
                                          </p:stCondLst>
                                        </p:cTn>
                                        <p:tgtEl>
                                          <p:spTgt spid="109611"/>
                                        </p:tgtEl>
                                        <p:attrNameLst>
                                          <p:attrName>style.visibility</p:attrName>
                                        </p:attrNameLst>
                                      </p:cBhvr>
                                      <p:to>
                                        <p:strVal val="visible"/>
                                      </p:to>
                                    </p:set>
                                    <p:animEffect transition="in" filter="wipe(left)">
                                      <p:cBhvr>
                                        <p:cTn id="36" dur="500"/>
                                        <p:tgtEl>
                                          <p:spTgt spid="109611"/>
                                        </p:tgtEl>
                                      </p:cBhvr>
                                    </p:animEffect>
                                  </p:childTnLst>
                                </p:cTn>
                              </p:par>
                            </p:childTnLst>
                          </p:cTn>
                        </p:par>
                        <p:par>
                          <p:cTn id="37" fill="hold">
                            <p:stCondLst>
                              <p:cond delay="2500"/>
                            </p:stCondLst>
                            <p:childTnLst>
                              <p:par>
                                <p:cTn id="38" presetID="22" presetClass="entr" presetSubtype="8" fill="hold" nodeType="afterEffect">
                                  <p:stCondLst>
                                    <p:cond delay="0"/>
                                  </p:stCondLst>
                                  <p:childTnLst>
                                    <p:set>
                                      <p:cBhvr>
                                        <p:cTn id="39" dur="1" fill="hold">
                                          <p:stCondLst>
                                            <p:cond delay="0"/>
                                          </p:stCondLst>
                                        </p:cTn>
                                        <p:tgtEl>
                                          <p:spTgt spid="109595"/>
                                        </p:tgtEl>
                                        <p:attrNameLst>
                                          <p:attrName>style.visibility</p:attrName>
                                        </p:attrNameLst>
                                      </p:cBhvr>
                                      <p:to>
                                        <p:strVal val="visible"/>
                                      </p:to>
                                    </p:set>
                                    <p:animEffect transition="in" filter="wipe(left)">
                                      <p:cBhvr>
                                        <p:cTn id="40" dur="500"/>
                                        <p:tgtEl>
                                          <p:spTgt spid="109595"/>
                                        </p:tgtEl>
                                      </p:cBhvr>
                                    </p:animEffect>
                                  </p:childTnLst>
                                </p:cTn>
                              </p:par>
                            </p:childTnLst>
                          </p:cTn>
                        </p:par>
                        <p:par>
                          <p:cTn id="41" fill="hold">
                            <p:stCondLst>
                              <p:cond delay="3000"/>
                            </p:stCondLst>
                            <p:childTnLst>
                              <p:par>
                                <p:cTn id="42" presetID="22" presetClass="entr" presetSubtype="8" fill="hold" nodeType="afterEffect">
                                  <p:stCondLst>
                                    <p:cond delay="0"/>
                                  </p:stCondLst>
                                  <p:childTnLst>
                                    <p:set>
                                      <p:cBhvr>
                                        <p:cTn id="43" dur="1" fill="hold">
                                          <p:stCondLst>
                                            <p:cond delay="0"/>
                                          </p:stCondLst>
                                        </p:cTn>
                                        <p:tgtEl>
                                          <p:spTgt spid="109610"/>
                                        </p:tgtEl>
                                        <p:attrNameLst>
                                          <p:attrName>style.visibility</p:attrName>
                                        </p:attrNameLst>
                                      </p:cBhvr>
                                      <p:to>
                                        <p:strVal val="visible"/>
                                      </p:to>
                                    </p:set>
                                    <p:animEffect transition="in" filter="wipe(left)">
                                      <p:cBhvr>
                                        <p:cTn id="44" dur="500"/>
                                        <p:tgtEl>
                                          <p:spTgt spid="109610"/>
                                        </p:tgtEl>
                                      </p:cBhvr>
                                    </p:animEffect>
                                  </p:childTnLst>
                                </p:cTn>
                              </p:par>
                            </p:childTnLst>
                          </p:cTn>
                        </p:par>
                        <p:par>
                          <p:cTn id="45" fill="hold">
                            <p:stCondLst>
                              <p:cond delay="3500"/>
                            </p:stCondLst>
                            <p:childTnLst>
                              <p:par>
                                <p:cTn id="46" presetID="22" presetClass="entr" presetSubtype="8" fill="hold" nodeType="afterEffect">
                                  <p:stCondLst>
                                    <p:cond delay="0"/>
                                  </p:stCondLst>
                                  <p:childTnLst>
                                    <p:set>
                                      <p:cBhvr>
                                        <p:cTn id="47" dur="1" fill="hold">
                                          <p:stCondLst>
                                            <p:cond delay="0"/>
                                          </p:stCondLst>
                                        </p:cTn>
                                        <p:tgtEl>
                                          <p:spTgt spid="109609"/>
                                        </p:tgtEl>
                                        <p:attrNameLst>
                                          <p:attrName>style.visibility</p:attrName>
                                        </p:attrNameLst>
                                      </p:cBhvr>
                                      <p:to>
                                        <p:strVal val="visible"/>
                                      </p:to>
                                    </p:set>
                                    <p:animEffect transition="in" filter="wipe(left)">
                                      <p:cBhvr>
                                        <p:cTn id="48" dur="500"/>
                                        <p:tgtEl>
                                          <p:spTgt spid="109609"/>
                                        </p:tgtEl>
                                      </p:cBhvr>
                                    </p:animEffect>
                                  </p:childTnLst>
                                </p:cTn>
                              </p:par>
                            </p:childTnLst>
                          </p:cTn>
                        </p:par>
                        <p:par>
                          <p:cTn id="49" fill="hold">
                            <p:stCondLst>
                              <p:cond delay="4000"/>
                            </p:stCondLst>
                            <p:childTnLst>
                              <p:par>
                                <p:cTn id="50" presetID="22" presetClass="entr" presetSubtype="8" fill="hold" nodeType="afterEffect">
                                  <p:stCondLst>
                                    <p:cond delay="0"/>
                                  </p:stCondLst>
                                  <p:childTnLst>
                                    <p:set>
                                      <p:cBhvr>
                                        <p:cTn id="51" dur="1" fill="hold">
                                          <p:stCondLst>
                                            <p:cond delay="0"/>
                                          </p:stCondLst>
                                        </p:cTn>
                                        <p:tgtEl>
                                          <p:spTgt spid="109594"/>
                                        </p:tgtEl>
                                        <p:attrNameLst>
                                          <p:attrName>style.visibility</p:attrName>
                                        </p:attrNameLst>
                                      </p:cBhvr>
                                      <p:to>
                                        <p:strVal val="visible"/>
                                      </p:to>
                                    </p:set>
                                    <p:animEffect transition="in" filter="wipe(left)">
                                      <p:cBhvr>
                                        <p:cTn id="52" dur="500"/>
                                        <p:tgtEl>
                                          <p:spTgt spid="109594"/>
                                        </p:tgtEl>
                                      </p:cBhvr>
                                    </p:animEffect>
                                  </p:childTnLst>
                                </p:cTn>
                              </p:par>
                            </p:childTnLst>
                          </p:cTn>
                        </p:par>
                        <p:par>
                          <p:cTn id="53" fill="hold">
                            <p:stCondLst>
                              <p:cond delay="4500"/>
                            </p:stCondLst>
                            <p:childTnLst>
                              <p:par>
                                <p:cTn id="54" presetID="22" presetClass="entr" presetSubtype="8" fill="hold" nodeType="afterEffect">
                                  <p:stCondLst>
                                    <p:cond delay="0"/>
                                  </p:stCondLst>
                                  <p:childTnLst>
                                    <p:set>
                                      <p:cBhvr>
                                        <p:cTn id="55" dur="1" fill="hold">
                                          <p:stCondLst>
                                            <p:cond delay="0"/>
                                          </p:stCondLst>
                                        </p:cTn>
                                        <p:tgtEl>
                                          <p:spTgt spid="109608"/>
                                        </p:tgtEl>
                                        <p:attrNameLst>
                                          <p:attrName>style.visibility</p:attrName>
                                        </p:attrNameLst>
                                      </p:cBhvr>
                                      <p:to>
                                        <p:strVal val="visible"/>
                                      </p:to>
                                    </p:set>
                                    <p:animEffect transition="in" filter="wipe(left)">
                                      <p:cBhvr>
                                        <p:cTn id="56" dur="500"/>
                                        <p:tgtEl>
                                          <p:spTgt spid="109608"/>
                                        </p:tgtEl>
                                      </p:cBhvr>
                                    </p:animEffect>
                                  </p:childTnLst>
                                </p:cTn>
                              </p:par>
                            </p:childTnLst>
                          </p:cTn>
                        </p:par>
                        <p:par>
                          <p:cTn id="57" fill="hold">
                            <p:stCondLst>
                              <p:cond delay="5000"/>
                            </p:stCondLst>
                            <p:childTnLst>
                              <p:par>
                                <p:cTn id="58" presetID="22" presetClass="entr" presetSubtype="8" fill="hold" nodeType="afterEffect">
                                  <p:stCondLst>
                                    <p:cond delay="0"/>
                                  </p:stCondLst>
                                  <p:childTnLst>
                                    <p:set>
                                      <p:cBhvr>
                                        <p:cTn id="59" dur="1" fill="hold">
                                          <p:stCondLst>
                                            <p:cond delay="0"/>
                                          </p:stCondLst>
                                        </p:cTn>
                                        <p:tgtEl>
                                          <p:spTgt spid="109607"/>
                                        </p:tgtEl>
                                        <p:attrNameLst>
                                          <p:attrName>style.visibility</p:attrName>
                                        </p:attrNameLst>
                                      </p:cBhvr>
                                      <p:to>
                                        <p:strVal val="visible"/>
                                      </p:to>
                                    </p:set>
                                    <p:animEffect transition="in" filter="wipe(left)">
                                      <p:cBhvr>
                                        <p:cTn id="60" dur="500"/>
                                        <p:tgtEl>
                                          <p:spTgt spid="109607"/>
                                        </p:tgtEl>
                                      </p:cBhvr>
                                    </p:animEffect>
                                  </p:childTnLst>
                                </p:cTn>
                              </p:par>
                            </p:childTnLst>
                          </p:cTn>
                        </p:par>
                        <p:par>
                          <p:cTn id="61" fill="hold">
                            <p:stCondLst>
                              <p:cond delay="5500"/>
                            </p:stCondLst>
                            <p:childTnLst>
                              <p:par>
                                <p:cTn id="62" presetID="22" presetClass="entr" presetSubtype="8" fill="hold" nodeType="afterEffect">
                                  <p:stCondLst>
                                    <p:cond delay="0"/>
                                  </p:stCondLst>
                                  <p:childTnLst>
                                    <p:set>
                                      <p:cBhvr>
                                        <p:cTn id="63" dur="1" fill="hold">
                                          <p:stCondLst>
                                            <p:cond delay="0"/>
                                          </p:stCondLst>
                                        </p:cTn>
                                        <p:tgtEl>
                                          <p:spTgt spid="109593"/>
                                        </p:tgtEl>
                                        <p:attrNameLst>
                                          <p:attrName>style.visibility</p:attrName>
                                        </p:attrNameLst>
                                      </p:cBhvr>
                                      <p:to>
                                        <p:strVal val="visible"/>
                                      </p:to>
                                    </p:set>
                                    <p:animEffect transition="in" filter="wipe(left)">
                                      <p:cBhvr>
                                        <p:cTn id="64" dur="500"/>
                                        <p:tgtEl>
                                          <p:spTgt spid="109593"/>
                                        </p:tgtEl>
                                      </p:cBhvr>
                                    </p:animEffect>
                                  </p:childTnLst>
                                </p:cTn>
                              </p:par>
                            </p:childTnLst>
                          </p:cTn>
                        </p:par>
                        <p:par>
                          <p:cTn id="65" fill="hold">
                            <p:stCondLst>
                              <p:cond delay="6000"/>
                            </p:stCondLst>
                            <p:childTnLst>
                              <p:par>
                                <p:cTn id="66" presetID="22" presetClass="entr" presetSubtype="8" fill="hold" nodeType="afterEffect">
                                  <p:stCondLst>
                                    <p:cond delay="0"/>
                                  </p:stCondLst>
                                  <p:childTnLst>
                                    <p:set>
                                      <p:cBhvr>
                                        <p:cTn id="67" dur="1" fill="hold">
                                          <p:stCondLst>
                                            <p:cond delay="0"/>
                                          </p:stCondLst>
                                        </p:cTn>
                                        <p:tgtEl>
                                          <p:spTgt spid="109604"/>
                                        </p:tgtEl>
                                        <p:attrNameLst>
                                          <p:attrName>style.visibility</p:attrName>
                                        </p:attrNameLst>
                                      </p:cBhvr>
                                      <p:to>
                                        <p:strVal val="visible"/>
                                      </p:to>
                                    </p:set>
                                    <p:animEffect transition="in" filter="wipe(left)">
                                      <p:cBhvr>
                                        <p:cTn id="68" dur="500"/>
                                        <p:tgtEl>
                                          <p:spTgt spid="109604"/>
                                        </p:tgtEl>
                                      </p:cBhvr>
                                    </p:animEffect>
                                  </p:childTnLst>
                                </p:cTn>
                              </p:par>
                            </p:childTnLst>
                          </p:cTn>
                        </p:par>
                        <p:par>
                          <p:cTn id="69" fill="hold">
                            <p:stCondLst>
                              <p:cond delay="6500"/>
                            </p:stCondLst>
                            <p:childTnLst>
                              <p:par>
                                <p:cTn id="70" presetID="22" presetClass="entr" presetSubtype="8" fill="hold" nodeType="afterEffect">
                                  <p:stCondLst>
                                    <p:cond delay="0"/>
                                  </p:stCondLst>
                                  <p:childTnLst>
                                    <p:set>
                                      <p:cBhvr>
                                        <p:cTn id="71" dur="1" fill="hold">
                                          <p:stCondLst>
                                            <p:cond delay="0"/>
                                          </p:stCondLst>
                                        </p:cTn>
                                        <p:tgtEl>
                                          <p:spTgt spid="109603"/>
                                        </p:tgtEl>
                                        <p:attrNameLst>
                                          <p:attrName>style.visibility</p:attrName>
                                        </p:attrNameLst>
                                      </p:cBhvr>
                                      <p:to>
                                        <p:strVal val="visible"/>
                                      </p:to>
                                    </p:set>
                                    <p:animEffect transition="in" filter="wipe(left)">
                                      <p:cBhvr>
                                        <p:cTn id="72" dur="500"/>
                                        <p:tgtEl>
                                          <p:spTgt spid="109603"/>
                                        </p:tgtEl>
                                      </p:cBhvr>
                                    </p:animEffect>
                                  </p:childTnLst>
                                </p:cTn>
                              </p:par>
                            </p:childTnLst>
                          </p:cTn>
                        </p:par>
                        <p:par>
                          <p:cTn id="73" fill="hold">
                            <p:stCondLst>
                              <p:cond delay="7000"/>
                            </p:stCondLst>
                            <p:childTnLst>
                              <p:par>
                                <p:cTn id="74" presetID="22" presetClass="entr" presetSubtype="8" fill="hold" nodeType="afterEffect">
                                  <p:stCondLst>
                                    <p:cond delay="0"/>
                                  </p:stCondLst>
                                  <p:childTnLst>
                                    <p:set>
                                      <p:cBhvr>
                                        <p:cTn id="75" dur="1" fill="hold">
                                          <p:stCondLst>
                                            <p:cond delay="0"/>
                                          </p:stCondLst>
                                        </p:cTn>
                                        <p:tgtEl>
                                          <p:spTgt spid="109592"/>
                                        </p:tgtEl>
                                        <p:attrNameLst>
                                          <p:attrName>style.visibility</p:attrName>
                                        </p:attrNameLst>
                                      </p:cBhvr>
                                      <p:to>
                                        <p:strVal val="visible"/>
                                      </p:to>
                                    </p:set>
                                    <p:animEffect transition="in" filter="wipe(left)">
                                      <p:cBhvr>
                                        <p:cTn id="76" dur="500"/>
                                        <p:tgtEl>
                                          <p:spTgt spid="109592"/>
                                        </p:tgtEl>
                                      </p:cBhvr>
                                    </p:animEffect>
                                  </p:childTnLst>
                                </p:cTn>
                              </p:par>
                            </p:childTnLst>
                          </p:cTn>
                        </p:par>
                        <p:par>
                          <p:cTn id="77" fill="hold">
                            <p:stCondLst>
                              <p:cond delay="7500"/>
                            </p:stCondLst>
                            <p:childTnLst>
                              <p:par>
                                <p:cTn id="78" presetID="22" presetClass="entr" presetSubtype="8" fill="hold" nodeType="afterEffect">
                                  <p:stCondLst>
                                    <p:cond delay="0"/>
                                  </p:stCondLst>
                                  <p:childTnLst>
                                    <p:set>
                                      <p:cBhvr>
                                        <p:cTn id="79" dur="1" fill="hold">
                                          <p:stCondLst>
                                            <p:cond delay="0"/>
                                          </p:stCondLst>
                                        </p:cTn>
                                        <p:tgtEl>
                                          <p:spTgt spid="109598"/>
                                        </p:tgtEl>
                                        <p:attrNameLst>
                                          <p:attrName>style.visibility</p:attrName>
                                        </p:attrNameLst>
                                      </p:cBhvr>
                                      <p:to>
                                        <p:strVal val="visible"/>
                                      </p:to>
                                    </p:set>
                                    <p:animEffect transition="in" filter="wipe(left)">
                                      <p:cBhvr>
                                        <p:cTn id="80" dur="500"/>
                                        <p:tgtEl>
                                          <p:spTgt spid="109598"/>
                                        </p:tgtEl>
                                      </p:cBhvr>
                                    </p:animEffect>
                                  </p:childTnLst>
                                </p:cTn>
                              </p:par>
                            </p:childTnLst>
                          </p:cTn>
                        </p:par>
                        <p:par>
                          <p:cTn id="81" fill="hold">
                            <p:stCondLst>
                              <p:cond delay="8000"/>
                            </p:stCondLst>
                            <p:childTnLst>
                              <p:par>
                                <p:cTn id="82" presetID="22" presetClass="entr" presetSubtype="8" fill="hold" nodeType="afterEffect">
                                  <p:stCondLst>
                                    <p:cond delay="0"/>
                                  </p:stCondLst>
                                  <p:childTnLst>
                                    <p:set>
                                      <p:cBhvr>
                                        <p:cTn id="83" dur="1" fill="hold">
                                          <p:stCondLst>
                                            <p:cond delay="0"/>
                                          </p:stCondLst>
                                        </p:cTn>
                                        <p:tgtEl>
                                          <p:spTgt spid="109597"/>
                                        </p:tgtEl>
                                        <p:attrNameLst>
                                          <p:attrName>style.visibility</p:attrName>
                                        </p:attrNameLst>
                                      </p:cBhvr>
                                      <p:to>
                                        <p:strVal val="visible"/>
                                      </p:to>
                                    </p:set>
                                    <p:animEffect transition="in" filter="wipe(left)">
                                      <p:cBhvr>
                                        <p:cTn id="84" dur="500"/>
                                        <p:tgtEl>
                                          <p:spTgt spid="109597"/>
                                        </p:tgtEl>
                                      </p:cBhvr>
                                    </p:animEffect>
                                  </p:childTnLst>
                                </p:cTn>
                              </p:par>
                            </p:childTnLst>
                          </p:cTn>
                        </p:par>
                        <p:par>
                          <p:cTn id="85" fill="hold">
                            <p:stCondLst>
                              <p:cond delay="8500"/>
                            </p:stCondLst>
                            <p:childTnLst>
                              <p:par>
                                <p:cTn id="86" presetID="22" presetClass="entr" presetSubtype="8" fill="hold" nodeType="afterEffect">
                                  <p:stCondLst>
                                    <p:cond delay="0"/>
                                  </p:stCondLst>
                                  <p:childTnLst>
                                    <p:set>
                                      <p:cBhvr>
                                        <p:cTn id="87" dur="1" fill="hold">
                                          <p:stCondLst>
                                            <p:cond delay="0"/>
                                          </p:stCondLst>
                                        </p:cTn>
                                        <p:tgtEl>
                                          <p:spTgt spid="109591"/>
                                        </p:tgtEl>
                                        <p:attrNameLst>
                                          <p:attrName>style.visibility</p:attrName>
                                        </p:attrNameLst>
                                      </p:cBhvr>
                                      <p:to>
                                        <p:strVal val="visible"/>
                                      </p:to>
                                    </p:set>
                                    <p:animEffect transition="in" filter="wipe(left)">
                                      <p:cBhvr>
                                        <p:cTn id="88" dur="500"/>
                                        <p:tgtEl>
                                          <p:spTgt spid="109591"/>
                                        </p:tgtEl>
                                      </p:cBhvr>
                                    </p:animEffect>
                                  </p:childTnLst>
                                </p:cTn>
                              </p:par>
                            </p:childTnLst>
                          </p:cTn>
                        </p:par>
                        <p:par>
                          <p:cTn id="89" fill="hold">
                            <p:stCondLst>
                              <p:cond delay="9000"/>
                            </p:stCondLst>
                            <p:childTnLst>
                              <p:par>
                                <p:cTn id="90" presetID="22" presetClass="entr" presetSubtype="8" fill="hold" nodeType="afterEffect">
                                  <p:stCondLst>
                                    <p:cond delay="0"/>
                                  </p:stCondLst>
                                  <p:childTnLst>
                                    <p:set>
                                      <p:cBhvr>
                                        <p:cTn id="91" dur="1" fill="hold">
                                          <p:stCondLst>
                                            <p:cond delay="0"/>
                                          </p:stCondLst>
                                        </p:cTn>
                                        <p:tgtEl>
                                          <p:spTgt spid="109600"/>
                                        </p:tgtEl>
                                        <p:attrNameLst>
                                          <p:attrName>style.visibility</p:attrName>
                                        </p:attrNameLst>
                                      </p:cBhvr>
                                      <p:to>
                                        <p:strVal val="visible"/>
                                      </p:to>
                                    </p:set>
                                    <p:animEffect transition="in" filter="wipe(left)">
                                      <p:cBhvr>
                                        <p:cTn id="92" dur="500"/>
                                        <p:tgtEl>
                                          <p:spTgt spid="109600"/>
                                        </p:tgtEl>
                                      </p:cBhvr>
                                    </p:animEffect>
                                  </p:childTnLst>
                                </p:cTn>
                              </p:par>
                            </p:childTnLst>
                          </p:cTn>
                        </p:par>
                        <p:par>
                          <p:cTn id="93" fill="hold">
                            <p:stCondLst>
                              <p:cond delay="9500"/>
                            </p:stCondLst>
                            <p:childTnLst>
                              <p:par>
                                <p:cTn id="94" presetID="22" presetClass="entr" presetSubtype="8" fill="hold" nodeType="afterEffect">
                                  <p:stCondLst>
                                    <p:cond delay="0"/>
                                  </p:stCondLst>
                                  <p:childTnLst>
                                    <p:set>
                                      <p:cBhvr>
                                        <p:cTn id="95" dur="1" fill="hold">
                                          <p:stCondLst>
                                            <p:cond delay="0"/>
                                          </p:stCondLst>
                                        </p:cTn>
                                        <p:tgtEl>
                                          <p:spTgt spid="109599"/>
                                        </p:tgtEl>
                                        <p:attrNameLst>
                                          <p:attrName>style.visibility</p:attrName>
                                        </p:attrNameLst>
                                      </p:cBhvr>
                                      <p:to>
                                        <p:strVal val="visible"/>
                                      </p:to>
                                    </p:set>
                                    <p:animEffect transition="in" filter="wipe(left)">
                                      <p:cBhvr>
                                        <p:cTn id="96" dur="500"/>
                                        <p:tgtEl>
                                          <p:spTgt spid="109599"/>
                                        </p:tgtEl>
                                      </p:cBhvr>
                                    </p:animEffect>
                                  </p:childTnLst>
                                </p:cTn>
                              </p:par>
                            </p:childTnLst>
                          </p:cTn>
                        </p:par>
                        <p:par>
                          <p:cTn id="97" fill="hold">
                            <p:stCondLst>
                              <p:cond delay="10000"/>
                            </p:stCondLst>
                            <p:childTnLst>
                              <p:par>
                                <p:cTn id="98" presetID="22" presetClass="entr" presetSubtype="8" fill="hold" nodeType="afterEffect">
                                  <p:stCondLst>
                                    <p:cond delay="0"/>
                                  </p:stCondLst>
                                  <p:childTnLst>
                                    <p:set>
                                      <p:cBhvr>
                                        <p:cTn id="99" dur="1" fill="hold">
                                          <p:stCondLst>
                                            <p:cond delay="0"/>
                                          </p:stCondLst>
                                        </p:cTn>
                                        <p:tgtEl>
                                          <p:spTgt spid="109590"/>
                                        </p:tgtEl>
                                        <p:attrNameLst>
                                          <p:attrName>style.visibility</p:attrName>
                                        </p:attrNameLst>
                                      </p:cBhvr>
                                      <p:to>
                                        <p:strVal val="visible"/>
                                      </p:to>
                                    </p:set>
                                    <p:animEffect transition="in" filter="wipe(left)">
                                      <p:cBhvr>
                                        <p:cTn id="100" dur="500"/>
                                        <p:tgtEl>
                                          <p:spTgt spid="109590"/>
                                        </p:tgtEl>
                                      </p:cBhvr>
                                    </p:animEffect>
                                  </p:childTnLst>
                                </p:cTn>
                              </p:par>
                            </p:childTnLst>
                          </p:cTn>
                        </p:par>
                        <p:par>
                          <p:cTn id="101" fill="hold">
                            <p:stCondLst>
                              <p:cond delay="10500"/>
                            </p:stCondLst>
                            <p:childTnLst>
                              <p:par>
                                <p:cTn id="102" presetID="22" presetClass="entr" presetSubtype="8" fill="hold" nodeType="afterEffect">
                                  <p:stCondLst>
                                    <p:cond delay="0"/>
                                  </p:stCondLst>
                                  <p:childTnLst>
                                    <p:set>
                                      <p:cBhvr>
                                        <p:cTn id="103" dur="1" fill="hold">
                                          <p:stCondLst>
                                            <p:cond delay="0"/>
                                          </p:stCondLst>
                                        </p:cTn>
                                        <p:tgtEl>
                                          <p:spTgt spid="109602"/>
                                        </p:tgtEl>
                                        <p:attrNameLst>
                                          <p:attrName>style.visibility</p:attrName>
                                        </p:attrNameLst>
                                      </p:cBhvr>
                                      <p:to>
                                        <p:strVal val="visible"/>
                                      </p:to>
                                    </p:set>
                                    <p:animEffect transition="in" filter="wipe(left)">
                                      <p:cBhvr>
                                        <p:cTn id="104" dur="500"/>
                                        <p:tgtEl>
                                          <p:spTgt spid="109602"/>
                                        </p:tgtEl>
                                      </p:cBhvr>
                                    </p:animEffect>
                                  </p:childTnLst>
                                </p:cTn>
                              </p:par>
                            </p:childTnLst>
                          </p:cTn>
                        </p:par>
                        <p:par>
                          <p:cTn id="105" fill="hold">
                            <p:stCondLst>
                              <p:cond delay="11000"/>
                            </p:stCondLst>
                            <p:childTnLst>
                              <p:par>
                                <p:cTn id="106" presetID="22" presetClass="entr" presetSubtype="8" fill="hold" nodeType="afterEffect">
                                  <p:stCondLst>
                                    <p:cond delay="0"/>
                                  </p:stCondLst>
                                  <p:childTnLst>
                                    <p:set>
                                      <p:cBhvr>
                                        <p:cTn id="107" dur="1" fill="hold">
                                          <p:stCondLst>
                                            <p:cond delay="0"/>
                                          </p:stCondLst>
                                        </p:cTn>
                                        <p:tgtEl>
                                          <p:spTgt spid="109601"/>
                                        </p:tgtEl>
                                        <p:attrNameLst>
                                          <p:attrName>style.visibility</p:attrName>
                                        </p:attrNameLst>
                                      </p:cBhvr>
                                      <p:to>
                                        <p:strVal val="visible"/>
                                      </p:to>
                                    </p:set>
                                    <p:animEffect transition="in" filter="wipe(left)">
                                      <p:cBhvr>
                                        <p:cTn id="108" dur="500"/>
                                        <p:tgtEl>
                                          <p:spTgt spid="109601"/>
                                        </p:tgtEl>
                                      </p:cBhvr>
                                    </p:animEffect>
                                  </p:childTnLst>
                                </p:cTn>
                              </p:par>
                            </p:childTnLst>
                          </p:cTn>
                        </p:par>
                        <p:par>
                          <p:cTn id="109" fill="hold">
                            <p:stCondLst>
                              <p:cond delay="11500"/>
                            </p:stCondLst>
                            <p:childTnLst>
                              <p:par>
                                <p:cTn id="110" presetID="22" presetClass="entr" presetSubtype="8" fill="hold" nodeType="afterEffect">
                                  <p:stCondLst>
                                    <p:cond delay="0"/>
                                  </p:stCondLst>
                                  <p:childTnLst>
                                    <p:set>
                                      <p:cBhvr>
                                        <p:cTn id="111" dur="1" fill="hold">
                                          <p:stCondLst>
                                            <p:cond delay="0"/>
                                          </p:stCondLst>
                                        </p:cTn>
                                        <p:tgtEl>
                                          <p:spTgt spid="109589"/>
                                        </p:tgtEl>
                                        <p:attrNameLst>
                                          <p:attrName>style.visibility</p:attrName>
                                        </p:attrNameLst>
                                      </p:cBhvr>
                                      <p:to>
                                        <p:strVal val="visible"/>
                                      </p:to>
                                    </p:set>
                                    <p:animEffect transition="in" filter="wipe(left)">
                                      <p:cBhvr>
                                        <p:cTn id="112" dur="500"/>
                                        <p:tgtEl>
                                          <p:spTgt spid="109589"/>
                                        </p:tgtEl>
                                      </p:cBhvr>
                                    </p:animEffect>
                                  </p:childTnLst>
                                </p:cTn>
                              </p:par>
                            </p:childTnLst>
                          </p:cTn>
                        </p:par>
                        <p:par>
                          <p:cTn id="113" fill="hold">
                            <p:stCondLst>
                              <p:cond delay="12000"/>
                            </p:stCondLst>
                            <p:childTnLst>
                              <p:par>
                                <p:cTn id="114" presetID="22" presetClass="entr" presetSubtype="8" fill="hold" nodeType="afterEffect">
                                  <p:stCondLst>
                                    <p:cond delay="0"/>
                                  </p:stCondLst>
                                  <p:childTnLst>
                                    <p:set>
                                      <p:cBhvr>
                                        <p:cTn id="115" dur="1" fill="hold">
                                          <p:stCondLst>
                                            <p:cond delay="0"/>
                                          </p:stCondLst>
                                        </p:cTn>
                                        <p:tgtEl>
                                          <p:spTgt spid="109572"/>
                                        </p:tgtEl>
                                        <p:attrNameLst>
                                          <p:attrName>style.visibility</p:attrName>
                                        </p:attrNameLst>
                                      </p:cBhvr>
                                      <p:to>
                                        <p:strVal val="visible"/>
                                      </p:to>
                                    </p:set>
                                    <p:animEffect transition="in" filter="wipe(left)">
                                      <p:cBhvr>
                                        <p:cTn id="116" dur="500"/>
                                        <p:tgtEl>
                                          <p:spTgt spid="109572"/>
                                        </p:tgtEl>
                                      </p:cBhvr>
                                    </p:animEffect>
                                  </p:childTnLst>
                                </p:cTn>
                              </p:par>
                            </p:childTnLst>
                          </p:cTn>
                        </p:par>
                        <p:par>
                          <p:cTn id="117" fill="hold">
                            <p:stCondLst>
                              <p:cond delay="12500"/>
                            </p:stCondLst>
                            <p:childTnLst>
                              <p:par>
                                <p:cTn id="118" presetID="22" presetClass="entr" presetSubtype="8" fill="hold" nodeType="afterEffect">
                                  <p:stCondLst>
                                    <p:cond delay="0"/>
                                  </p:stCondLst>
                                  <p:childTnLst>
                                    <p:set>
                                      <p:cBhvr>
                                        <p:cTn id="119" dur="1" fill="hold">
                                          <p:stCondLst>
                                            <p:cond delay="0"/>
                                          </p:stCondLst>
                                        </p:cTn>
                                        <p:tgtEl>
                                          <p:spTgt spid="109571"/>
                                        </p:tgtEl>
                                        <p:attrNameLst>
                                          <p:attrName>style.visibility</p:attrName>
                                        </p:attrNameLst>
                                      </p:cBhvr>
                                      <p:to>
                                        <p:strVal val="visible"/>
                                      </p:to>
                                    </p:set>
                                    <p:animEffect transition="in" filter="wipe(left)">
                                      <p:cBhvr>
                                        <p:cTn id="120" dur="500"/>
                                        <p:tgtEl>
                                          <p:spTgt spid="109571"/>
                                        </p:tgtEl>
                                      </p:cBhvr>
                                    </p:animEffect>
                                  </p:childTnLst>
                                </p:cTn>
                              </p:par>
                            </p:childTnLst>
                          </p:cTn>
                        </p:par>
                        <p:par>
                          <p:cTn id="121" fill="hold">
                            <p:stCondLst>
                              <p:cond delay="13000"/>
                            </p:stCondLst>
                            <p:childTnLst>
                              <p:par>
                                <p:cTn id="122" presetID="22" presetClass="entr" presetSubtype="8" fill="hold" nodeType="afterEffect">
                                  <p:stCondLst>
                                    <p:cond delay="0"/>
                                  </p:stCondLst>
                                  <p:childTnLst>
                                    <p:set>
                                      <p:cBhvr>
                                        <p:cTn id="123" dur="1" fill="hold">
                                          <p:stCondLst>
                                            <p:cond delay="0"/>
                                          </p:stCondLst>
                                        </p:cTn>
                                        <p:tgtEl>
                                          <p:spTgt spid="109570"/>
                                        </p:tgtEl>
                                        <p:attrNameLst>
                                          <p:attrName>style.visibility</p:attrName>
                                        </p:attrNameLst>
                                      </p:cBhvr>
                                      <p:to>
                                        <p:strVal val="visible"/>
                                      </p:to>
                                    </p:set>
                                    <p:animEffect transition="in" filter="wipe(left)">
                                      <p:cBhvr>
                                        <p:cTn id="124" dur="500"/>
                                        <p:tgtEl>
                                          <p:spTgt spid="109570"/>
                                        </p:tgtEl>
                                      </p:cBhvr>
                                    </p:animEffect>
                                  </p:childTnLst>
                                </p:cTn>
                              </p:par>
                            </p:childTnLst>
                          </p:cTn>
                        </p:par>
                        <p:par>
                          <p:cTn id="125" fill="hold">
                            <p:stCondLst>
                              <p:cond delay="13500"/>
                            </p:stCondLst>
                            <p:childTnLst>
                              <p:par>
                                <p:cTn id="126" presetID="22" presetClass="entr" presetSubtype="8" fill="hold" nodeType="afterEffect">
                                  <p:stCondLst>
                                    <p:cond delay="0"/>
                                  </p:stCondLst>
                                  <p:childTnLst>
                                    <p:set>
                                      <p:cBhvr>
                                        <p:cTn id="127" dur="1" fill="hold">
                                          <p:stCondLst>
                                            <p:cond delay="0"/>
                                          </p:stCondLst>
                                        </p:cTn>
                                        <p:tgtEl>
                                          <p:spTgt spid="109575"/>
                                        </p:tgtEl>
                                        <p:attrNameLst>
                                          <p:attrName>style.visibility</p:attrName>
                                        </p:attrNameLst>
                                      </p:cBhvr>
                                      <p:to>
                                        <p:strVal val="visible"/>
                                      </p:to>
                                    </p:set>
                                    <p:animEffect transition="in" filter="wipe(left)">
                                      <p:cBhvr>
                                        <p:cTn id="128" dur="500"/>
                                        <p:tgtEl>
                                          <p:spTgt spid="109575"/>
                                        </p:tgtEl>
                                      </p:cBhvr>
                                    </p:animEffect>
                                  </p:childTnLst>
                                </p:cTn>
                              </p:par>
                            </p:childTnLst>
                          </p:cTn>
                        </p:par>
                        <p:par>
                          <p:cTn id="129" fill="hold">
                            <p:stCondLst>
                              <p:cond delay="14000"/>
                            </p:stCondLst>
                            <p:childTnLst>
                              <p:par>
                                <p:cTn id="130" presetID="22" presetClass="entr" presetSubtype="8" fill="hold" nodeType="afterEffect">
                                  <p:stCondLst>
                                    <p:cond delay="0"/>
                                  </p:stCondLst>
                                  <p:childTnLst>
                                    <p:set>
                                      <p:cBhvr>
                                        <p:cTn id="131" dur="1" fill="hold">
                                          <p:stCondLst>
                                            <p:cond delay="0"/>
                                          </p:stCondLst>
                                        </p:cTn>
                                        <p:tgtEl>
                                          <p:spTgt spid="109574"/>
                                        </p:tgtEl>
                                        <p:attrNameLst>
                                          <p:attrName>style.visibility</p:attrName>
                                        </p:attrNameLst>
                                      </p:cBhvr>
                                      <p:to>
                                        <p:strVal val="visible"/>
                                      </p:to>
                                    </p:set>
                                    <p:animEffect transition="in" filter="wipe(left)">
                                      <p:cBhvr>
                                        <p:cTn id="132" dur="500"/>
                                        <p:tgtEl>
                                          <p:spTgt spid="109574"/>
                                        </p:tgtEl>
                                      </p:cBhvr>
                                    </p:animEffect>
                                  </p:childTnLst>
                                </p:cTn>
                              </p:par>
                            </p:childTnLst>
                          </p:cTn>
                        </p:par>
                        <p:par>
                          <p:cTn id="133" fill="hold">
                            <p:stCondLst>
                              <p:cond delay="14500"/>
                            </p:stCondLst>
                            <p:childTnLst>
                              <p:par>
                                <p:cTn id="134" presetID="22" presetClass="entr" presetSubtype="8" fill="hold" nodeType="afterEffect">
                                  <p:stCondLst>
                                    <p:cond delay="0"/>
                                  </p:stCondLst>
                                  <p:childTnLst>
                                    <p:set>
                                      <p:cBhvr>
                                        <p:cTn id="135" dur="1" fill="hold">
                                          <p:stCondLst>
                                            <p:cond delay="0"/>
                                          </p:stCondLst>
                                        </p:cTn>
                                        <p:tgtEl>
                                          <p:spTgt spid="109573"/>
                                        </p:tgtEl>
                                        <p:attrNameLst>
                                          <p:attrName>style.visibility</p:attrName>
                                        </p:attrNameLst>
                                      </p:cBhvr>
                                      <p:to>
                                        <p:strVal val="visible"/>
                                      </p:to>
                                    </p:set>
                                    <p:animEffect transition="in" filter="wipe(left)">
                                      <p:cBhvr>
                                        <p:cTn id="136" dur="500"/>
                                        <p:tgtEl>
                                          <p:spTgt spid="109573"/>
                                        </p:tgtEl>
                                      </p:cBhvr>
                                    </p:animEffect>
                                  </p:childTnLst>
                                </p:cTn>
                              </p:par>
                            </p:childTnLst>
                          </p:cTn>
                        </p:par>
                        <p:par>
                          <p:cTn id="137" fill="hold">
                            <p:stCondLst>
                              <p:cond delay="15000"/>
                            </p:stCondLst>
                            <p:childTnLst>
                              <p:par>
                                <p:cTn id="138" presetID="22" presetClass="entr" presetSubtype="8" fill="hold" nodeType="afterEffect">
                                  <p:stCondLst>
                                    <p:cond delay="0"/>
                                  </p:stCondLst>
                                  <p:childTnLst>
                                    <p:set>
                                      <p:cBhvr>
                                        <p:cTn id="139" dur="1" fill="hold">
                                          <p:stCondLst>
                                            <p:cond delay="0"/>
                                          </p:stCondLst>
                                        </p:cTn>
                                        <p:tgtEl>
                                          <p:spTgt spid="109578"/>
                                        </p:tgtEl>
                                        <p:attrNameLst>
                                          <p:attrName>style.visibility</p:attrName>
                                        </p:attrNameLst>
                                      </p:cBhvr>
                                      <p:to>
                                        <p:strVal val="visible"/>
                                      </p:to>
                                    </p:set>
                                    <p:animEffect transition="in" filter="wipe(left)">
                                      <p:cBhvr>
                                        <p:cTn id="140" dur="500"/>
                                        <p:tgtEl>
                                          <p:spTgt spid="109578"/>
                                        </p:tgtEl>
                                      </p:cBhvr>
                                    </p:animEffect>
                                  </p:childTnLst>
                                </p:cTn>
                              </p:par>
                            </p:childTnLst>
                          </p:cTn>
                        </p:par>
                        <p:par>
                          <p:cTn id="141" fill="hold">
                            <p:stCondLst>
                              <p:cond delay="15500"/>
                            </p:stCondLst>
                            <p:childTnLst>
                              <p:par>
                                <p:cTn id="142" presetID="22" presetClass="entr" presetSubtype="8" fill="hold" nodeType="afterEffect">
                                  <p:stCondLst>
                                    <p:cond delay="0"/>
                                  </p:stCondLst>
                                  <p:childTnLst>
                                    <p:set>
                                      <p:cBhvr>
                                        <p:cTn id="143" dur="1" fill="hold">
                                          <p:stCondLst>
                                            <p:cond delay="0"/>
                                          </p:stCondLst>
                                        </p:cTn>
                                        <p:tgtEl>
                                          <p:spTgt spid="109577"/>
                                        </p:tgtEl>
                                        <p:attrNameLst>
                                          <p:attrName>style.visibility</p:attrName>
                                        </p:attrNameLst>
                                      </p:cBhvr>
                                      <p:to>
                                        <p:strVal val="visible"/>
                                      </p:to>
                                    </p:set>
                                    <p:animEffect transition="in" filter="wipe(left)">
                                      <p:cBhvr>
                                        <p:cTn id="144" dur="500"/>
                                        <p:tgtEl>
                                          <p:spTgt spid="109577"/>
                                        </p:tgtEl>
                                      </p:cBhvr>
                                    </p:animEffect>
                                  </p:childTnLst>
                                </p:cTn>
                              </p:par>
                            </p:childTnLst>
                          </p:cTn>
                        </p:par>
                        <p:par>
                          <p:cTn id="145" fill="hold">
                            <p:stCondLst>
                              <p:cond delay="16000"/>
                            </p:stCondLst>
                            <p:childTnLst>
                              <p:par>
                                <p:cTn id="146" presetID="22" presetClass="entr" presetSubtype="8" fill="hold" nodeType="afterEffect">
                                  <p:stCondLst>
                                    <p:cond delay="0"/>
                                  </p:stCondLst>
                                  <p:childTnLst>
                                    <p:set>
                                      <p:cBhvr>
                                        <p:cTn id="147" dur="1" fill="hold">
                                          <p:stCondLst>
                                            <p:cond delay="0"/>
                                          </p:stCondLst>
                                        </p:cTn>
                                        <p:tgtEl>
                                          <p:spTgt spid="109576"/>
                                        </p:tgtEl>
                                        <p:attrNameLst>
                                          <p:attrName>style.visibility</p:attrName>
                                        </p:attrNameLst>
                                      </p:cBhvr>
                                      <p:to>
                                        <p:strVal val="visible"/>
                                      </p:to>
                                    </p:set>
                                    <p:animEffect transition="in" filter="wipe(left)">
                                      <p:cBhvr>
                                        <p:cTn id="148" dur="500"/>
                                        <p:tgtEl>
                                          <p:spTgt spid="109576"/>
                                        </p:tgtEl>
                                      </p:cBhvr>
                                    </p:animEffect>
                                  </p:childTnLst>
                                </p:cTn>
                              </p:par>
                            </p:childTnLst>
                          </p:cTn>
                        </p:par>
                        <p:par>
                          <p:cTn id="149" fill="hold">
                            <p:stCondLst>
                              <p:cond delay="16500"/>
                            </p:stCondLst>
                            <p:childTnLst>
                              <p:par>
                                <p:cTn id="150" presetID="22" presetClass="entr" presetSubtype="8" fill="hold" nodeType="afterEffect">
                                  <p:stCondLst>
                                    <p:cond delay="0"/>
                                  </p:stCondLst>
                                  <p:childTnLst>
                                    <p:set>
                                      <p:cBhvr>
                                        <p:cTn id="151" dur="1" fill="hold">
                                          <p:stCondLst>
                                            <p:cond delay="0"/>
                                          </p:stCondLst>
                                        </p:cTn>
                                        <p:tgtEl>
                                          <p:spTgt spid="109581"/>
                                        </p:tgtEl>
                                        <p:attrNameLst>
                                          <p:attrName>style.visibility</p:attrName>
                                        </p:attrNameLst>
                                      </p:cBhvr>
                                      <p:to>
                                        <p:strVal val="visible"/>
                                      </p:to>
                                    </p:set>
                                    <p:animEffect transition="in" filter="wipe(left)">
                                      <p:cBhvr>
                                        <p:cTn id="152" dur="500"/>
                                        <p:tgtEl>
                                          <p:spTgt spid="109581"/>
                                        </p:tgtEl>
                                      </p:cBhvr>
                                    </p:animEffect>
                                  </p:childTnLst>
                                </p:cTn>
                              </p:par>
                            </p:childTnLst>
                          </p:cTn>
                        </p:par>
                        <p:par>
                          <p:cTn id="153" fill="hold">
                            <p:stCondLst>
                              <p:cond delay="17000"/>
                            </p:stCondLst>
                            <p:childTnLst>
                              <p:par>
                                <p:cTn id="154" presetID="22" presetClass="entr" presetSubtype="8" fill="hold" nodeType="afterEffect">
                                  <p:stCondLst>
                                    <p:cond delay="0"/>
                                  </p:stCondLst>
                                  <p:childTnLst>
                                    <p:set>
                                      <p:cBhvr>
                                        <p:cTn id="155" dur="1" fill="hold">
                                          <p:stCondLst>
                                            <p:cond delay="0"/>
                                          </p:stCondLst>
                                        </p:cTn>
                                        <p:tgtEl>
                                          <p:spTgt spid="109580"/>
                                        </p:tgtEl>
                                        <p:attrNameLst>
                                          <p:attrName>style.visibility</p:attrName>
                                        </p:attrNameLst>
                                      </p:cBhvr>
                                      <p:to>
                                        <p:strVal val="visible"/>
                                      </p:to>
                                    </p:set>
                                    <p:animEffect transition="in" filter="wipe(left)">
                                      <p:cBhvr>
                                        <p:cTn id="156" dur="500"/>
                                        <p:tgtEl>
                                          <p:spTgt spid="109580"/>
                                        </p:tgtEl>
                                      </p:cBhvr>
                                    </p:animEffect>
                                  </p:childTnLst>
                                </p:cTn>
                              </p:par>
                            </p:childTnLst>
                          </p:cTn>
                        </p:par>
                        <p:par>
                          <p:cTn id="157" fill="hold">
                            <p:stCondLst>
                              <p:cond delay="17500"/>
                            </p:stCondLst>
                            <p:childTnLst>
                              <p:par>
                                <p:cTn id="158" presetID="22" presetClass="entr" presetSubtype="8" fill="hold" nodeType="afterEffect">
                                  <p:stCondLst>
                                    <p:cond delay="0"/>
                                  </p:stCondLst>
                                  <p:childTnLst>
                                    <p:set>
                                      <p:cBhvr>
                                        <p:cTn id="159" dur="1" fill="hold">
                                          <p:stCondLst>
                                            <p:cond delay="0"/>
                                          </p:stCondLst>
                                        </p:cTn>
                                        <p:tgtEl>
                                          <p:spTgt spid="109579"/>
                                        </p:tgtEl>
                                        <p:attrNameLst>
                                          <p:attrName>style.visibility</p:attrName>
                                        </p:attrNameLst>
                                      </p:cBhvr>
                                      <p:to>
                                        <p:strVal val="visible"/>
                                      </p:to>
                                    </p:set>
                                    <p:animEffect transition="in" filter="wipe(left)">
                                      <p:cBhvr>
                                        <p:cTn id="160" dur="500"/>
                                        <p:tgtEl>
                                          <p:spTgt spid="109579"/>
                                        </p:tgtEl>
                                      </p:cBhvr>
                                    </p:animEffect>
                                  </p:childTnLst>
                                </p:cTn>
                              </p:par>
                            </p:childTnLst>
                          </p:cTn>
                        </p:par>
                        <p:par>
                          <p:cTn id="161" fill="hold">
                            <p:stCondLst>
                              <p:cond delay="18000"/>
                            </p:stCondLst>
                            <p:childTnLst>
                              <p:par>
                                <p:cTn id="162" presetID="22" presetClass="entr" presetSubtype="8" fill="hold" nodeType="afterEffect">
                                  <p:stCondLst>
                                    <p:cond delay="0"/>
                                  </p:stCondLst>
                                  <p:childTnLst>
                                    <p:set>
                                      <p:cBhvr>
                                        <p:cTn id="163" dur="1" fill="hold">
                                          <p:stCondLst>
                                            <p:cond delay="0"/>
                                          </p:stCondLst>
                                        </p:cTn>
                                        <p:tgtEl>
                                          <p:spTgt spid="109584"/>
                                        </p:tgtEl>
                                        <p:attrNameLst>
                                          <p:attrName>style.visibility</p:attrName>
                                        </p:attrNameLst>
                                      </p:cBhvr>
                                      <p:to>
                                        <p:strVal val="visible"/>
                                      </p:to>
                                    </p:set>
                                    <p:animEffect transition="in" filter="wipe(left)">
                                      <p:cBhvr>
                                        <p:cTn id="164" dur="500"/>
                                        <p:tgtEl>
                                          <p:spTgt spid="109584"/>
                                        </p:tgtEl>
                                      </p:cBhvr>
                                    </p:animEffect>
                                  </p:childTnLst>
                                </p:cTn>
                              </p:par>
                            </p:childTnLst>
                          </p:cTn>
                        </p:par>
                        <p:par>
                          <p:cTn id="165" fill="hold">
                            <p:stCondLst>
                              <p:cond delay="18500"/>
                            </p:stCondLst>
                            <p:childTnLst>
                              <p:par>
                                <p:cTn id="166" presetID="22" presetClass="entr" presetSubtype="8" fill="hold" nodeType="afterEffect">
                                  <p:stCondLst>
                                    <p:cond delay="0"/>
                                  </p:stCondLst>
                                  <p:childTnLst>
                                    <p:set>
                                      <p:cBhvr>
                                        <p:cTn id="167" dur="1" fill="hold">
                                          <p:stCondLst>
                                            <p:cond delay="0"/>
                                          </p:stCondLst>
                                        </p:cTn>
                                        <p:tgtEl>
                                          <p:spTgt spid="109583"/>
                                        </p:tgtEl>
                                        <p:attrNameLst>
                                          <p:attrName>style.visibility</p:attrName>
                                        </p:attrNameLst>
                                      </p:cBhvr>
                                      <p:to>
                                        <p:strVal val="visible"/>
                                      </p:to>
                                    </p:set>
                                    <p:animEffect transition="in" filter="wipe(left)">
                                      <p:cBhvr>
                                        <p:cTn id="168" dur="500"/>
                                        <p:tgtEl>
                                          <p:spTgt spid="109583"/>
                                        </p:tgtEl>
                                      </p:cBhvr>
                                    </p:animEffect>
                                  </p:childTnLst>
                                </p:cTn>
                              </p:par>
                            </p:childTnLst>
                          </p:cTn>
                        </p:par>
                        <p:par>
                          <p:cTn id="169" fill="hold">
                            <p:stCondLst>
                              <p:cond delay="19000"/>
                            </p:stCondLst>
                            <p:childTnLst>
                              <p:par>
                                <p:cTn id="170" presetID="22" presetClass="entr" presetSubtype="8" fill="hold" nodeType="afterEffect">
                                  <p:stCondLst>
                                    <p:cond delay="0"/>
                                  </p:stCondLst>
                                  <p:childTnLst>
                                    <p:set>
                                      <p:cBhvr>
                                        <p:cTn id="171" dur="1" fill="hold">
                                          <p:stCondLst>
                                            <p:cond delay="0"/>
                                          </p:stCondLst>
                                        </p:cTn>
                                        <p:tgtEl>
                                          <p:spTgt spid="109582"/>
                                        </p:tgtEl>
                                        <p:attrNameLst>
                                          <p:attrName>style.visibility</p:attrName>
                                        </p:attrNameLst>
                                      </p:cBhvr>
                                      <p:to>
                                        <p:strVal val="visible"/>
                                      </p:to>
                                    </p:set>
                                    <p:animEffect transition="in" filter="wipe(left)">
                                      <p:cBhvr>
                                        <p:cTn id="172" dur="500"/>
                                        <p:tgtEl>
                                          <p:spTgt spid="109582"/>
                                        </p:tgtEl>
                                      </p:cBhvr>
                                    </p:animEffect>
                                  </p:childTnLst>
                                </p:cTn>
                              </p:par>
                            </p:childTnLst>
                          </p:cTn>
                        </p:par>
                        <p:par>
                          <p:cTn id="173" fill="hold">
                            <p:stCondLst>
                              <p:cond delay="19500"/>
                            </p:stCondLst>
                            <p:childTnLst>
                              <p:par>
                                <p:cTn id="174" presetID="22" presetClass="entr" presetSubtype="8" fill="hold" nodeType="afterEffect">
                                  <p:stCondLst>
                                    <p:cond delay="0"/>
                                  </p:stCondLst>
                                  <p:childTnLst>
                                    <p:set>
                                      <p:cBhvr>
                                        <p:cTn id="175" dur="1" fill="hold">
                                          <p:stCondLst>
                                            <p:cond delay="0"/>
                                          </p:stCondLst>
                                        </p:cTn>
                                        <p:tgtEl>
                                          <p:spTgt spid="109606"/>
                                        </p:tgtEl>
                                        <p:attrNameLst>
                                          <p:attrName>style.visibility</p:attrName>
                                        </p:attrNameLst>
                                      </p:cBhvr>
                                      <p:to>
                                        <p:strVal val="visible"/>
                                      </p:to>
                                    </p:set>
                                    <p:animEffect transition="in" filter="wipe(left)">
                                      <p:cBhvr>
                                        <p:cTn id="176" dur="500"/>
                                        <p:tgtEl>
                                          <p:spTgt spid="109606"/>
                                        </p:tgtEl>
                                      </p:cBhvr>
                                    </p:animEffect>
                                  </p:childTnLst>
                                </p:cTn>
                              </p:par>
                            </p:childTnLst>
                          </p:cTn>
                        </p:par>
                        <p:par>
                          <p:cTn id="177" fill="hold">
                            <p:stCondLst>
                              <p:cond delay="20000"/>
                            </p:stCondLst>
                            <p:childTnLst>
                              <p:par>
                                <p:cTn id="178" presetID="22" presetClass="entr" presetSubtype="8" fill="hold" nodeType="afterEffect">
                                  <p:stCondLst>
                                    <p:cond delay="0"/>
                                  </p:stCondLst>
                                  <p:childTnLst>
                                    <p:set>
                                      <p:cBhvr>
                                        <p:cTn id="179" dur="1" fill="hold">
                                          <p:stCondLst>
                                            <p:cond delay="0"/>
                                          </p:stCondLst>
                                        </p:cTn>
                                        <p:tgtEl>
                                          <p:spTgt spid="109605"/>
                                        </p:tgtEl>
                                        <p:attrNameLst>
                                          <p:attrName>style.visibility</p:attrName>
                                        </p:attrNameLst>
                                      </p:cBhvr>
                                      <p:to>
                                        <p:strVal val="visible"/>
                                      </p:to>
                                    </p:set>
                                    <p:animEffect transition="in" filter="wipe(left)">
                                      <p:cBhvr>
                                        <p:cTn id="180" dur="500"/>
                                        <p:tgtEl>
                                          <p:spTgt spid="109605"/>
                                        </p:tgtEl>
                                      </p:cBhvr>
                                    </p:animEffect>
                                  </p:childTnLst>
                                </p:cTn>
                              </p:par>
                            </p:childTnLst>
                          </p:cTn>
                        </p:par>
                        <p:par>
                          <p:cTn id="181" fill="hold">
                            <p:stCondLst>
                              <p:cond delay="20500"/>
                            </p:stCondLst>
                            <p:childTnLst>
                              <p:par>
                                <p:cTn id="182" presetID="22" presetClass="entr" presetSubtype="8" fill="hold" nodeType="afterEffect">
                                  <p:stCondLst>
                                    <p:cond delay="0"/>
                                  </p:stCondLst>
                                  <p:childTnLst>
                                    <p:set>
                                      <p:cBhvr>
                                        <p:cTn id="183" dur="1" fill="hold">
                                          <p:stCondLst>
                                            <p:cond delay="0"/>
                                          </p:stCondLst>
                                        </p:cTn>
                                        <p:tgtEl>
                                          <p:spTgt spid="109588"/>
                                        </p:tgtEl>
                                        <p:attrNameLst>
                                          <p:attrName>style.visibility</p:attrName>
                                        </p:attrNameLst>
                                      </p:cBhvr>
                                      <p:to>
                                        <p:strVal val="visible"/>
                                      </p:to>
                                    </p:set>
                                    <p:animEffect transition="in" filter="wipe(left)">
                                      <p:cBhvr>
                                        <p:cTn id="184" dur="500"/>
                                        <p:tgtEl>
                                          <p:spTgt spid="109588"/>
                                        </p:tgtEl>
                                      </p:cBhvr>
                                    </p:animEffect>
                                  </p:childTnLst>
                                </p:cTn>
                              </p:par>
                            </p:childTnLst>
                          </p:cTn>
                        </p:par>
                      </p:childTnLst>
                    </p:cTn>
                  </p:par>
                  <p:par>
                    <p:cTn id="185" fill="hold">
                      <p:stCondLst>
                        <p:cond delay="indefinite"/>
                      </p:stCondLst>
                      <p:childTnLst>
                        <p:par>
                          <p:cTn id="186" fill="hold">
                            <p:stCondLst>
                              <p:cond delay="0"/>
                            </p:stCondLst>
                            <p:childTnLst>
                              <p:par>
                                <p:cTn id="187" presetID="3" presetClass="entr" presetSubtype="10" fill="hold" grpId="0" nodeType="clickEffect">
                                  <p:stCondLst>
                                    <p:cond delay="0"/>
                                  </p:stCondLst>
                                  <p:childTnLst>
                                    <p:set>
                                      <p:cBhvr>
                                        <p:cTn id="188" dur="1" fill="hold">
                                          <p:stCondLst>
                                            <p:cond delay="0"/>
                                          </p:stCondLst>
                                        </p:cTn>
                                        <p:tgtEl>
                                          <p:spTgt spid="80"/>
                                        </p:tgtEl>
                                        <p:attrNameLst>
                                          <p:attrName>style.visibility</p:attrName>
                                        </p:attrNameLst>
                                      </p:cBhvr>
                                      <p:to>
                                        <p:strVal val="visible"/>
                                      </p:to>
                                    </p:set>
                                    <p:animEffect transition="in" filter="blinds(horizontal)">
                                      <p:cBhvr>
                                        <p:cTn id="189"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87" grpId="0" animBg="1"/>
      <p:bldP spid="8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Line 2"/>
          <p:cNvSpPr>
            <a:spLocks noChangeShapeType="1"/>
          </p:cNvSpPr>
          <p:nvPr/>
        </p:nvSpPr>
        <p:spPr bwMode="auto">
          <a:xfrm>
            <a:off x="5076825" y="1655763"/>
            <a:ext cx="1038225" cy="0"/>
          </a:xfrm>
          <a:prstGeom prst="line">
            <a:avLst/>
          </a:prstGeom>
          <a:noFill/>
          <a:ln w="57150">
            <a:solidFill>
              <a:srgbClr val="FF0000"/>
            </a:solidFill>
            <a:round/>
            <a:headEnd type="stealth" w="med" len="lg"/>
            <a:tailEnd type="stealth" w="med" len="lg"/>
          </a:ln>
        </p:spPr>
        <p:txBody>
          <a:bodyPr wrap="none" anchor="ctr"/>
          <a:lstStyle/>
          <a:p>
            <a:endParaRPr lang="zh-CN" altLang="en-US"/>
          </a:p>
        </p:txBody>
      </p:sp>
      <p:sp>
        <p:nvSpPr>
          <p:cNvPr id="32771" name="Rectangle 3"/>
          <p:cNvSpPr>
            <a:spLocks noChangeArrowheads="1"/>
          </p:cNvSpPr>
          <p:nvPr/>
        </p:nvSpPr>
        <p:spPr bwMode="auto">
          <a:xfrm>
            <a:off x="288925" y="1395413"/>
            <a:ext cx="2124075" cy="457200"/>
          </a:xfrm>
          <a:prstGeom prst="rect">
            <a:avLst/>
          </a:prstGeom>
          <a:noFill/>
          <a:ln w="9525">
            <a:noFill/>
            <a:miter lim="800000"/>
            <a:headEnd/>
            <a:tailEnd/>
          </a:ln>
        </p:spPr>
        <p:txBody>
          <a:bodyPr>
            <a:spAutoFit/>
          </a:bodyPr>
          <a:lstStyle/>
          <a:p>
            <a:r>
              <a:rPr kumimoji="1" lang="zh-CN" altLang="en-US" sz="2400">
                <a:latin typeface="Times New Roman" pitchFamily="18" charset="0"/>
              </a:rPr>
              <a:t>时间</a:t>
            </a:r>
            <a:r>
              <a:rPr kumimoji="1" lang="zh-CN" altLang="en-US" sz="2400">
                <a:solidFill>
                  <a:srgbClr val="FF6600"/>
                </a:solidFill>
                <a:latin typeface="Times New Roman" pitchFamily="18" charset="0"/>
              </a:rPr>
              <a:t>尺度：</a:t>
            </a:r>
          </a:p>
        </p:txBody>
      </p:sp>
      <p:sp>
        <p:nvSpPr>
          <p:cNvPr id="32772" name="Rectangle 4"/>
          <p:cNvSpPr>
            <a:spLocks noChangeArrowheads="1"/>
          </p:cNvSpPr>
          <p:nvPr/>
        </p:nvSpPr>
        <p:spPr bwMode="auto">
          <a:xfrm>
            <a:off x="2051050" y="1395413"/>
            <a:ext cx="2971800" cy="476250"/>
          </a:xfrm>
          <a:prstGeom prst="rect">
            <a:avLst/>
          </a:prstGeom>
          <a:solidFill>
            <a:srgbClr val="66FFFF">
              <a:alpha val="59999"/>
            </a:srgbClr>
          </a:solidFill>
          <a:ln w="19050" algn="ctr">
            <a:solidFill>
              <a:srgbClr val="009999"/>
            </a:solidFill>
            <a:miter lim="800000"/>
            <a:headEnd/>
            <a:tailEnd/>
          </a:ln>
        </p:spPr>
        <p:txBody>
          <a:bodyPr>
            <a:spAutoFit/>
          </a:bodyPr>
          <a:lstStyle/>
          <a:p>
            <a:r>
              <a:rPr kumimoji="1" lang="zh-CN" altLang="en-US" sz="2400">
                <a:solidFill>
                  <a:schemeClr val="accent2"/>
                </a:solidFill>
                <a:latin typeface="Times New Roman" pitchFamily="18" charset="0"/>
              </a:rPr>
              <a:t>基本粒子寿命 </a:t>
            </a:r>
            <a:r>
              <a:rPr kumimoji="1" lang="en-US" altLang="zh-CN" sz="2400">
                <a:solidFill>
                  <a:schemeClr val="accent2"/>
                </a:solidFill>
                <a:latin typeface="Times New Roman" pitchFamily="18" charset="0"/>
              </a:rPr>
              <a:t>10</a:t>
            </a:r>
            <a:r>
              <a:rPr kumimoji="1" lang="en-US" altLang="zh-CN" sz="2400" baseline="30000">
                <a:solidFill>
                  <a:schemeClr val="accent2"/>
                </a:solidFill>
                <a:latin typeface="Times New Roman" pitchFamily="18" charset="0"/>
              </a:rPr>
              <a:t>-25</a:t>
            </a:r>
            <a:r>
              <a:rPr kumimoji="1" lang="en-US" altLang="zh-CN" sz="2400">
                <a:solidFill>
                  <a:schemeClr val="accent2"/>
                </a:solidFill>
                <a:latin typeface="Times New Roman" pitchFamily="18" charset="0"/>
              </a:rPr>
              <a:t> s</a:t>
            </a:r>
          </a:p>
        </p:txBody>
      </p:sp>
      <p:sp>
        <p:nvSpPr>
          <p:cNvPr id="32773" name="Rectangle 5"/>
          <p:cNvSpPr>
            <a:spLocks noChangeArrowheads="1"/>
          </p:cNvSpPr>
          <p:nvPr/>
        </p:nvSpPr>
        <p:spPr bwMode="auto">
          <a:xfrm>
            <a:off x="6156325" y="1439863"/>
            <a:ext cx="2251075" cy="476250"/>
          </a:xfrm>
          <a:prstGeom prst="rect">
            <a:avLst/>
          </a:prstGeom>
          <a:solidFill>
            <a:srgbClr val="66FFFF">
              <a:alpha val="59999"/>
            </a:srgbClr>
          </a:solidFill>
          <a:ln w="19050" algn="ctr">
            <a:solidFill>
              <a:srgbClr val="009999"/>
            </a:solidFill>
            <a:miter lim="800000"/>
            <a:headEnd/>
            <a:tailEnd/>
          </a:ln>
        </p:spPr>
        <p:txBody>
          <a:bodyPr>
            <a:spAutoFit/>
          </a:bodyPr>
          <a:lstStyle/>
          <a:p>
            <a:r>
              <a:rPr kumimoji="1" lang="zh-CN" altLang="en-US" sz="2400">
                <a:solidFill>
                  <a:schemeClr val="accent2"/>
                </a:solidFill>
                <a:latin typeface="Times New Roman" pitchFamily="18" charset="0"/>
              </a:rPr>
              <a:t>宇宙年龄 </a:t>
            </a:r>
            <a:r>
              <a:rPr kumimoji="1" lang="en-US" altLang="zh-CN" sz="2400">
                <a:solidFill>
                  <a:schemeClr val="accent2"/>
                </a:solidFill>
                <a:latin typeface="Times New Roman" pitchFamily="18" charset="0"/>
              </a:rPr>
              <a:t>10</a:t>
            </a:r>
            <a:r>
              <a:rPr kumimoji="1" lang="en-US" altLang="zh-CN" sz="2400" baseline="30000">
                <a:solidFill>
                  <a:schemeClr val="accent2"/>
                </a:solidFill>
                <a:latin typeface="Times New Roman" pitchFamily="18" charset="0"/>
              </a:rPr>
              <a:t>18</a:t>
            </a:r>
            <a:r>
              <a:rPr kumimoji="1" lang="en-US" altLang="zh-CN" sz="2400">
                <a:solidFill>
                  <a:schemeClr val="accent2"/>
                </a:solidFill>
                <a:latin typeface="Times New Roman" pitchFamily="18" charset="0"/>
              </a:rPr>
              <a:t> s</a:t>
            </a:r>
          </a:p>
        </p:txBody>
      </p:sp>
      <p:sp>
        <p:nvSpPr>
          <p:cNvPr id="32774" name="Text Box 6"/>
          <p:cNvSpPr txBox="1">
            <a:spLocks noChangeArrowheads="1"/>
          </p:cNvSpPr>
          <p:nvPr/>
        </p:nvSpPr>
        <p:spPr bwMode="auto">
          <a:xfrm>
            <a:off x="107950" y="549275"/>
            <a:ext cx="6121400" cy="457200"/>
          </a:xfrm>
          <a:prstGeom prst="rect">
            <a:avLst/>
          </a:prstGeom>
          <a:noFill/>
          <a:ln w="9525" algn="ctr">
            <a:noFill/>
            <a:miter lim="800000"/>
            <a:headEnd type="none" w="sm" len="sm"/>
            <a:tailEnd type="none" w="sm" len="sm"/>
          </a:ln>
        </p:spPr>
        <p:txBody>
          <a:bodyPr>
            <a:spAutoFit/>
          </a:bodyPr>
          <a:lstStyle/>
          <a:p>
            <a:pPr>
              <a:spcBef>
                <a:spcPct val="50000"/>
              </a:spcBef>
            </a:pPr>
            <a:r>
              <a:rPr kumimoji="1" lang="en-US" altLang="zh-CN" sz="2400">
                <a:solidFill>
                  <a:srgbClr val="0000FF"/>
                </a:solidFill>
                <a:latin typeface="Times New Roman" pitchFamily="18" charset="0"/>
              </a:rPr>
              <a:t>1.2.2  </a:t>
            </a:r>
            <a:r>
              <a:rPr kumimoji="1" lang="zh-CN" altLang="en-US" sz="2400">
                <a:solidFill>
                  <a:srgbClr val="0000FF"/>
                </a:solidFill>
                <a:latin typeface="Times New Roman" pitchFamily="18" charset="0"/>
              </a:rPr>
              <a:t>物质世界的时标 </a:t>
            </a:r>
          </a:p>
        </p:txBody>
      </p:sp>
      <p:sp>
        <p:nvSpPr>
          <p:cNvPr id="32794" name="Rectangle 26"/>
          <p:cNvSpPr>
            <a:spLocks noChangeArrowheads="1"/>
          </p:cNvSpPr>
          <p:nvPr/>
        </p:nvSpPr>
        <p:spPr bwMode="auto">
          <a:xfrm>
            <a:off x="4635500" y="4430713"/>
            <a:ext cx="3165475" cy="395287"/>
          </a:xfrm>
          <a:prstGeom prst="rect">
            <a:avLst/>
          </a:prstGeom>
          <a:solidFill>
            <a:srgbClr val="99CCFF">
              <a:alpha val="59999"/>
            </a:srgbClr>
          </a:solidFill>
          <a:ln w="9525">
            <a:solidFill>
              <a:srgbClr val="0000CC"/>
            </a:solidFill>
            <a:miter lim="800000"/>
            <a:headEnd/>
            <a:tailEnd/>
          </a:ln>
        </p:spPr>
        <p:txBody>
          <a:bodyPr/>
          <a:lstStyle/>
          <a:p>
            <a:pPr algn="ctr"/>
            <a:r>
              <a:rPr lang="en-US" altLang="zh-CN" sz="2400">
                <a:latin typeface="Times New Roman" pitchFamily="18" charset="0"/>
              </a:rPr>
              <a:t>10</a:t>
            </a:r>
            <a:r>
              <a:rPr lang="en-US" altLang="zh-CN" sz="2400" baseline="30000">
                <a:latin typeface="Times New Roman" pitchFamily="18" charset="0"/>
              </a:rPr>
              <a:t>-2</a:t>
            </a:r>
          </a:p>
        </p:txBody>
      </p:sp>
      <p:sp>
        <p:nvSpPr>
          <p:cNvPr id="32795" name="Rectangle 27"/>
          <p:cNvSpPr>
            <a:spLocks noChangeArrowheads="1"/>
          </p:cNvSpPr>
          <p:nvPr/>
        </p:nvSpPr>
        <p:spPr bwMode="auto">
          <a:xfrm>
            <a:off x="1463675" y="4430713"/>
            <a:ext cx="3168650" cy="395287"/>
          </a:xfrm>
          <a:prstGeom prst="rect">
            <a:avLst/>
          </a:prstGeom>
          <a:solidFill>
            <a:srgbClr val="99CCFF">
              <a:alpha val="59999"/>
            </a:srgbClr>
          </a:solidFill>
          <a:ln w="9525">
            <a:solidFill>
              <a:srgbClr val="0000CC"/>
            </a:solidFill>
            <a:miter lim="800000"/>
            <a:headEnd/>
            <a:tailEnd/>
          </a:ln>
        </p:spPr>
        <p:txBody>
          <a:bodyPr/>
          <a:lstStyle/>
          <a:p>
            <a:pPr algn="ctr"/>
            <a:r>
              <a:rPr lang="zh-CN" altLang="en-US" sz="2400">
                <a:latin typeface="Times New Roman" pitchFamily="18" charset="0"/>
              </a:rPr>
              <a:t>市电周期</a:t>
            </a:r>
          </a:p>
        </p:txBody>
      </p:sp>
      <p:sp>
        <p:nvSpPr>
          <p:cNvPr id="32796" name="Rectangle 28"/>
          <p:cNvSpPr>
            <a:spLocks noChangeArrowheads="1"/>
          </p:cNvSpPr>
          <p:nvPr/>
        </p:nvSpPr>
        <p:spPr bwMode="auto">
          <a:xfrm>
            <a:off x="4635500" y="4826000"/>
            <a:ext cx="3165475" cy="395288"/>
          </a:xfrm>
          <a:prstGeom prst="rect">
            <a:avLst/>
          </a:prstGeom>
          <a:solidFill>
            <a:srgbClr val="99CCFF">
              <a:alpha val="59999"/>
            </a:srgbClr>
          </a:solidFill>
          <a:ln w="9525">
            <a:solidFill>
              <a:srgbClr val="0000CC"/>
            </a:solidFill>
            <a:miter lim="800000"/>
            <a:headEnd/>
            <a:tailEnd/>
          </a:ln>
        </p:spPr>
        <p:txBody>
          <a:bodyPr/>
          <a:lstStyle/>
          <a:p>
            <a:pPr algn="ctr"/>
            <a:r>
              <a:rPr lang="en-US" altLang="zh-CN" sz="2400">
                <a:latin typeface="Times New Roman" pitchFamily="18" charset="0"/>
              </a:rPr>
              <a:t>10</a:t>
            </a:r>
            <a:r>
              <a:rPr lang="en-US" altLang="zh-CN" sz="2400" baseline="30000">
                <a:latin typeface="Times New Roman" pitchFamily="18" charset="0"/>
              </a:rPr>
              <a:t>-4</a:t>
            </a:r>
          </a:p>
        </p:txBody>
      </p:sp>
      <p:sp>
        <p:nvSpPr>
          <p:cNvPr id="32797" name="Rectangle 29"/>
          <p:cNvSpPr>
            <a:spLocks noChangeArrowheads="1"/>
          </p:cNvSpPr>
          <p:nvPr/>
        </p:nvSpPr>
        <p:spPr bwMode="auto">
          <a:xfrm>
            <a:off x="1463675" y="4826000"/>
            <a:ext cx="3168650" cy="395288"/>
          </a:xfrm>
          <a:prstGeom prst="rect">
            <a:avLst/>
          </a:prstGeom>
          <a:solidFill>
            <a:srgbClr val="99CCFF">
              <a:alpha val="59999"/>
            </a:srgbClr>
          </a:solidFill>
          <a:ln w="9525">
            <a:solidFill>
              <a:srgbClr val="0000CC"/>
            </a:solidFill>
            <a:miter lim="800000"/>
            <a:headEnd/>
            <a:tailEnd/>
          </a:ln>
        </p:spPr>
        <p:txBody>
          <a:bodyPr/>
          <a:lstStyle/>
          <a:p>
            <a:pPr algn="ctr">
              <a:spcBef>
                <a:spcPct val="20000"/>
              </a:spcBef>
            </a:pPr>
            <a:r>
              <a:rPr lang="zh-CN" altLang="en-US" sz="2400">
                <a:latin typeface="Times New Roman" pitchFamily="18" charset="0"/>
              </a:rPr>
              <a:t>高速摄影曝光时间</a:t>
            </a:r>
          </a:p>
        </p:txBody>
      </p:sp>
      <p:sp>
        <p:nvSpPr>
          <p:cNvPr id="32798" name="Rectangle 30"/>
          <p:cNvSpPr>
            <a:spLocks noChangeArrowheads="1"/>
          </p:cNvSpPr>
          <p:nvPr/>
        </p:nvSpPr>
        <p:spPr bwMode="auto">
          <a:xfrm>
            <a:off x="4635500" y="5221288"/>
            <a:ext cx="3165475" cy="433387"/>
          </a:xfrm>
          <a:prstGeom prst="rect">
            <a:avLst/>
          </a:prstGeom>
          <a:solidFill>
            <a:srgbClr val="99CCFF">
              <a:alpha val="59999"/>
            </a:srgbClr>
          </a:solidFill>
          <a:ln w="9525">
            <a:solidFill>
              <a:srgbClr val="0000CC"/>
            </a:solidFill>
            <a:miter lim="800000"/>
            <a:headEnd/>
            <a:tailEnd/>
          </a:ln>
        </p:spPr>
        <p:txBody>
          <a:bodyPr/>
          <a:lstStyle/>
          <a:p>
            <a:pPr algn="ctr"/>
            <a:r>
              <a:rPr lang="en-US" altLang="zh-CN" sz="2400">
                <a:latin typeface="Times New Roman" pitchFamily="18" charset="0"/>
              </a:rPr>
              <a:t>10</a:t>
            </a:r>
            <a:r>
              <a:rPr lang="en-US" altLang="zh-CN" sz="2400" baseline="30000">
                <a:latin typeface="Times New Roman" pitchFamily="18" charset="0"/>
              </a:rPr>
              <a:t>-14</a:t>
            </a:r>
          </a:p>
        </p:txBody>
      </p:sp>
      <p:sp>
        <p:nvSpPr>
          <p:cNvPr id="32799" name="Rectangle 31"/>
          <p:cNvSpPr>
            <a:spLocks noChangeArrowheads="1"/>
          </p:cNvSpPr>
          <p:nvPr/>
        </p:nvSpPr>
        <p:spPr bwMode="auto">
          <a:xfrm>
            <a:off x="1463675" y="5221288"/>
            <a:ext cx="3168650" cy="433387"/>
          </a:xfrm>
          <a:prstGeom prst="rect">
            <a:avLst/>
          </a:prstGeom>
          <a:solidFill>
            <a:srgbClr val="99CCFF">
              <a:alpha val="59999"/>
            </a:srgbClr>
          </a:solidFill>
          <a:ln w="9525">
            <a:solidFill>
              <a:srgbClr val="0000CC"/>
            </a:solidFill>
            <a:miter lim="800000"/>
            <a:headEnd/>
            <a:tailEnd/>
          </a:ln>
        </p:spPr>
        <p:txBody>
          <a:bodyPr/>
          <a:lstStyle/>
          <a:p>
            <a:pPr algn="ctr"/>
            <a:r>
              <a:rPr lang="zh-CN" altLang="en-US" sz="2400">
                <a:latin typeface="Times New Roman" pitchFamily="18" charset="0"/>
              </a:rPr>
              <a:t>光波周期</a:t>
            </a:r>
          </a:p>
        </p:txBody>
      </p:sp>
      <p:sp>
        <p:nvSpPr>
          <p:cNvPr id="32800" name="Rectangle 32"/>
          <p:cNvSpPr>
            <a:spLocks noChangeArrowheads="1"/>
          </p:cNvSpPr>
          <p:nvPr/>
        </p:nvSpPr>
        <p:spPr bwMode="auto">
          <a:xfrm>
            <a:off x="4635500" y="4032250"/>
            <a:ext cx="3165475" cy="398463"/>
          </a:xfrm>
          <a:prstGeom prst="rect">
            <a:avLst/>
          </a:prstGeom>
          <a:solidFill>
            <a:srgbClr val="99CCFF">
              <a:alpha val="59999"/>
            </a:srgbClr>
          </a:solidFill>
          <a:ln w="9525">
            <a:solidFill>
              <a:srgbClr val="0000CC"/>
            </a:solidFill>
            <a:miter lim="800000"/>
            <a:headEnd/>
            <a:tailEnd/>
          </a:ln>
        </p:spPr>
        <p:txBody>
          <a:bodyPr/>
          <a:lstStyle/>
          <a:p>
            <a:pPr algn="ctr"/>
            <a:r>
              <a:rPr lang="en-US" altLang="zh-CN" sz="2400">
                <a:latin typeface="Times New Roman" pitchFamily="18" charset="0"/>
              </a:rPr>
              <a:t>10</a:t>
            </a:r>
            <a:r>
              <a:rPr lang="en-US" altLang="zh-CN" sz="2400" baseline="30000">
                <a:latin typeface="Times New Roman" pitchFamily="18" charset="0"/>
              </a:rPr>
              <a:t>3</a:t>
            </a:r>
            <a:endParaRPr lang="en-US" altLang="zh-CN" sz="2400" b="0">
              <a:latin typeface="Times New Roman" pitchFamily="18" charset="0"/>
            </a:endParaRPr>
          </a:p>
        </p:txBody>
      </p:sp>
      <p:sp>
        <p:nvSpPr>
          <p:cNvPr id="32801" name="Rectangle 33"/>
          <p:cNvSpPr>
            <a:spLocks noChangeArrowheads="1"/>
          </p:cNvSpPr>
          <p:nvPr/>
        </p:nvSpPr>
        <p:spPr bwMode="auto">
          <a:xfrm>
            <a:off x="1463675" y="4032250"/>
            <a:ext cx="3168650" cy="398463"/>
          </a:xfrm>
          <a:prstGeom prst="rect">
            <a:avLst/>
          </a:prstGeom>
          <a:solidFill>
            <a:srgbClr val="99CCFF">
              <a:alpha val="59999"/>
            </a:srgbClr>
          </a:solidFill>
          <a:ln w="9525">
            <a:solidFill>
              <a:srgbClr val="0000CC"/>
            </a:solidFill>
            <a:miter lim="800000"/>
            <a:headEnd/>
            <a:tailEnd/>
          </a:ln>
        </p:spPr>
        <p:txBody>
          <a:bodyPr/>
          <a:lstStyle/>
          <a:p>
            <a:pPr algn="ctr">
              <a:spcBef>
                <a:spcPct val="20000"/>
              </a:spcBef>
            </a:pPr>
            <a:r>
              <a:rPr lang="zh-CN" altLang="en-US" sz="2400">
                <a:latin typeface="Times New Roman" pitchFamily="18" charset="0"/>
              </a:rPr>
              <a:t>中子寿命</a:t>
            </a:r>
          </a:p>
        </p:txBody>
      </p:sp>
      <p:sp>
        <p:nvSpPr>
          <p:cNvPr id="32802" name="Rectangle 34"/>
          <p:cNvSpPr>
            <a:spLocks noChangeArrowheads="1"/>
          </p:cNvSpPr>
          <p:nvPr/>
        </p:nvSpPr>
        <p:spPr bwMode="auto">
          <a:xfrm>
            <a:off x="4635500" y="5654675"/>
            <a:ext cx="3165475" cy="395288"/>
          </a:xfrm>
          <a:prstGeom prst="rect">
            <a:avLst/>
          </a:prstGeom>
          <a:solidFill>
            <a:srgbClr val="99CCFF">
              <a:alpha val="59999"/>
            </a:srgbClr>
          </a:solidFill>
          <a:ln w="9525">
            <a:solidFill>
              <a:srgbClr val="0000CC"/>
            </a:solidFill>
            <a:miter lim="800000"/>
            <a:headEnd/>
            <a:tailEnd/>
          </a:ln>
        </p:spPr>
        <p:txBody>
          <a:bodyPr/>
          <a:lstStyle/>
          <a:p>
            <a:pPr algn="ctr"/>
            <a:r>
              <a:rPr lang="en-US" altLang="zh-CN" sz="2400">
                <a:latin typeface="Times New Roman" pitchFamily="18" charset="0"/>
              </a:rPr>
              <a:t>10</a:t>
            </a:r>
            <a:r>
              <a:rPr lang="en-US" altLang="zh-CN" sz="2400" baseline="30000">
                <a:latin typeface="Times New Roman" pitchFamily="18" charset="0"/>
              </a:rPr>
              <a:t>-25</a:t>
            </a:r>
          </a:p>
        </p:txBody>
      </p:sp>
      <p:sp>
        <p:nvSpPr>
          <p:cNvPr id="32803" name="Rectangle 35"/>
          <p:cNvSpPr>
            <a:spLocks noChangeArrowheads="1"/>
          </p:cNvSpPr>
          <p:nvPr/>
        </p:nvSpPr>
        <p:spPr bwMode="auto">
          <a:xfrm>
            <a:off x="1463675" y="5654675"/>
            <a:ext cx="3168650" cy="395288"/>
          </a:xfrm>
          <a:prstGeom prst="rect">
            <a:avLst/>
          </a:prstGeom>
          <a:solidFill>
            <a:srgbClr val="99CCFF">
              <a:alpha val="59999"/>
            </a:srgbClr>
          </a:solidFill>
          <a:ln w="9525">
            <a:solidFill>
              <a:srgbClr val="0000CC"/>
            </a:solidFill>
            <a:miter lim="800000"/>
            <a:headEnd/>
            <a:tailEnd/>
          </a:ln>
        </p:spPr>
        <p:txBody>
          <a:bodyPr/>
          <a:lstStyle/>
          <a:p>
            <a:pPr algn="ctr"/>
            <a:r>
              <a:rPr lang="en-US" altLang="zh-CN" sz="2400">
                <a:latin typeface="Times New Roman" pitchFamily="18" charset="0"/>
              </a:rPr>
              <a:t>Z</a:t>
            </a:r>
            <a:r>
              <a:rPr lang="en-US" altLang="zh-CN" sz="2400" baseline="30000">
                <a:latin typeface="Times New Roman" pitchFamily="18" charset="0"/>
              </a:rPr>
              <a:t>0</a:t>
            </a:r>
            <a:r>
              <a:rPr lang="zh-CN" altLang="en-US" sz="2400">
                <a:latin typeface="Times New Roman" pitchFamily="18" charset="0"/>
              </a:rPr>
              <a:t>粒子</a:t>
            </a:r>
          </a:p>
        </p:txBody>
      </p:sp>
      <p:sp>
        <p:nvSpPr>
          <p:cNvPr id="32804" name="Rectangle 36"/>
          <p:cNvSpPr>
            <a:spLocks noChangeArrowheads="1"/>
          </p:cNvSpPr>
          <p:nvPr/>
        </p:nvSpPr>
        <p:spPr bwMode="auto">
          <a:xfrm>
            <a:off x="4635500" y="3636963"/>
            <a:ext cx="3165475" cy="395287"/>
          </a:xfrm>
          <a:prstGeom prst="rect">
            <a:avLst/>
          </a:prstGeom>
          <a:solidFill>
            <a:srgbClr val="99CCFF">
              <a:alpha val="59999"/>
            </a:srgbClr>
          </a:solidFill>
          <a:ln w="9525">
            <a:solidFill>
              <a:srgbClr val="0000CC"/>
            </a:solidFill>
            <a:miter lim="800000"/>
            <a:headEnd/>
            <a:tailEnd/>
          </a:ln>
        </p:spPr>
        <p:txBody>
          <a:bodyPr/>
          <a:lstStyle/>
          <a:p>
            <a:pPr algn="ctr"/>
            <a:r>
              <a:rPr lang="en-US" altLang="zh-CN" sz="2400">
                <a:latin typeface="Times New Roman" pitchFamily="18" charset="0"/>
              </a:rPr>
              <a:t>10</a:t>
            </a:r>
            <a:r>
              <a:rPr lang="en-US" altLang="zh-CN" sz="2400" baseline="30000">
                <a:latin typeface="Times New Roman" pitchFamily="18" charset="0"/>
              </a:rPr>
              <a:t>5</a:t>
            </a:r>
            <a:endParaRPr lang="en-US" altLang="zh-CN" sz="2400" b="0">
              <a:latin typeface="Times New Roman" pitchFamily="18" charset="0"/>
            </a:endParaRPr>
          </a:p>
        </p:txBody>
      </p:sp>
      <p:sp>
        <p:nvSpPr>
          <p:cNvPr id="32805" name="Rectangle 37"/>
          <p:cNvSpPr>
            <a:spLocks noChangeArrowheads="1"/>
          </p:cNvSpPr>
          <p:nvPr/>
        </p:nvSpPr>
        <p:spPr bwMode="auto">
          <a:xfrm>
            <a:off x="1463675" y="3636963"/>
            <a:ext cx="3168650" cy="395287"/>
          </a:xfrm>
          <a:prstGeom prst="rect">
            <a:avLst/>
          </a:prstGeom>
          <a:solidFill>
            <a:srgbClr val="99CCFF">
              <a:alpha val="59999"/>
            </a:srgbClr>
          </a:solidFill>
          <a:ln w="9525">
            <a:solidFill>
              <a:srgbClr val="0000CC"/>
            </a:solidFill>
            <a:miter lim="800000"/>
            <a:headEnd/>
            <a:tailEnd/>
          </a:ln>
        </p:spPr>
        <p:txBody>
          <a:bodyPr/>
          <a:lstStyle/>
          <a:p>
            <a:pPr algn="ctr">
              <a:spcBef>
                <a:spcPct val="20000"/>
              </a:spcBef>
            </a:pPr>
            <a:r>
              <a:rPr lang="zh-CN" altLang="en-US" sz="2400">
                <a:latin typeface="Times New Roman" pitchFamily="18" charset="0"/>
              </a:rPr>
              <a:t>地球自转周期</a:t>
            </a:r>
          </a:p>
        </p:txBody>
      </p:sp>
      <p:sp>
        <p:nvSpPr>
          <p:cNvPr id="32806" name="Rectangle 38"/>
          <p:cNvSpPr>
            <a:spLocks noChangeArrowheads="1"/>
          </p:cNvSpPr>
          <p:nvPr/>
        </p:nvSpPr>
        <p:spPr bwMode="auto">
          <a:xfrm>
            <a:off x="4635500" y="3241675"/>
            <a:ext cx="3165475" cy="395288"/>
          </a:xfrm>
          <a:prstGeom prst="rect">
            <a:avLst/>
          </a:prstGeom>
          <a:solidFill>
            <a:srgbClr val="99CCFF">
              <a:alpha val="59999"/>
            </a:srgbClr>
          </a:solidFill>
          <a:ln w="9525">
            <a:solidFill>
              <a:srgbClr val="0000CC"/>
            </a:solidFill>
            <a:miter lim="800000"/>
            <a:headEnd/>
            <a:tailEnd/>
          </a:ln>
        </p:spPr>
        <p:txBody>
          <a:bodyPr/>
          <a:lstStyle/>
          <a:p>
            <a:pPr algn="ctr"/>
            <a:r>
              <a:rPr lang="en-US" altLang="zh-CN" sz="2400">
                <a:latin typeface="Times New Roman" pitchFamily="18" charset="0"/>
              </a:rPr>
              <a:t>10</a:t>
            </a:r>
            <a:r>
              <a:rPr lang="en-US" altLang="zh-CN" sz="2400" baseline="30000">
                <a:latin typeface="Times New Roman" pitchFamily="18" charset="0"/>
              </a:rPr>
              <a:t>7</a:t>
            </a:r>
            <a:endParaRPr lang="en-US" altLang="zh-CN" sz="2400" b="0">
              <a:latin typeface="Times New Roman" pitchFamily="18" charset="0"/>
            </a:endParaRPr>
          </a:p>
        </p:txBody>
      </p:sp>
      <p:sp>
        <p:nvSpPr>
          <p:cNvPr id="32807" name="Rectangle 39"/>
          <p:cNvSpPr>
            <a:spLocks noChangeArrowheads="1"/>
          </p:cNvSpPr>
          <p:nvPr/>
        </p:nvSpPr>
        <p:spPr bwMode="auto">
          <a:xfrm>
            <a:off x="1463675" y="3241675"/>
            <a:ext cx="3168650" cy="395288"/>
          </a:xfrm>
          <a:prstGeom prst="rect">
            <a:avLst/>
          </a:prstGeom>
          <a:solidFill>
            <a:srgbClr val="99CCFF">
              <a:alpha val="59999"/>
            </a:srgbClr>
          </a:solidFill>
          <a:ln w="9525">
            <a:solidFill>
              <a:srgbClr val="0000CC"/>
            </a:solidFill>
            <a:miter lim="800000"/>
            <a:headEnd/>
            <a:tailEnd/>
          </a:ln>
        </p:spPr>
        <p:txBody>
          <a:bodyPr/>
          <a:lstStyle/>
          <a:p>
            <a:pPr algn="ctr"/>
            <a:r>
              <a:rPr lang="zh-CN" altLang="en-US" sz="2400">
                <a:latin typeface="Times New Roman" pitchFamily="18" charset="0"/>
              </a:rPr>
              <a:t>地球公转周期</a:t>
            </a:r>
            <a:endParaRPr lang="zh-CN" altLang="en-US" sz="2400" b="0">
              <a:latin typeface="Times New Roman" pitchFamily="18" charset="0"/>
            </a:endParaRPr>
          </a:p>
        </p:txBody>
      </p:sp>
      <p:sp>
        <p:nvSpPr>
          <p:cNvPr id="32808" name="Rectangle 40"/>
          <p:cNvSpPr>
            <a:spLocks noChangeArrowheads="1"/>
          </p:cNvSpPr>
          <p:nvPr/>
        </p:nvSpPr>
        <p:spPr bwMode="auto">
          <a:xfrm>
            <a:off x="4635500" y="2457450"/>
            <a:ext cx="3165475" cy="395288"/>
          </a:xfrm>
          <a:prstGeom prst="rect">
            <a:avLst/>
          </a:prstGeom>
          <a:solidFill>
            <a:srgbClr val="99CCFF">
              <a:alpha val="59999"/>
            </a:srgbClr>
          </a:solidFill>
          <a:ln w="9525">
            <a:solidFill>
              <a:srgbClr val="0000CC"/>
            </a:solidFill>
            <a:miter lim="800000"/>
            <a:headEnd/>
            <a:tailEnd/>
          </a:ln>
        </p:spPr>
        <p:txBody>
          <a:bodyPr/>
          <a:lstStyle/>
          <a:p>
            <a:pPr algn="ctr"/>
            <a:r>
              <a:rPr lang="en-US" altLang="zh-CN" sz="2400">
                <a:latin typeface="Times New Roman" pitchFamily="18" charset="0"/>
              </a:rPr>
              <a:t>10</a:t>
            </a:r>
            <a:r>
              <a:rPr lang="en-US" altLang="zh-CN" sz="2400" baseline="30000">
                <a:latin typeface="Times New Roman" pitchFamily="18" charset="0"/>
              </a:rPr>
              <a:t>17</a:t>
            </a:r>
            <a:endParaRPr lang="en-US" altLang="zh-CN" sz="2400" b="0">
              <a:latin typeface="Times New Roman" pitchFamily="18" charset="0"/>
            </a:endParaRPr>
          </a:p>
        </p:txBody>
      </p:sp>
      <p:sp>
        <p:nvSpPr>
          <p:cNvPr id="32809" name="Rectangle 41"/>
          <p:cNvSpPr>
            <a:spLocks noChangeArrowheads="1"/>
          </p:cNvSpPr>
          <p:nvPr/>
        </p:nvSpPr>
        <p:spPr bwMode="auto">
          <a:xfrm>
            <a:off x="1463675" y="2457450"/>
            <a:ext cx="3168650" cy="395288"/>
          </a:xfrm>
          <a:prstGeom prst="rect">
            <a:avLst/>
          </a:prstGeom>
          <a:solidFill>
            <a:srgbClr val="99CCFF">
              <a:alpha val="59999"/>
            </a:srgbClr>
          </a:solidFill>
          <a:ln w="9525">
            <a:solidFill>
              <a:srgbClr val="0000CC"/>
            </a:solidFill>
            <a:miter lim="800000"/>
            <a:headEnd/>
            <a:tailEnd/>
          </a:ln>
        </p:spPr>
        <p:txBody>
          <a:bodyPr/>
          <a:lstStyle/>
          <a:p>
            <a:pPr algn="ctr"/>
            <a:r>
              <a:rPr lang="zh-CN" altLang="en-US" sz="2400">
                <a:latin typeface="Times New Roman" pitchFamily="18" charset="0"/>
              </a:rPr>
              <a:t>地球年龄</a:t>
            </a:r>
            <a:endParaRPr lang="zh-CN" altLang="en-US" sz="2400" b="0">
              <a:latin typeface="Times New Roman" pitchFamily="18" charset="0"/>
            </a:endParaRPr>
          </a:p>
        </p:txBody>
      </p:sp>
      <p:sp>
        <p:nvSpPr>
          <p:cNvPr id="32810" name="Rectangle 42"/>
          <p:cNvSpPr>
            <a:spLocks noChangeArrowheads="1"/>
          </p:cNvSpPr>
          <p:nvPr/>
        </p:nvSpPr>
        <p:spPr bwMode="auto">
          <a:xfrm>
            <a:off x="4635500" y="2060575"/>
            <a:ext cx="3165475" cy="396875"/>
          </a:xfrm>
          <a:prstGeom prst="rect">
            <a:avLst/>
          </a:prstGeom>
          <a:solidFill>
            <a:srgbClr val="99CCFF">
              <a:alpha val="59999"/>
            </a:srgbClr>
          </a:solidFill>
          <a:ln w="9525">
            <a:solidFill>
              <a:srgbClr val="0000CC"/>
            </a:solidFill>
            <a:miter lim="800000"/>
            <a:headEnd/>
            <a:tailEnd/>
          </a:ln>
        </p:spPr>
        <p:txBody>
          <a:bodyPr/>
          <a:lstStyle/>
          <a:p>
            <a:pPr algn="ctr">
              <a:spcBef>
                <a:spcPct val="20000"/>
              </a:spcBef>
            </a:pPr>
            <a:r>
              <a:rPr lang="en-US" altLang="zh-CN" sz="2400">
                <a:latin typeface="Times New Roman" pitchFamily="18" charset="0"/>
              </a:rPr>
              <a:t>10</a:t>
            </a:r>
            <a:r>
              <a:rPr lang="en-US" altLang="zh-CN" sz="2400" baseline="30000">
                <a:latin typeface="Times New Roman" pitchFamily="18" charset="0"/>
              </a:rPr>
              <a:t>18</a:t>
            </a:r>
            <a:r>
              <a:rPr lang="zh-CN" altLang="en-US" sz="2400">
                <a:solidFill>
                  <a:srgbClr val="FF6600"/>
                </a:solidFill>
                <a:latin typeface="Times New Roman" pitchFamily="18" charset="0"/>
              </a:rPr>
              <a:t>（单位：</a:t>
            </a:r>
            <a:r>
              <a:rPr lang="en-US" altLang="zh-CN" sz="2400">
                <a:solidFill>
                  <a:srgbClr val="FF6600"/>
                </a:solidFill>
                <a:latin typeface="Times New Roman" pitchFamily="18" charset="0"/>
              </a:rPr>
              <a:t>s</a:t>
            </a:r>
            <a:r>
              <a:rPr lang="zh-CN" altLang="en-US" sz="2400">
                <a:solidFill>
                  <a:srgbClr val="FF6600"/>
                </a:solidFill>
                <a:latin typeface="Times New Roman" pitchFamily="18" charset="0"/>
              </a:rPr>
              <a:t>）</a:t>
            </a:r>
          </a:p>
        </p:txBody>
      </p:sp>
      <p:sp>
        <p:nvSpPr>
          <p:cNvPr id="32811" name="Rectangle 43"/>
          <p:cNvSpPr>
            <a:spLocks noChangeArrowheads="1"/>
          </p:cNvSpPr>
          <p:nvPr/>
        </p:nvSpPr>
        <p:spPr bwMode="auto">
          <a:xfrm>
            <a:off x="1463675" y="2060575"/>
            <a:ext cx="3168650" cy="396875"/>
          </a:xfrm>
          <a:prstGeom prst="rect">
            <a:avLst/>
          </a:prstGeom>
          <a:solidFill>
            <a:srgbClr val="99CCFF">
              <a:alpha val="59999"/>
            </a:srgbClr>
          </a:solidFill>
          <a:ln w="9525">
            <a:solidFill>
              <a:srgbClr val="0000CC"/>
            </a:solidFill>
            <a:miter lim="800000"/>
            <a:headEnd/>
            <a:tailEnd/>
          </a:ln>
        </p:spPr>
        <p:txBody>
          <a:bodyPr/>
          <a:lstStyle/>
          <a:p>
            <a:pPr algn="ctr"/>
            <a:r>
              <a:rPr lang="zh-CN" altLang="en-US" sz="2400">
                <a:latin typeface="Times New Roman" pitchFamily="18" charset="0"/>
              </a:rPr>
              <a:t>宇宙年龄</a:t>
            </a:r>
          </a:p>
        </p:txBody>
      </p:sp>
      <p:sp>
        <p:nvSpPr>
          <p:cNvPr id="55321" name="Line 44"/>
          <p:cNvSpPr>
            <a:spLocks noChangeShapeType="1"/>
          </p:cNvSpPr>
          <p:nvPr/>
        </p:nvSpPr>
        <p:spPr bwMode="auto">
          <a:xfrm>
            <a:off x="1463675" y="2060575"/>
            <a:ext cx="0" cy="396875"/>
          </a:xfrm>
          <a:prstGeom prst="line">
            <a:avLst/>
          </a:prstGeom>
          <a:noFill/>
          <a:ln w="28575" cap="sq">
            <a:solidFill>
              <a:srgbClr val="0000CC"/>
            </a:solidFill>
            <a:round/>
            <a:headEnd/>
            <a:tailEnd/>
          </a:ln>
        </p:spPr>
        <p:txBody>
          <a:bodyPr/>
          <a:lstStyle/>
          <a:p>
            <a:endParaRPr lang="zh-CN" altLang="en-US"/>
          </a:p>
        </p:txBody>
      </p:sp>
      <p:sp>
        <p:nvSpPr>
          <p:cNvPr id="55322" name="Line 45"/>
          <p:cNvSpPr>
            <a:spLocks noChangeShapeType="1"/>
          </p:cNvSpPr>
          <p:nvPr/>
        </p:nvSpPr>
        <p:spPr bwMode="auto">
          <a:xfrm>
            <a:off x="7800975" y="2060575"/>
            <a:ext cx="0" cy="396875"/>
          </a:xfrm>
          <a:prstGeom prst="line">
            <a:avLst/>
          </a:prstGeom>
          <a:noFill/>
          <a:ln w="28575" cap="sq">
            <a:solidFill>
              <a:srgbClr val="0000CC"/>
            </a:solidFill>
            <a:round/>
            <a:headEnd/>
            <a:tailEnd/>
          </a:ln>
        </p:spPr>
        <p:txBody>
          <a:bodyPr/>
          <a:lstStyle/>
          <a:p>
            <a:endParaRPr lang="zh-CN" altLang="en-US"/>
          </a:p>
        </p:txBody>
      </p:sp>
      <p:sp>
        <p:nvSpPr>
          <p:cNvPr id="55323" name="Line 46"/>
          <p:cNvSpPr>
            <a:spLocks noChangeShapeType="1"/>
          </p:cNvSpPr>
          <p:nvPr/>
        </p:nvSpPr>
        <p:spPr bwMode="auto">
          <a:xfrm>
            <a:off x="1463675" y="2457450"/>
            <a:ext cx="0" cy="395288"/>
          </a:xfrm>
          <a:prstGeom prst="line">
            <a:avLst/>
          </a:prstGeom>
          <a:noFill/>
          <a:ln w="28575" cap="sq">
            <a:solidFill>
              <a:srgbClr val="0000CC"/>
            </a:solidFill>
            <a:round/>
            <a:headEnd/>
            <a:tailEnd/>
          </a:ln>
        </p:spPr>
        <p:txBody>
          <a:bodyPr/>
          <a:lstStyle/>
          <a:p>
            <a:endParaRPr lang="zh-CN" altLang="en-US"/>
          </a:p>
        </p:txBody>
      </p:sp>
      <p:sp>
        <p:nvSpPr>
          <p:cNvPr id="55324" name="Line 47"/>
          <p:cNvSpPr>
            <a:spLocks noChangeShapeType="1"/>
          </p:cNvSpPr>
          <p:nvPr/>
        </p:nvSpPr>
        <p:spPr bwMode="auto">
          <a:xfrm>
            <a:off x="7800975" y="2457450"/>
            <a:ext cx="0" cy="395288"/>
          </a:xfrm>
          <a:prstGeom prst="line">
            <a:avLst/>
          </a:prstGeom>
          <a:noFill/>
          <a:ln w="28575" cap="sq">
            <a:solidFill>
              <a:srgbClr val="0000CC"/>
            </a:solidFill>
            <a:round/>
            <a:headEnd/>
            <a:tailEnd/>
          </a:ln>
        </p:spPr>
        <p:txBody>
          <a:bodyPr/>
          <a:lstStyle/>
          <a:p>
            <a:endParaRPr lang="zh-CN" altLang="en-US"/>
          </a:p>
        </p:txBody>
      </p:sp>
      <p:sp>
        <p:nvSpPr>
          <p:cNvPr id="55325" name="Line 48"/>
          <p:cNvSpPr>
            <a:spLocks noChangeShapeType="1"/>
          </p:cNvSpPr>
          <p:nvPr/>
        </p:nvSpPr>
        <p:spPr bwMode="auto">
          <a:xfrm>
            <a:off x="1463675" y="3241675"/>
            <a:ext cx="0" cy="395288"/>
          </a:xfrm>
          <a:prstGeom prst="line">
            <a:avLst/>
          </a:prstGeom>
          <a:noFill/>
          <a:ln w="28575" cap="sq">
            <a:solidFill>
              <a:srgbClr val="0000CC"/>
            </a:solidFill>
            <a:round/>
            <a:headEnd/>
            <a:tailEnd/>
          </a:ln>
        </p:spPr>
        <p:txBody>
          <a:bodyPr/>
          <a:lstStyle/>
          <a:p>
            <a:endParaRPr lang="zh-CN" altLang="en-US"/>
          </a:p>
        </p:txBody>
      </p:sp>
      <p:sp>
        <p:nvSpPr>
          <p:cNvPr id="55326" name="Line 49"/>
          <p:cNvSpPr>
            <a:spLocks noChangeShapeType="1"/>
          </p:cNvSpPr>
          <p:nvPr/>
        </p:nvSpPr>
        <p:spPr bwMode="auto">
          <a:xfrm>
            <a:off x="7800975" y="3241675"/>
            <a:ext cx="0" cy="395288"/>
          </a:xfrm>
          <a:prstGeom prst="line">
            <a:avLst/>
          </a:prstGeom>
          <a:noFill/>
          <a:ln w="28575" cap="sq">
            <a:solidFill>
              <a:srgbClr val="0000CC"/>
            </a:solidFill>
            <a:round/>
            <a:headEnd/>
            <a:tailEnd/>
          </a:ln>
        </p:spPr>
        <p:txBody>
          <a:bodyPr/>
          <a:lstStyle/>
          <a:p>
            <a:endParaRPr lang="zh-CN" altLang="en-US"/>
          </a:p>
        </p:txBody>
      </p:sp>
      <p:sp>
        <p:nvSpPr>
          <p:cNvPr id="55327" name="Line 50"/>
          <p:cNvSpPr>
            <a:spLocks noChangeShapeType="1"/>
          </p:cNvSpPr>
          <p:nvPr/>
        </p:nvSpPr>
        <p:spPr bwMode="auto">
          <a:xfrm>
            <a:off x="1463675" y="3636963"/>
            <a:ext cx="0" cy="395287"/>
          </a:xfrm>
          <a:prstGeom prst="line">
            <a:avLst/>
          </a:prstGeom>
          <a:noFill/>
          <a:ln w="28575" cap="sq">
            <a:solidFill>
              <a:srgbClr val="0000CC"/>
            </a:solidFill>
            <a:round/>
            <a:headEnd/>
            <a:tailEnd/>
          </a:ln>
        </p:spPr>
        <p:txBody>
          <a:bodyPr/>
          <a:lstStyle/>
          <a:p>
            <a:endParaRPr lang="zh-CN" altLang="en-US"/>
          </a:p>
        </p:txBody>
      </p:sp>
      <p:sp>
        <p:nvSpPr>
          <p:cNvPr id="55328" name="Line 51"/>
          <p:cNvSpPr>
            <a:spLocks noChangeShapeType="1"/>
          </p:cNvSpPr>
          <p:nvPr/>
        </p:nvSpPr>
        <p:spPr bwMode="auto">
          <a:xfrm>
            <a:off x="7800975" y="3636963"/>
            <a:ext cx="0" cy="395287"/>
          </a:xfrm>
          <a:prstGeom prst="line">
            <a:avLst/>
          </a:prstGeom>
          <a:noFill/>
          <a:ln w="28575" cap="sq">
            <a:solidFill>
              <a:srgbClr val="0000CC"/>
            </a:solidFill>
            <a:round/>
            <a:headEnd/>
            <a:tailEnd/>
          </a:ln>
        </p:spPr>
        <p:txBody>
          <a:bodyPr/>
          <a:lstStyle/>
          <a:p>
            <a:endParaRPr lang="zh-CN" altLang="en-US"/>
          </a:p>
        </p:txBody>
      </p:sp>
      <p:sp>
        <p:nvSpPr>
          <p:cNvPr id="55329" name="Line 52"/>
          <p:cNvSpPr>
            <a:spLocks noChangeShapeType="1"/>
          </p:cNvSpPr>
          <p:nvPr/>
        </p:nvSpPr>
        <p:spPr bwMode="auto">
          <a:xfrm>
            <a:off x="1463675" y="4032250"/>
            <a:ext cx="0" cy="398463"/>
          </a:xfrm>
          <a:prstGeom prst="line">
            <a:avLst/>
          </a:prstGeom>
          <a:noFill/>
          <a:ln w="28575" cap="sq">
            <a:solidFill>
              <a:srgbClr val="0000CC"/>
            </a:solidFill>
            <a:round/>
            <a:headEnd/>
            <a:tailEnd/>
          </a:ln>
        </p:spPr>
        <p:txBody>
          <a:bodyPr/>
          <a:lstStyle/>
          <a:p>
            <a:endParaRPr lang="zh-CN" altLang="en-US"/>
          </a:p>
        </p:txBody>
      </p:sp>
      <p:sp>
        <p:nvSpPr>
          <p:cNvPr id="55330" name="Line 53"/>
          <p:cNvSpPr>
            <a:spLocks noChangeShapeType="1"/>
          </p:cNvSpPr>
          <p:nvPr/>
        </p:nvSpPr>
        <p:spPr bwMode="auto">
          <a:xfrm>
            <a:off x="7800975" y="4032250"/>
            <a:ext cx="0" cy="398463"/>
          </a:xfrm>
          <a:prstGeom prst="line">
            <a:avLst/>
          </a:prstGeom>
          <a:noFill/>
          <a:ln w="28575" cap="sq">
            <a:solidFill>
              <a:srgbClr val="0000CC"/>
            </a:solidFill>
            <a:round/>
            <a:headEnd/>
            <a:tailEnd/>
          </a:ln>
        </p:spPr>
        <p:txBody>
          <a:bodyPr/>
          <a:lstStyle/>
          <a:p>
            <a:endParaRPr lang="zh-CN" altLang="en-US"/>
          </a:p>
        </p:txBody>
      </p:sp>
      <p:sp>
        <p:nvSpPr>
          <p:cNvPr id="55331" name="Line 54"/>
          <p:cNvSpPr>
            <a:spLocks noChangeShapeType="1"/>
          </p:cNvSpPr>
          <p:nvPr/>
        </p:nvSpPr>
        <p:spPr bwMode="auto">
          <a:xfrm>
            <a:off x="1463675" y="4430713"/>
            <a:ext cx="0" cy="395287"/>
          </a:xfrm>
          <a:prstGeom prst="line">
            <a:avLst/>
          </a:prstGeom>
          <a:noFill/>
          <a:ln w="28575" cap="sq">
            <a:solidFill>
              <a:srgbClr val="0000CC"/>
            </a:solidFill>
            <a:round/>
            <a:headEnd/>
            <a:tailEnd/>
          </a:ln>
        </p:spPr>
        <p:txBody>
          <a:bodyPr/>
          <a:lstStyle/>
          <a:p>
            <a:endParaRPr lang="zh-CN" altLang="en-US"/>
          </a:p>
        </p:txBody>
      </p:sp>
      <p:sp>
        <p:nvSpPr>
          <p:cNvPr id="55332" name="Line 55"/>
          <p:cNvSpPr>
            <a:spLocks noChangeShapeType="1"/>
          </p:cNvSpPr>
          <p:nvPr/>
        </p:nvSpPr>
        <p:spPr bwMode="auto">
          <a:xfrm>
            <a:off x="7800975" y="4430713"/>
            <a:ext cx="0" cy="395287"/>
          </a:xfrm>
          <a:prstGeom prst="line">
            <a:avLst/>
          </a:prstGeom>
          <a:noFill/>
          <a:ln w="28575" cap="sq">
            <a:solidFill>
              <a:srgbClr val="0000CC"/>
            </a:solidFill>
            <a:round/>
            <a:headEnd/>
            <a:tailEnd/>
          </a:ln>
        </p:spPr>
        <p:txBody>
          <a:bodyPr/>
          <a:lstStyle/>
          <a:p>
            <a:endParaRPr lang="zh-CN" altLang="en-US"/>
          </a:p>
        </p:txBody>
      </p:sp>
      <p:sp>
        <p:nvSpPr>
          <p:cNvPr id="55333" name="Line 56"/>
          <p:cNvSpPr>
            <a:spLocks noChangeShapeType="1"/>
          </p:cNvSpPr>
          <p:nvPr/>
        </p:nvSpPr>
        <p:spPr bwMode="auto">
          <a:xfrm>
            <a:off x="1463675" y="4826000"/>
            <a:ext cx="0" cy="395288"/>
          </a:xfrm>
          <a:prstGeom prst="line">
            <a:avLst/>
          </a:prstGeom>
          <a:noFill/>
          <a:ln w="28575" cap="sq">
            <a:solidFill>
              <a:srgbClr val="0000CC"/>
            </a:solidFill>
            <a:round/>
            <a:headEnd/>
            <a:tailEnd/>
          </a:ln>
        </p:spPr>
        <p:txBody>
          <a:bodyPr/>
          <a:lstStyle/>
          <a:p>
            <a:endParaRPr lang="zh-CN" altLang="en-US"/>
          </a:p>
        </p:txBody>
      </p:sp>
      <p:sp>
        <p:nvSpPr>
          <p:cNvPr id="55334" name="Line 57"/>
          <p:cNvSpPr>
            <a:spLocks noChangeShapeType="1"/>
          </p:cNvSpPr>
          <p:nvPr/>
        </p:nvSpPr>
        <p:spPr bwMode="auto">
          <a:xfrm>
            <a:off x="7800975" y="4826000"/>
            <a:ext cx="0" cy="395288"/>
          </a:xfrm>
          <a:prstGeom prst="line">
            <a:avLst/>
          </a:prstGeom>
          <a:noFill/>
          <a:ln w="28575" cap="sq">
            <a:solidFill>
              <a:srgbClr val="0000CC"/>
            </a:solidFill>
            <a:round/>
            <a:headEnd/>
            <a:tailEnd/>
          </a:ln>
        </p:spPr>
        <p:txBody>
          <a:bodyPr/>
          <a:lstStyle/>
          <a:p>
            <a:endParaRPr lang="zh-CN" altLang="en-US"/>
          </a:p>
        </p:txBody>
      </p:sp>
      <p:sp>
        <p:nvSpPr>
          <p:cNvPr id="55335" name="Line 58"/>
          <p:cNvSpPr>
            <a:spLocks noChangeShapeType="1"/>
          </p:cNvSpPr>
          <p:nvPr/>
        </p:nvSpPr>
        <p:spPr bwMode="auto">
          <a:xfrm>
            <a:off x="1463675" y="5221288"/>
            <a:ext cx="0" cy="433387"/>
          </a:xfrm>
          <a:prstGeom prst="line">
            <a:avLst/>
          </a:prstGeom>
          <a:noFill/>
          <a:ln w="28575" cap="sq">
            <a:solidFill>
              <a:srgbClr val="0000CC"/>
            </a:solidFill>
            <a:round/>
            <a:headEnd/>
            <a:tailEnd/>
          </a:ln>
        </p:spPr>
        <p:txBody>
          <a:bodyPr/>
          <a:lstStyle/>
          <a:p>
            <a:endParaRPr lang="zh-CN" altLang="en-US"/>
          </a:p>
        </p:txBody>
      </p:sp>
      <p:sp>
        <p:nvSpPr>
          <p:cNvPr id="55336" name="Line 59"/>
          <p:cNvSpPr>
            <a:spLocks noChangeShapeType="1"/>
          </p:cNvSpPr>
          <p:nvPr/>
        </p:nvSpPr>
        <p:spPr bwMode="auto">
          <a:xfrm>
            <a:off x="7800975" y="5221288"/>
            <a:ext cx="0" cy="433387"/>
          </a:xfrm>
          <a:prstGeom prst="line">
            <a:avLst/>
          </a:prstGeom>
          <a:noFill/>
          <a:ln w="28575" cap="sq">
            <a:solidFill>
              <a:srgbClr val="0000CC"/>
            </a:solidFill>
            <a:round/>
            <a:headEnd/>
            <a:tailEnd/>
          </a:ln>
        </p:spPr>
        <p:txBody>
          <a:bodyPr/>
          <a:lstStyle/>
          <a:p>
            <a:endParaRPr lang="zh-CN" altLang="en-US"/>
          </a:p>
        </p:txBody>
      </p:sp>
      <p:sp>
        <p:nvSpPr>
          <p:cNvPr id="55337" name="Line 60"/>
          <p:cNvSpPr>
            <a:spLocks noChangeShapeType="1"/>
          </p:cNvSpPr>
          <p:nvPr/>
        </p:nvSpPr>
        <p:spPr bwMode="auto">
          <a:xfrm>
            <a:off x="1463675" y="5654675"/>
            <a:ext cx="0" cy="395288"/>
          </a:xfrm>
          <a:prstGeom prst="line">
            <a:avLst/>
          </a:prstGeom>
          <a:noFill/>
          <a:ln w="28575" cap="sq">
            <a:solidFill>
              <a:srgbClr val="0000CC"/>
            </a:solidFill>
            <a:round/>
            <a:headEnd/>
            <a:tailEnd/>
          </a:ln>
        </p:spPr>
        <p:txBody>
          <a:bodyPr/>
          <a:lstStyle/>
          <a:p>
            <a:endParaRPr lang="zh-CN" altLang="en-US"/>
          </a:p>
        </p:txBody>
      </p:sp>
      <p:sp>
        <p:nvSpPr>
          <p:cNvPr id="55338" name="Line 61"/>
          <p:cNvSpPr>
            <a:spLocks noChangeShapeType="1"/>
          </p:cNvSpPr>
          <p:nvPr/>
        </p:nvSpPr>
        <p:spPr bwMode="auto">
          <a:xfrm>
            <a:off x="7800975" y="5654675"/>
            <a:ext cx="0" cy="395288"/>
          </a:xfrm>
          <a:prstGeom prst="line">
            <a:avLst/>
          </a:prstGeom>
          <a:noFill/>
          <a:ln w="28575" cap="sq">
            <a:solidFill>
              <a:srgbClr val="0000CC"/>
            </a:solidFill>
            <a:round/>
            <a:headEnd/>
            <a:tailEnd/>
          </a:ln>
        </p:spPr>
        <p:txBody>
          <a:bodyPr/>
          <a:lstStyle/>
          <a:p>
            <a:endParaRPr lang="zh-CN" altLang="en-US"/>
          </a:p>
        </p:txBody>
      </p:sp>
      <p:sp>
        <p:nvSpPr>
          <p:cNvPr id="32830" name="Rectangle 62"/>
          <p:cNvSpPr>
            <a:spLocks noChangeArrowheads="1"/>
          </p:cNvSpPr>
          <p:nvPr/>
        </p:nvSpPr>
        <p:spPr bwMode="auto">
          <a:xfrm>
            <a:off x="4632325" y="2852738"/>
            <a:ext cx="3165475" cy="395287"/>
          </a:xfrm>
          <a:prstGeom prst="rect">
            <a:avLst/>
          </a:prstGeom>
          <a:solidFill>
            <a:srgbClr val="99CCFF">
              <a:alpha val="59999"/>
            </a:srgbClr>
          </a:solidFill>
          <a:ln w="9525">
            <a:solidFill>
              <a:srgbClr val="0000CC"/>
            </a:solidFill>
            <a:miter lim="800000"/>
            <a:headEnd/>
            <a:tailEnd/>
          </a:ln>
        </p:spPr>
        <p:txBody>
          <a:bodyPr/>
          <a:lstStyle/>
          <a:p>
            <a:pPr algn="ctr"/>
            <a:r>
              <a:rPr lang="en-US" altLang="zh-CN" sz="2400">
                <a:latin typeface="Times New Roman" pitchFamily="18" charset="0"/>
              </a:rPr>
              <a:t>10</a:t>
            </a:r>
            <a:r>
              <a:rPr lang="en-US" altLang="zh-CN" sz="2400" baseline="30000">
                <a:latin typeface="Times New Roman" pitchFamily="18" charset="0"/>
              </a:rPr>
              <a:t>14</a:t>
            </a:r>
          </a:p>
        </p:txBody>
      </p:sp>
      <p:sp>
        <p:nvSpPr>
          <p:cNvPr id="32831" name="Rectangle 63"/>
          <p:cNvSpPr>
            <a:spLocks noChangeArrowheads="1"/>
          </p:cNvSpPr>
          <p:nvPr/>
        </p:nvSpPr>
        <p:spPr bwMode="auto">
          <a:xfrm>
            <a:off x="1463675" y="2852738"/>
            <a:ext cx="3168650" cy="395287"/>
          </a:xfrm>
          <a:prstGeom prst="rect">
            <a:avLst/>
          </a:prstGeom>
          <a:solidFill>
            <a:srgbClr val="99CCFF">
              <a:alpha val="59999"/>
            </a:srgbClr>
          </a:solidFill>
          <a:ln w="9525">
            <a:solidFill>
              <a:srgbClr val="0000CC"/>
            </a:solidFill>
            <a:miter lim="800000"/>
            <a:headEnd/>
            <a:tailEnd/>
          </a:ln>
        </p:spPr>
        <p:txBody>
          <a:bodyPr/>
          <a:lstStyle/>
          <a:p>
            <a:pPr algn="ctr"/>
            <a:r>
              <a:rPr lang="zh-CN" altLang="en-US" sz="2400">
                <a:latin typeface="Times New Roman" pitchFamily="18" charset="0"/>
              </a:rPr>
              <a:t>人类</a:t>
            </a:r>
          </a:p>
        </p:txBody>
      </p:sp>
      <p:sp>
        <p:nvSpPr>
          <p:cNvPr id="55341" name="Line 64"/>
          <p:cNvSpPr>
            <a:spLocks noChangeShapeType="1"/>
          </p:cNvSpPr>
          <p:nvPr/>
        </p:nvSpPr>
        <p:spPr bwMode="auto">
          <a:xfrm>
            <a:off x="1463675" y="2852738"/>
            <a:ext cx="0" cy="395287"/>
          </a:xfrm>
          <a:prstGeom prst="line">
            <a:avLst/>
          </a:prstGeom>
          <a:noFill/>
          <a:ln w="28575" cap="sq">
            <a:solidFill>
              <a:srgbClr val="0000CC"/>
            </a:solidFill>
            <a:round/>
            <a:headEnd/>
            <a:tailEnd/>
          </a:ln>
        </p:spPr>
        <p:txBody>
          <a:bodyPr/>
          <a:lstStyle/>
          <a:p>
            <a:endParaRPr lang="zh-CN" altLang="en-US"/>
          </a:p>
        </p:txBody>
      </p:sp>
      <p:sp>
        <p:nvSpPr>
          <p:cNvPr id="55342" name="Line 65"/>
          <p:cNvSpPr>
            <a:spLocks noChangeShapeType="1"/>
          </p:cNvSpPr>
          <p:nvPr/>
        </p:nvSpPr>
        <p:spPr bwMode="auto">
          <a:xfrm>
            <a:off x="7797800" y="2852738"/>
            <a:ext cx="0" cy="395287"/>
          </a:xfrm>
          <a:prstGeom prst="line">
            <a:avLst/>
          </a:prstGeom>
          <a:noFill/>
          <a:ln w="28575" cap="sq">
            <a:solidFill>
              <a:srgbClr val="0000CC"/>
            </a:solidFill>
            <a:round/>
            <a:headEnd/>
            <a:tailEnd/>
          </a:ln>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74"/>
                                        </p:tgtEl>
                                        <p:attrNameLst>
                                          <p:attrName>style.visibility</p:attrName>
                                        </p:attrNameLst>
                                      </p:cBhvr>
                                      <p:to>
                                        <p:strVal val="visible"/>
                                      </p:to>
                                    </p:set>
                                    <p:animEffect transition="in" filter="wipe(left)">
                                      <p:cBhvr>
                                        <p:cTn id="7" dur="1000"/>
                                        <p:tgtEl>
                                          <p:spTgt spid="3277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32771"/>
                                        </p:tgtEl>
                                        <p:attrNameLst>
                                          <p:attrName>style.visibility</p:attrName>
                                        </p:attrNameLst>
                                      </p:cBhvr>
                                      <p:to>
                                        <p:strVal val="visible"/>
                                      </p:to>
                                    </p:set>
                                    <p:anim calcmode="lin" valueType="num">
                                      <p:cBhvr additive="base">
                                        <p:cTn id="12" dur="500" fill="hold"/>
                                        <p:tgtEl>
                                          <p:spTgt spid="32771"/>
                                        </p:tgtEl>
                                        <p:attrNameLst>
                                          <p:attrName>ppt_x</p:attrName>
                                        </p:attrNameLst>
                                      </p:cBhvr>
                                      <p:tavLst>
                                        <p:tav tm="0">
                                          <p:val>
                                            <p:strVal val="0-#ppt_w/2"/>
                                          </p:val>
                                        </p:tav>
                                        <p:tav tm="100000">
                                          <p:val>
                                            <p:strVal val="#ppt_x"/>
                                          </p:val>
                                        </p:tav>
                                      </p:tavLst>
                                    </p:anim>
                                    <p:anim calcmode="lin" valueType="num">
                                      <p:cBhvr additive="base">
                                        <p:cTn id="13" dur="500" fill="hold"/>
                                        <p:tgtEl>
                                          <p:spTgt spid="32771"/>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2772"/>
                                        </p:tgtEl>
                                        <p:attrNameLst>
                                          <p:attrName>style.visibility</p:attrName>
                                        </p:attrNameLst>
                                      </p:cBhvr>
                                      <p:to>
                                        <p:strVal val="visible"/>
                                      </p:to>
                                    </p:set>
                                    <p:animEffect transition="in" filter="wipe(left)">
                                      <p:cBhvr>
                                        <p:cTn id="18" dur="500"/>
                                        <p:tgtEl>
                                          <p:spTgt spid="3277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2773"/>
                                        </p:tgtEl>
                                        <p:attrNameLst>
                                          <p:attrName>style.visibility</p:attrName>
                                        </p:attrNameLst>
                                      </p:cBhvr>
                                      <p:to>
                                        <p:strVal val="visible"/>
                                      </p:to>
                                    </p:set>
                                    <p:animEffect transition="in" filter="wipe(left)">
                                      <p:cBhvr>
                                        <p:cTn id="23" dur="500"/>
                                        <p:tgtEl>
                                          <p:spTgt spid="32773"/>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32770"/>
                                        </p:tgtEl>
                                        <p:attrNameLst>
                                          <p:attrName>style.visibility</p:attrName>
                                        </p:attrNameLst>
                                      </p:cBhvr>
                                      <p:to>
                                        <p:strVal val="visible"/>
                                      </p:to>
                                    </p:set>
                                    <p:animEffect transition="in" filter="dissolve">
                                      <p:cBhvr>
                                        <p:cTn id="28" dur="500"/>
                                        <p:tgtEl>
                                          <p:spTgt spid="3277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2811"/>
                                        </p:tgtEl>
                                        <p:attrNameLst>
                                          <p:attrName>style.visibility</p:attrName>
                                        </p:attrNameLst>
                                      </p:cBhvr>
                                      <p:to>
                                        <p:strVal val="visible"/>
                                      </p:to>
                                    </p:set>
                                    <p:animEffect transition="in" filter="wipe(left)">
                                      <p:cBhvr>
                                        <p:cTn id="33" dur="500"/>
                                        <p:tgtEl>
                                          <p:spTgt spid="32811"/>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32810"/>
                                        </p:tgtEl>
                                        <p:attrNameLst>
                                          <p:attrName>style.visibility</p:attrName>
                                        </p:attrNameLst>
                                      </p:cBhvr>
                                      <p:to>
                                        <p:strVal val="visible"/>
                                      </p:to>
                                    </p:set>
                                    <p:animEffect transition="in" filter="wipe(left)">
                                      <p:cBhvr>
                                        <p:cTn id="37" dur="500"/>
                                        <p:tgtEl>
                                          <p:spTgt spid="32810"/>
                                        </p:tgtEl>
                                      </p:cBhvr>
                                    </p:animEffect>
                                  </p:childTnLst>
                                </p:cTn>
                              </p:par>
                            </p:childTnLst>
                          </p:cTn>
                        </p:par>
                        <p:par>
                          <p:cTn id="38" fill="hold">
                            <p:stCondLst>
                              <p:cond delay="1000"/>
                            </p:stCondLst>
                            <p:childTnLst>
                              <p:par>
                                <p:cTn id="39" presetID="22" presetClass="entr" presetSubtype="8" fill="hold" grpId="0" nodeType="afterEffect">
                                  <p:stCondLst>
                                    <p:cond delay="0"/>
                                  </p:stCondLst>
                                  <p:childTnLst>
                                    <p:set>
                                      <p:cBhvr>
                                        <p:cTn id="40" dur="1" fill="hold">
                                          <p:stCondLst>
                                            <p:cond delay="0"/>
                                          </p:stCondLst>
                                        </p:cTn>
                                        <p:tgtEl>
                                          <p:spTgt spid="32809"/>
                                        </p:tgtEl>
                                        <p:attrNameLst>
                                          <p:attrName>style.visibility</p:attrName>
                                        </p:attrNameLst>
                                      </p:cBhvr>
                                      <p:to>
                                        <p:strVal val="visible"/>
                                      </p:to>
                                    </p:set>
                                    <p:animEffect transition="in" filter="wipe(left)">
                                      <p:cBhvr>
                                        <p:cTn id="41" dur="500"/>
                                        <p:tgtEl>
                                          <p:spTgt spid="32809"/>
                                        </p:tgtEl>
                                      </p:cBhvr>
                                    </p:animEffect>
                                  </p:childTnLst>
                                </p:cTn>
                              </p:par>
                            </p:childTnLst>
                          </p:cTn>
                        </p:par>
                        <p:par>
                          <p:cTn id="42" fill="hold">
                            <p:stCondLst>
                              <p:cond delay="1500"/>
                            </p:stCondLst>
                            <p:childTnLst>
                              <p:par>
                                <p:cTn id="43" presetID="22" presetClass="entr" presetSubtype="8" fill="hold" grpId="0" nodeType="afterEffect">
                                  <p:stCondLst>
                                    <p:cond delay="0"/>
                                  </p:stCondLst>
                                  <p:childTnLst>
                                    <p:set>
                                      <p:cBhvr>
                                        <p:cTn id="44" dur="1" fill="hold">
                                          <p:stCondLst>
                                            <p:cond delay="0"/>
                                          </p:stCondLst>
                                        </p:cTn>
                                        <p:tgtEl>
                                          <p:spTgt spid="32808"/>
                                        </p:tgtEl>
                                        <p:attrNameLst>
                                          <p:attrName>style.visibility</p:attrName>
                                        </p:attrNameLst>
                                      </p:cBhvr>
                                      <p:to>
                                        <p:strVal val="visible"/>
                                      </p:to>
                                    </p:set>
                                    <p:animEffect transition="in" filter="wipe(left)">
                                      <p:cBhvr>
                                        <p:cTn id="45" dur="500"/>
                                        <p:tgtEl>
                                          <p:spTgt spid="32808"/>
                                        </p:tgtEl>
                                      </p:cBhvr>
                                    </p:animEffect>
                                  </p:childTnLst>
                                </p:cTn>
                              </p:par>
                            </p:childTnLst>
                          </p:cTn>
                        </p:par>
                        <p:par>
                          <p:cTn id="46" fill="hold">
                            <p:stCondLst>
                              <p:cond delay="2000"/>
                            </p:stCondLst>
                            <p:childTnLst>
                              <p:par>
                                <p:cTn id="47" presetID="22" presetClass="entr" presetSubtype="8" fill="hold" grpId="0" nodeType="afterEffect">
                                  <p:stCondLst>
                                    <p:cond delay="0"/>
                                  </p:stCondLst>
                                  <p:childTnLst>
                                    <p:set>
                                      <p:cBhvr>
                                        <p:cTn id="48" dur="1" fill="hold">
                                          <p:stCondLst>
                                            <p:cond delay="0"/>
                                          </p:stCondLst>
                                        </p:cTn>
                                        <p:tgtEl>
                                          <p:spTgt spid="32831"/>
                                        </p:tgtEl>
                                        <p:attrNameLst>
                                          <p:attrName>style.visibility</p:attrName>
                                        </p:attrNameLst>
                                      </p:cBhvr>
                                      <p:to>
                                        <p:strVal val="visible"/>
                                      </p:to>
                                    </p:set>
                                    <p:animEffect transition="in" filter="wipe(left)">
                                      <p:cBhvr>
                                        <p:cTn id="49" dur="500"/>
                                        <p:tgtEl>
                                          <p:spTgt spid="32831"/>
                                        </p:tgtEl>
                                      </p:cBhvr>
                                    </p:animEffect>
                                  </p:childTnLst>
                                </p:cTn>
                              </p:par>
                            </p:childTnLst>
                          </p:cTn>
                        </p:par>
                        <p:par>
                          <p:cTn id="50" fill="hold">
                            <p:stCondLst>
                              <p:cond delay="2500"/>
                            </p:stCondLst>
                            <p:childTnLst>
                              <p:par>
                                <p:cTn id="51" presetID="22" presetClass="entr" presetSubtype="8" fill="hold" grpId="0" nodeType="afterEffect">
                                  <p:stCondLst>
                                    <p:cond delay="0"/>
                                  </p:stCondLst>
                                  <p:childTnLst>
                                    <p:set>
                                      <p:cBhvr>
                                        <p:cTn id="52" dur="1" fill="hold">
                                          <p:stCondLst>
                                            <p:cond delay="0"/>
                                          </p:stCondLst>
                                        </p:cTn>
                                        <p:tgtEl>
                                          <p:spTgt spid="32830"/>
                                        </p:tgtEl>
                                        <p:attrNameLst>
                                          <p:attrName>style.visibility</p:attrName>
                                        </p:attrNameLst>
                                      </p:cBhvr>
                                      <p:to>
                                        <p:strVal val="visible"/>
                                      </p:to>
                                    </p:set>
                                    <p:animEffect transition="in" filter="wipe(left)">
                                      <p:cBhvr>
                                        <p:cTn id="53" dur="500"/>
                                        <p:tgtEl>
                                          <p:spTgt spid="32830"/>
                                        </p:tgtEl>
                                      </p:cBhvr>
                                    </p:animEffect>
                                  </p:childTnLst>
                                </p:cTn>
                              </p:par>
                            </p:childTnLst>
                          </p:cTn>
                        </p:par>
                        <p:par>
                          <p:cTn id="54" fill="hold">
                            <p:stCondLst>
                              <p:cond delay="3000"/>
                            </p:stCondLst>
                            <p:childTnLst>
                              <p:par>
                                <p:cTn id="55" presetID="22" presetClass="entr" presetSubtype="8" fill="hold" grpId="0" nodeType="afterEffect">
                                  <p:stCondLst>
                                    <p:cond delay="0"/>
                                  </p:stCondLst>
                                  <p:childTnLst>
                                    <p:set>
                                      <p:cBhvr>
                                        <p:cTn id="56" dur="1" fill="hold">
                                          <p:stCondLst>
                                            <p:cond delay="0"/>
                                          </p:stCondLst>
                                        </p:cTn>
                                        <p:tgtEl>
                                          <p:spTgt spid="32807"/>
                                        </p:tgtEl>
                                        <p:attrNameLst>
                                          <p:attrName>style.visibility</p:attrName>
                                        </p:attrNameLst>
                                      </p:cBhvr>
                                      <p:to>
                                        <p:strVal val="visible"/>
                                      </p:to>
                                    </p:set>
                                    <p:animEffect transition="in" filter="wipe(left)">
                                      <p:cBhvr>
                                        <p:cTn id="57" dur="500"/>
                                        <p:tgtEl>
                                          <p:spTgt spid="32807"/>
                                        </p:tgtEl>
                                      </p:cBhvr>
                                    </p:animEffect>
                                  </p:childTnLst>
                                </p:cTn>
                              </p:par>
                            </p:childTnLst>
                          </p:cTn>
                        </p:par>
                        <p:par>
                          <p:cTn id="58" fill="hold">
                            <p:stCondLst>
                              <p:cond delay="3500"/>
                            </p:stCondLst>
                            <p:childTnLst>
                              <p:par>
                                <p:cTn id="59" presetID="22" presetClass="entr" presetSubtype="8" fill="hold" grpId="0" nodeType="afterEffect">
                                  <p:stCondLst>
                                    <p:cond delay="0"/>
                                  </p:stCondLst>
                                  <p:childTnLst>
                                    <p:set>
                                      <p:cBhvr>
                                        <p:cTn id="60" dur="1" fill="hold">
                                          <p:stCondLst>
                                            <p:cond delay="0"/>
                                          </p:stCondLst>
                                        </p:cTn>
                                        <p:tgtEl>
                                          <p:spTgt spid="32806"/>
                                        </p:tgtEl>
                                        <p:attrNameLst>
                                          <p:attrName>style.visibility</p:attrName>
                                        </p:attrNameLst>
                                      </p:cBhvr>
                                      <p:to>
                                        <p:strVal val="visible"/>
                                      </p:to>
                                    </p:set>
                                    <p:animEffect transition="in" filter="wipe(left)">
                                      <p:cBhvr>
                                        <p:cTn id="61" dur="500"/>
                                        <p:tgtEl>
                                          <p:spTgt spid="32806"/>
                                        </p:tgtEl>
                                      </p:cBhvr>
                                    </p:animEffect>
                                  </p:childTnLst>
                                </p:cTn>
                              </p:par>
                            </p:childTnLst>
                          </p:cTn>
                        </p:par>
                        <p:par>
                          <p:cTn id="62" fill="hold">
                            <p:stCondLst>
                              <p:cond delay="4000"/>
                            </p:stCondLst>
                            <p:childTnLst>
                              <p:par>
                                <p:cTn id="63" presetID="22" presetClass="entr" presetSubtype="8" fill="hold" grpId="0" nodeType="afterEffect">
                                  <p:stCondLst>
                                    <p:cond delay="0"/>
                                  </p:stCondLst>
                                  <p:childTnLst>
                                    <p:set>
                                      <p:cBhvr>
                                        <p:cTn id="64" dur="1" fill="hold">
                                          <p:stCondLst>
                                            <p:cond delay="0"/>
                                          </p:stCondLst>
                                        </p:cTn>
                                        <p:tgtEl>
                                          <p:spTgt spid="32805"/>
                                        </p:tgtEl>
                                        <p:attrNameLst>
                                          <p:attrName>style.visibility</p:attrName>
                                        </p:attrNameLst>
                                      </p:cBhvr>
                                      <p:to>
                                        <p:strVal val="visible"/>
                                      </p:to>
                                    </p:set>
                                    <p:animEffect transition="in" filter="wipe(left)">
                                      <p:cBhvr>
                                        <p:cTn id="65" dur="500"/>
                                        <p:tgtEl>
                                          <p:spTgt spid="32805"/>
                                        </p:tgtEl>
                                      </p:cBhvr>
                                    </p:animEffect>
                                  </p:childTnLst>
                                </p:cTn>
                              </p:par>
                            </p:childTnLst>
                          </p:cTn>
                        </p:par>
                        <p:par>
                          <p:cTn id="66" fill="hold">
                            <p:stCondLst>
                              <p:cond delay="4500"/>
                            </p:stCondLst>
                            <p:childTnLst>
                              <p:par>
                                <p:cTn id="67" presetID="22" presetClass="entr" presetSubtype="8" fill="hold" grpId="0" nodeType="afterEffect">
                                  <p:stCondLst>
                                    <p:cond delay="0"/>
                                  </p:stCondLst>
                                  <p:childTnLst>
                                    <p:set>
                                      <p:cBhvr>
                                        <p:cTn id="68" dur="1" fill="hold">
                                          <p:stCondLst>
                                            <p:cond delay="0"/>
                                          </p:stCondLst>
                                        </p:cTn>
                                        <p:tgtEl>
                                          <p:spTgt spid="32804"/>
                                        </p:tgtEl>
                                        <p:attrNameLst>
                                          <p:attrName>style.visibility</p:attrName>
                                        </p:attrNameLst>
                                      </p:cBhvr>
                                      <p:to>
                                        <p:strVal val="visible"/>
                                      </p:to>
                                    </p:set>
                                    <p:animEffect transition="in" filter="wipe(left)">
                                      <p:cBhvr>
                                        <p:cTn id="69" dur="500"/>
                                        <p:tgtEl>
                                          <p:spTgt spid="32804"/>
                                        </p:tgtEl>
                                      </p:cBhvr>
                                    </p:animEffect>
                                  </p:childTnLst>
                                </p:cTn>
                              </p:par>
                            </p:childTnLst>
                          </p:cTn>
                        </p:par>
                        <p:par>
                          <p:cTn id="70" fill="hold">
                            <p:stCondLst>
                              <p:cond delay="5000"/>
                            </p:stCondLst>
                            <p:childTnLst>
                              <p:par>
                                <p:cTn id="71" presetID="22" presetClass="entr" presetSubtype="8" fill="hold" grpId="0" nodeType="afterEffect">
                                  <p:stCondLst>
                                    <p:cond delay="0"/>
                                  </p:stCondLst>
                                  <p:childTnLst>
                                    <p:set>
                                      <p:cBhvr>
                                        <p:cTn id="72" dur="1" fill="hold">
                                          <p:stCondLst>
                                            <p:cond delay="0"/>
                                          </p:stCondLst>
                                        </p:cTn>
                                        <p:tgtEl>
                                          <p:spTgt spid="32801"/>
                                        </p:tgtEl>
                                        <p:attrNameLst>
                                          <p:attrName>style.visibility</p:attrName>
                                        </p:attrNameLst>
                                      </p:cBhvr>
                                      <p:to>
                                        <p:strVal val="visible"/>
                                      </p:to>
                                    </p:set>
                                    <p:animEffect transition="in" filter="wipe(left)">
                                      <p:cBhvr>
                                        <p:cTn id="73" dur="500"/>
                                        <p:tgtEl>
                                          <p:spTgt spid="32801"/>
                                        </p:tgtEl>
                                      </p:cBhvr>
                                    </p:animEffect>
                                  </p:childTnLst>
                                </p:cTn>
                              </p:par>
                            </p:childTnLst>
                          </p:cTn>
                        </p:par>
                        <p:par>
                          <p:cTn id="74" fill="hold">
                            <p:stCondLst>
                              <p:cond delay="5500"/>
                            </p:stCondLst>
                            <p:childTnLst>
                              <p:par>
                                <p:cTn id="75" presetID="22" presetClass="entr" presetSubtype="8" fill="hold" grpId="0" nodeType="afterEffect">
                                  <p:stCondLst>
                                    <p:cond delay="0"/>
                                  </p:stCondLst>
                                  <p:childTnLst>
                                    <p:set>
                                      <p:cBhvr>
                                        <p:cTn id="76" dur="1" fill="hold">
                                          <p:stCondLst>
                                            <p:cond delay="0"/>
                                          </p:stCondLst>
                                        </p:cTn>
                                        <p:tgtEl>
                                          <p:spTgt spid="32800"/>
                                        </p:tgtEl>
                                        <p:attrNameLst>
                                          <p:attrName>style.visibility</p:attrName>
                                        </p:attrNameLst>
                                      </p:cBhvr>
                                      <p:to>
                                        <p:strVal val="visible"/>
                                      </p:to>
                                    </p:set>
                                    <p:animEffect transition="in" filter="wipe(left)">
                                      <p:cBhvr>
                                        <p:cTn id="77" dur="500"/>
                                        <p:tgtEl>
                                          <p:spTgt spid="32800"/>
                                        </p:tgtEl>
                                      </p:cBhvr>
                                    </p:animEffect>
                                  </p:childTnLst>
                                </p:cTn>
                              </p:par>
                            </p:childTnLst>
                          </p:cTn>
                        </p:par>
                        <p:par>
                          <p:cTn id="78" fill="hold">
                            <p:stCondLst>
                              <p:cond delay="6000"/>
                            </p:stCondLst>
                            <p:childTnLst>
                              <p:par>
                                <p:cTn id="79" presetID="22" presetClass="entr" presetSubtype="8" fill="hold" grpId="0" nodeType="afterEffect">
                                  <p:stCondLst>
                                    <p:cond delay="0"/>
                                  </p:stCondLst>
                                  <p:childTnLst>
                                    <p:set>
                                      <p:cBhvr>
                                        <p:cTn id="80" dur="1" fill="hold">
                                          <p:stCondLst>
                                            <p:cond delay="0"/>
                                          </p:stCondLst>
                                        </p:cTn>
                                        <p:tgtEl>
                                          <p:spTgt spid="32795"/>
                                        </p:tgtEl>
                                        <p:attrNameLst>
                                          <p:attrName>style.visibility</p:attrName>
                                        </p:attrNameLst>
                                      </p:cBhvr>
                                      <p:to>
                                        <p:strVal val="visible"/>
                                      </p:to>
                                    </p:set>
                                    <p:animEffect transition="in" filter="wipe(left)">
                                      <p:cBhvr>
                                        <p:cTn id="81" dur="500"/>
                                        <p:tgtEl>
                                          <p:spTgt spid="32795"/>
                                        </p:tgtEl>
                                      </p:cBhvr>
                                    </p:animEffect>
                                  </p:childTnLst>
                                </p:cTn>
                              </p:par>
                            </p:childTnLst>
                          </p:cTn>
                        </p:par>
                        <p:par>
                          <p:cTn id="82" fill="hold">
                            <p:stCondLst>
                              <p:cond delay="6500"/>
                            </p:stCondLst>
                            <p:childTnLst>
                              <p:par>
                                <p:cTn id="83" presetID="22" presetClass="entr" presetSubtype="8" fill="hold" grpId="0" nodeType="afterEffect">
                                  <p:stCondLst>
                                    <p:cond delay="0"/>
                                  </p:stCondLst>
                                  <p:childTnLst>
                                    <p:set>
                                      <p:cBhvr>
                                        <p:cTn id="84" dur="1" fill="hold">
                                          <p:stCondLst>
                                            <p:cond delay="0"/>
                                          </p:stCondLst>
                                        </p:cTn>
                                        <p:tgtEl>
                                          <p:spTgt spid="32794"/>
                                        </p:tgtEl>
                                        <p:attrNameLst>
                                          <p:attrName>style.visibility</p:attrName>
                                        </p:attrNameLst>
                                      </p:cBhvr>
                                      <p:to>
                                        <p:strVal val="visible"/>
                                      </p:to>
                                    </p:set>
                                    <p:animEffect transition="in" filter="wipe(left)">
                                      <p:cBhvr>
                                        <p:cTn id="85" dur="500"/>
                                        <p:tgtEl>
                                          <p:spTgt spid="32794"/>
                                        </p:tgtEl>
                                      </p:cBhvr>
                                    </p:animEffect>
                                  </p:childTnLst>
                                </p:cTn>
                              </p:par>
                            </p:childTnLst>
                          </p:cTn>
                        </p:par>
                        <p:par>
                          <p:cTn id="86" fill="hold">
                            <p:stCondLst>
                              <p:cond delay="7000"/>
                            </p:stCondLst>
                            <p:childTnLst>
                              <p:par>
                                <p:cTn id="87" presetID="22" presetClass="entr" presetSubtype="8" fill="hold" grpId="0" nodeType="afterEffect">
                                  <p:stCondLst>
                                    <p:cond delay="0"/>
                                  </p:stCondLst>
                                  <p:childTnLst>
                                    <p:set>
                                      <p:cBhvr>
                                        <p:cTn id="88" dur="1" fill="hold">
                                          <p:stCondLst>
                                            <p:cond delay="0"/>
                                          </p:stCondLst>
                                        </p:cTn>
                                        <p:tgtEl>
                                          <p:spTgt spid="32797"/>
                                        </p:tgtEl>
                                        <p:attrNameLst>
                                          <p:attrName>style.visibility</p:attrName>
                                        </p:attrNameLst>
                                      </p:cBhvr>
                                      <p:to>
                                        <p:strVal val="visible"/>
                                      </p:to>
                                    </p:set>
                                    <p:animEffect transition="in" filter="wipe(left)">
                                      <p:cBhvr>
                                        <p:cTn id="89" dur="500"/>
                                        <p:tgtEl>
                                          <p:spTgt spid="32797"/>
                                        </p:tgtEl>
                                      </p:cBhvr>
                                    </p:animEffect>
                                  </p:childTnLst>
                                </p:cTn>
                              </p:par>
                            </p:childTnLst>
                          </p:cTn>
                        </p:par>
                        <p:par>
                          <p:cTn id="90" fill="hold">
                            <p:stCondLst>
                              <p:cond delay="7500"/>
                            </p:stCondLst>
                            <p:childTnLst>
                              <p:par>
                                <p:cTn id="91" presetID="22" presetClass="entr" presetSubtype="8" fill="hold" grpId="0" nodeType="afterEffect">
                                  <p:stCondLst>
                                    <p:cond delay="0"/>
                                  </p:stCondLst>
                                  <p:childTnLst>
                                    <p:set>
                                      <p:cBhvr>
                                        <p:cTn id="92" dur="1" fill="hold">
                                          <p:stCondLst>
                                            <p:cond delay="0"/>
                                          </p:stCondLst>
                                        </p:cTn>
                                        <p:tgtEl>
                                          <p:spTgt spid="32796"/>
                                        </p:tgtEl>
                                        <p:attrNameLst>
                                          <p:attrName>style.visibility</p:attrName>
                                        </p:attrNameLst>
                                      </p:cBhvr>
                                      <p:to>
                                        <p:strVal val="visible"/>
                                      </p:to>
                                    </p:set>
                                    <p:animEffect transition="in" filter="wipe(left)">
                                      <p:cBhvr>
                                        <p:cTn id="93" dur="500"/>
                                        <p:tgtEl>
                                          <p:spTgt spid="32796"/>
                                        </p:tgtEl>
                                      </p:cBhvr>
                                    </p:animEffect>
                                  </p:childTnLst>
                                </p:cTn>
                              </p:par>
                            </p:childTnLst>
                          </p:cTn>
                        </p:par>
                        <p:par>
                          <p:cTn id="94" fill="hold">
                            <p:stCondLst>
                              <p:cond delay="8000"/>
                            </p:stCondLst>
                            <p:childTnLst>
                              <p:par>
                                <p:cTn id="95" presetID="22" presetClass="entr" presetSubtype="8" fill="hold" grpId="0" nodeType="afterEffect">
                                  <p:stCondLst>
                                    <p:cond delay="0"/>
                                  </p:stCondLst>
                                  <p:childTnLst>
                                    <p:set>
                                      <p:cBhvr>
                                        <p:cTn id="96" dur="1" fill="hold">
                                          <p:stCondLst>
                                            <p:cond delay="0"/>
                                          </p:stCondLst>
                                        </p:cTn>
                                        <p:tgtEl>
                                          <p:spTgt spid="32799"/>
                                        </p:tgtEl>
                                        <p:attrNameLst>
                                          <p:attrName>style.visibility</p:attrName>
                                        </p:attrNameLst>
                                      </p:cBhvr>
                                      <p:to>
                                        <p:strVal val="visible"/>
                                      </p:to>
                                    </p:set>
                                    <p:animEffect transition="in" filter="wipe(left)">
                                      <p:cBhvr>
                                        <p:cTn id="97" dur="500"/>
                                        <p:tgtEl>
                                          <p:spTgt spid="32799"/>
                                        </p:tgtEl>
                                      </p:cBhvr>
                                    </p:animEffect>
                                  </p:childTnLst>
                                </p:cTn>
                              </p:par>
                            </p:childTnLst>
                          </p:cTn>
                        </p:par>
                        <p:par>
                          <p:cTn id="98" fill="hold">
                            <p:stCondLst>
                              <p:cond delay="8500"/>
                            </p:stCondLst>
                            <p:childTnLst>
                              <p:par>
                                <p:cTn id="99" presetID="22" presetClass="entr" presetSubtype="8" fill="hold" grpId="0" nodeType="afterEffect">
                                  <p:stCondLst>
                                    <p:cond delay="0"/>
                                  </p:stCondLst>
                                  <p:childTnLst>
                                    <p:set>
                                      <p:cBhvr>
                                        <p:cTn id="100" dur="1" fill="hold">
                                          <p:stCondLst>
                                            <p:cond delay="0"/>
                                          </p:stCondLst>
                                        </p:cTn>
                                        <p:tgtEl>
                                          <p:spTgt spid="32798"/>
                                        </p:tgtEl>
                                        <p:attrNameLst>
                                          <p:attrName>style.visibility</p:attrName>
                                        </p:attrNameLst>
                                      </p:cBhvr>
                                      <p:to>
                                        <p:strVal val="visible"/>
                                      </p:to>
                                    </p:set>
                                    <p:animEffect transition="in" filter="wipe(left)">
                                      <p:cBhvr>
                                        <p:cTn id="101" dur="500"/>
                                        <p:tgtEl>
                                          <p:spTgt spid="32798"/>
                                        </p:tgtEl>
                                      </p:cBhvr>
                                    </p:animEffect>
                                  </p:childTnLst>
                                </p:cTn>
                              </p:par>
                            </p:childTnLst>
                          </p:cTn>
                        </p:par>
                        <p:par>
                          <p:cTn id="102" fill="hold">
                            <p:stCondLst>
                              <p:cond delay="9000"/>
                            </p:stCondLst>
                            <p:childTnLst>
                              <p:par>
                                <p:cTn id="103" presetID="22" presetClass="entr" presetSubtype="8" fill="hold" grpId="0" nodeType="afterEffect">
                                  <p:stCondLst>
                                    <p:cond delay="0"/>
                                  </p:stCondLst>
                                  <p:childTnLst>
                                    <p:set>
                                      <p:cBhvr>
                                        <p:cTn id="104" dur="1" fill="hold">
                                          <p:stCondLst>
                                            <p:cond delay="0"/>
                                          </p:stCondLst>
                                        </p:cTn>
                                        <p:tgtEl>
                                          <p:spTgt spid="32803"/>
                                        </p:tgtEl>
                                        <p:attrNameLst>
                                          <p:attrName>style.visibility</p:attrName>
                                        </p:attrNameLst>
                                      </p:cBhvr>
                                      <p:to>
                                        <p:strVal val="visible"/>
                                      </p:to>
                                    </p:set>
                                    <p:animEffect transition="in" filter="wipe(left)">
                                      <p:cBhvr>
                                        <p:cTn id="105" dur="500"/>
                                        <p:tgtEl>
                                          <p:spTgt spid="32803"/>
                                        </p:tgtEl>
                                      </p:cBhvr>
                                    </p:animEffect>
                                  </p:childTnLst>
                                </p:cTn>
                              </p:par>
                            </p:childTnLst>
                          </p:cTn>
                        </p:par>
                        <p:par>
                          <p:cTn id="106" fill="hold">
                            <p:stCondLst>
                              <p:cond delay="9500"/>
                            </p:stCondLst>
                            <p:childTnLst>
                              <p:par>
                                <p:cTn id="107" presetID="22" presetClass="entr" presetSubtype="8" fill="hold" grpId="0" nodeType="afterEffect">
                                  <p:stCondLst>
                                    <p:cond delay="0"/>
                                  </p:stCondLst>
                                  <p:childTnLst>
                                    <p:set>
                                      <p:cBhvr>
                                        <p:cTn id="108" dur="1" fill="hold">
                                          <p:stCondLst>
                                            <p:cond delay="0"/>
                                          </p:stCondLst>
                                        </p:cTn>
                                        <p:tgtEl>
                                          <p:spTgt spid="32802"/>
                                        </p:tgtEl>
                                        <p:attrNameLst>
                                          <p:attrName>style.visibility</p:attrName>
                                        </p:attrNameLst>
                                      </p:cBhvr>
                                      <p:to>
                                        <p:strVal val="visible"/>
                                      </p:to>
                                    </p:set>
                                    <p:animEffect transition="in" filter="wipe(left)">
                                      <p:cBhvr>
                                        <p:cTn id="109" dur="500"/>
                                        <p:tgtEl>
                                          <p:spTgt spid="328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animBg="1"/>
      <p:bldP spid="32771" grpId="0" autoUpdateAnimBg="0"/>
      <p:bldP spid="32772" grpId="0" animBg="1"/>
      <p:bldP spid="32773" grpId="0" animBg="1"/>
      <p:bldP spid="32774" grpId="0"/>
      <p:bldP spid="32794" grpId="0" animBg="1"/>
      <p:bldP spid="32795" grpId="0" animBg="1"/>
      <p:bldP spid="32796" grpId="0" animBg="1"/>
      <p:bldP spid="32797" grpId="0" animBg="1"/>
      <p:bldP spid="32798" grpId="0" animBg="1"/>
      <p:bldP spid="32799" grpId="0" animBg="1"/>
      <p:bldP spid="32800" grpId="0" animBg="1"/>
      <p:bldP spid="32801" grpId="0" animBg="1"/>
      <p:bldP spid="32802" grpId="0" animBg="1"/>
      <p:bldP spid="32803" grpId="0" animBg="1"/>
      <p:bldP spid="32804" grpId="0" animBg="1"/>
      <p:bldP spid="32805" grpId="0" animBg="1"/>
      <p:bldP spid="32806" grpId="0" animBg="1"/>
      <p:bldP spid="32807" grpId="0" animBg="1"/>
      <p:bldP spid="32808" grpId="0" animBg="1"/>
      <p:bldP spid="32809" grpId="0" animBg="1"/>
      <p:bldP spid="32810" grpId="0" animBg="1"/>
      <p:bldP spid="32811" grpId="0" animBg="1"/>
      <p:bldP spid="32830" grpId="0" animBg="1"/>
      <p:bldP spid="3283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AutoShape 2"/>
          <p:cNvSpPr>
            <a:spLocks noChangeArrowheads="1"/>
          </p:cNvSpPr>
          <p:nvPr/>
        </p:nvSpPr>
        <p:spPr bwMode="auto">
          <a:xfrm>
            <a:off x="107950" y="1411288"/>
            <a:ext cx="1727200" cy="1852612"/>
          </a:xfrm>
          <a:prstGeom prst="bevel">
            <a:avLst>
              <a:gd name="adj" fmla="val 9306"/>
            </a:avLst>
          </a:prstGeom>
          <a:solidFill>
            <a:srgbClr val="33CCCC"/>
          </a:solidFill>
          <a:ln w="9525">
            <a:solidFill>
              <a:schemeClr val="tx1"/>
            </a:solidFill>
            <a:miter lim="800000"/>
            <a:headEnd/>
            <a:tailEnd/>
          </a:ln>
        </p:spPr>
        <p:txBody>
          <a:bodyPr wrap="none" anchor="ctr"/>
          <a:lstStyle/>
          <a:p>
            <a:pPr algn="ctr"/>
            <a:r>
              <a:rPr kumimoji="1" lang="zh-CN" altLang="en-US" sz="2000">
                <a:latin typeface="Times New Roman" pitchFamily="18" charset="0"/>
                <a:ea typeface="仿宋_GB2312" pitchFamily="49" charset="-122"/>
              </a:rPr>
              <a:t>一次大爆炸</a:t>
            </a:r>
          </a:p>
          <a:p>
            <a:pPr algn="ctr"/>
            <a:r>
              <a:rPr kumimoji="1" lang="zh-CN" altLang="en-US" sz="2000">
                <a:latin typeface="Times New Roman" pitchFamily="18" charset="0"/>
                <a:ea typeface="仿宋_GB2312" pitchFamily="49" charset="-122"/>
              </a:rPr>
              <a:t>瞬间温度</a:t>
            </a:r>
          </a:p>
          <a:p>
            <a:pPr algn="ctr"/>
            <a:r>
              <a:rPr kumimoji="1" lang="zh-CN" altLang="en-US" sz="2000">
                <a:latin typeface="Times New Roman" pitchFamily="18" charset="0"/>
                <a:ea typeface="仿宋_GB2312" pitchFamily="49" charset="-122"/>
              </a:rPr>
              <a:t>约为</a:t>
            </a:r>
            <a:r>
              <a:rPr kumimoji="1" lang="en-US" altLang="zh-CN" sz="2000">
                <a:latin typeface="Times New Roman" pitchFamily="18" charset="0"/>
                <a:ea typeface="仿宋_GB2312" pitchFamily="49" charset="-122"/>
              </a:rPr>
              <a:t>10</a:t>
            </a:r>
            <a:r>
              <a:rPr kumimoji="1" lang="en-US" altLang="zh-CN" sz="2000" baseline="30000">
                <a:latin typeface="Times New Roman" pitchFamily="18" charset="0"/>
                <a:ea typeface="仿宋_GB2312" pitchFamily="49" charset="-122"/>
              </a:rPr>
              <a:t>28</a:t>
            </a:r>
            <a:r>
              <a:rPr kumimoji="1" lang="en-US" altLang="zh-CN" sz="2000">
                <a:latin typeface="Times New Roman" pitchFamily="18" charset="0"/>
                <a:ea typeface="仿宋_GB2312" pitchFamily="49" charset="-122"/>
              </a:rPr>
              <a:t>K</a:t>
            </a:r>
          </a:p>
        </p:txBody>
      </p:sp>
      <p:sp>
        <p:nvSpPr>
          <p:cNvPr id="205827" name="AutoShape 3"/>
          <p:cNvSpPr>
            <a:spLocks noChangeArrowheads="1"/>
          </p:cNvSpPr>
          <p:nvPr/>
        </p:nvSpPr>
        <p:spPr bwMode="auto">
          <a:xfrm>
            <a:off x="2484438" y="1392238"/>
            <a:ext cx="1511300" cy="1779587"/>
          </a:xfrm>
          <a:prstGeom prst="bevel">
            <a:avLst>
              <a:gd name="adj" fmla="val 9306"/>
            </a:avLst>
          </a:prstGeom>
          <a:solidFill>
            <a:srgbClr val="FFCC99"/>
          </a:solidFill>
          <a:ln w="9525">
            <a:solidFill>
              <a:schemeClr val="tx1"/>
            </a:solidFill>
            <a:miter lim="800000"/>
            <a:headEnd/>
            <a:tailEnd/>
          </a:ln>
        </p:spPr>
        <p:txBody>
          <a:bodyPr wrap="none" anchor="ctr"/>
          <a:lstStyle/>
          <a:p>
            <a:pPr algn="ctr"/>
            <a:r>
              <a:rPr kumimoji="1" lang="zh-CN" altLang="en-US" sz="2000">
                <a:solidFill>
                  <a:srgbClr val="0000B6"/>
                </a:solidFill>
                <a:latin typeface="Times New Roman" pitchFamily="18" charset="0"/>
                <a:ea typeface="仿宋_GB2312" pitchFamily="49" charset="-122"/>
              </a:rPr>
              <a:t>各处的</a:t>
            </a:r>
          </a:p>
          <a:p>
            <a:pPr algn="ctr"/>
            <a:r>
              <a:rPr kumimoji="1" lang="zh-CN" altLang="en-US" sz="2000">
                <a:solidFill>
                  <a:srgbClr val="0000B6"/>
                </a:solidFill>
                <a:latin typeface="Times New Roman" pitchFamily="18" charset="0"/>
                <a:ea typeface="仿宋_GB2312" pitchFamily="49" charset="-122"/>
              </a:rPr>
              <a:t>温度约</a:t>
            </a:r>
          </a:p>
          <a:p>
            <a:pPr algn="ctr"/>
            <a:r>
              <a:rPr kumimoji="1" lang="zh-CN" altLang="en-US" sz="2000">
                <a:solidFill>
                  <a:srgbClr val="0000B6"/>
                </a:solidFill>
                <a:latin typeface="Times New Roman" pitchFamily="18" charset="0"/>
                <a:ea typeface="仿宋_GB2312" pitchFamily="49" charset="-122"/>
              </a:rPr>
              <a:t>为</a:t>
            </a:r>
            <a:r>
              <a:rPr kumimoji="1" lang="en-US" altLang="zh-CN" sz="2000">
                <a:solidFill>
                  <a:srgbClr val="0000B6"/>
                </a:solidFill>
                <a:latin typeface="Times New Roman" pitchFamily="18" charset="0"/>
                <a:ea typeface="仿宋_GB2312" pitchFamily="49" charset="-122"/>
              </a:rPr>
              <a:t>10</a:t>
            </a:r>
            <a:r>
              <a:rPr kumimoji="1" lang="en-US" altLang="zh-CN" sz="2000" baseline="30000">
                <a:solidFill>
                  <a:srgbClr val="0000B6"/>
                </a:solidFill>
                <a:latin typeface="Times New Roman" pitchFamily="18" charset="0"/>
                <a:ea typeface="仿宋_GB2312" pitchFamily="49" charset="-122"/>
              </a:rPr>
              <a:t>10</a:t>
            </a:r>
            <a:r>
              <a:rPr kumimoji="1" lang="en-US" altLang="zh-CN" sz="2000">
                <a:solidFill>
                  <a:srgbClr val="0000B6"/>
                </a:solidFill>
                <a:latin typeface="Times New Roman" pitchFamily="18" charset="0"/>
                <a:ea typeface="仿宋_GB2312" pitchFamily="49" charset="-122"/>
              </a:rPr>
              <a:t>K</a:t>
            </a:r>
          </a:p>
        </p:txBody>
      </p:sp>
      <p:sp>
        <p:nvSpPr>
          <p:cNvPr id="205828" name="AutoShape 4"/>
          <p:cNvSpPr>
            <a:spLocks noChangeArrowheads="1"/>
          </p:cNvSpPr>
          <p:nvPr/>
        </p:nvSpPr>
        <p:spPr bwMode="auto">
          <a:xfrm>
            <a:off x="4572000" y="1412875"/>
            <a:ext cx="1727200" cy="1779588"/>
          </a:xfrm>
          <a:prstGeom prst="bevel">
            <a:avLst>
              <a:gd name="adj" fmla="val 9306"/>
            </a:avLst>
          </a:prstGeom>
          <a:solidFill>
            <a:srgbClr val="3366FF"/>
          </a:solidFill>
          <a:ln w="9525">
            <a:solidFill>
              <a:schemeClr val="tx1"/>
            </a:solidFill>
            <a:miter lim="800000"/>
            <a:headEnd/>
            <a:tailEnd/>
          </a:ln>
        </p:spPr>
        <p:txBody>
          <a:bodyPr wrap="none" anchor="ctr"/>
          <a:lstStyle/>
          <a:p>
            <a:pPr algn="ctr"/>
            <a:r>
              <a:rPr kumimoji="1" lang="zh-CN" altLang="en-US" sz="2000">
                <a:solidFill>
                  <a:srgbClr val="FFCC66"/>
                </a:solidFill>
                <a:latin typeface="Times New Roman" pitchFamily="18" charset="0"/>
                <a:ea typeface="仿宋_GB2312" pitchFamily="49" charset="-122"/>
              </a:rPr>
              <a:t>宇宙温度</a:t>
            </a:r>
          </a:p>
          <a:p>
            <a:pPr algn="ctr"/>
            <a:r>
              <a:rPr kumimoji="1" lang="zh-CN" altLang="en-US" sz="2000">
                <a:solidFill>
                  <a:srgbClr val="FFCC66"/>
                </a:solidFill>
                <a:latin typeface="Times New Roman" pitchFamily="18" charset="0"/>
                <a:ea typeface="仿宋_GB2312" pitchFamily="49" charset="-122"/>
              </a:rPr>
              <a:t>从</a:t>
            </a:r>
            <a:r>
              <a:rPr kumimoji="1" lang="en-US" altLang="zh-CN" sz="2000">
                <a:solidFill>
                  <a:srgbClr val="FFCC66"/>
                </a:solidFill>
                <a:latin typeface="Times New Roman" pitchFamily="18" charset="0"/>
                <a:ea typeface="仿宋_GB2312" pitchFamily="49" charset="-122"/>
              </a:rPr>
              <a:t>10</a:t>
            </a:r>
            <a:r>
              <a:rPr kumimoji="1" lang="en-US" altLang="zh-CN" sz="2000" baseline="30000">
                <a:solidFill>
                  <a:srgbClr val="FFCC66"/>
                </a:solidFill>
                <a:latin typeface="Times New Roman" pitchFamily="18" charset="0"/>
                <a:ea typeface="仿宋_GB2312" pitchFamily="49" charset="-122"/>
              </a:rPr>
              <a:t>9</a:t>
            </a:r>
            <a:r>
              <a:rPr kumimoji="1" lang="en-US" altLang="zh-CN" sz="2000">
                <a:solidFill>
                  <a:srgbClr val="FFCC66"/>
                </a:solidFill>
                <a:latin typeface="Times New Roman" pitchFamily="18" charset="0"/>
                <a:ea typeface="仿宋_GB2312" pitchFamily="49" charset="-122"/>
              </a:rPr>
              <a:t>K</a:t>
            </a:r>
            <a:r>
              <a:rPr kumimoji="1" lang="zh-CN" altLang="en-US" sz="2000">
                <a:solidFill>
                  <a:srgbClr val="FFCC66"/>
                </a:solidFill>
                <a:latin typeface="Times New Roman" pitchFamily="18" charset="0"/>
                <a:ea typeface="仿宋_GB2312" pitchFamily="49" charset="-122"/>
              </a:rPr>
              <a:t>降</a:t>
            </a:r>
          </a:p>
          <a:p>
            <a:pPr algn="ctr"/>
            <a:r>
              <a:rPr kumimoji="1" lang="zh-CN" altLang="en-US" sz="2000">
                <a:solidFill>
                  <a:srgbClr val="FFCC66"/>
                </a:solidFill>
                <a:latin typeface="Times New Roman" pitchFamily="18" charset="0"/>
                <a:ea typeface="仿宋_GB2312" pitchFamily="49" charset="-122"/>
              </a:rPr>
              <a:t>到</a:t>
            </a:r>
            <a:r>
              <a:rPr kumimoji="1" lang="en-US" altLang="zh-CN" sz="2000">
                <a:solidFill>
                  <a:srgbClr val="FFCC66"/>
                </a:solidFill>
                <a:latin typeface="Times New Roman" pitchFamily="18" charset="0"/>
                <a:ea typeface="仿宋_GB2312" pitchFamily="49" charset="-122"/>
              </a:rPr>
              <a:t>10</a:t>
            </a:r>
            <a:r>
              <a:rPr kumimoji="1" lang="en-US" altLang="zh-CN" sz="2000" baseline="30000">
                <a:solidFill>
                  <a:srgbClr val="FFCC66"/>
                </a:solidFill>
                <a:latin typeface="Times New Roman" pitchFamily="18" charset="0"/>
                <a:ea typeface="仿宋_GB2312" pitchFamily="49" charset="-122"/>
              </a:rPr>
              <a:t>6</a:t>
            </a:r>
            <a:r>
              <a:rPr kumimoji="1" lang="en-US" altLang="zh-CN" sz="2000">
                <a:solidFill>
                  <a:srgbClr val="FFCC66"/>
                </a:solidFill>
                <a:latin typeface="Times New Roman" pitchFamily="18" charset="0"/>
                <a:ea typeface="仿宋_GB2312" pitchFamily="49" charset="-122"/>
              </a:rPr>
              <a:t>K</a:t>
            </a:r>
          </a:p>
        </p:txBody>
      </p:sp>
      <p:sp>
        <p:nvSpPr>
          <p:cNvPr id="205829" name="AutoShape 5"/>
          <p:cNvSpPr>
            <a:spLocks noChangeArrowheads="1"/>
          </p:cNvSpPr>
          <p:nvPr/>
        </p:nvSpPr>
        <p:spPr bwMode="auto">
          <a:xfrm>
            <a:off x="7256463" y="1412875"/>
            <a:ext cx="1419225" cy="1655763"/>
          </a:xfrm>
          <a:prstGeom prst="bevel">
            <a:avLst>
              <a:gd name="adj" fmla="val 9306"/>
            </a:avLst>
          </a:prstGeom>
          <a:solidFill>
            <a:srgbClr val="808080"/>
          </a:solidFill>
          <a:ln w="9525">
            <a:solidFill>
              <a:schemeClr val="tx1"/>
            </a:solidFill>
            <a:miter lim="800000"/>
            <a:headEnd/>
            <a:tailEnd/>
          </a:ln>
        </p:spPr>
        <p:txBody>
          <a:bodyPr wrap="none" anchor="ctr"/>
          <a:lstStyle/>
          <a:p>
            <a:pPr algn="ctr"/>
            <a:r>
              <a:rPr kumimoji="1" lang="zh-CN" altLang="en-US" sz="2000">
                <a:solidFill>
                  <a:srgbClr val="800000"/>
                </a:solidFill>
                <a:latin typeface="Times New Roman" pitchFamily="18" charset="0"/>
                <a:ea typeface="仿宋_GB2312" pitchFamily="49" charset="-122"/>
              </a:rPr>
              <a:t>温度降到</a:t>
            </a:r>
          </a:p>
          <a:p>
            <a:pPr algn="ctr"/>
            <a:r>
              <a:rPr kumimoji="1" lang="zh-CN" altLang="en-US" sz="2000">
                <a:solidFill>
                  <a:srgbClr val="800000"/>
                </a:solidFill>
                <a:latin typeface="Times New Roman" pitchFamily="18" charset="0"/>
                <a:ea typeface="仿宋_GB2312" pitchFamily="49" charset="-122"/>
              </a:rPr>
              <a:t>几千</a:t>
            </a:r>
            <a:r>
              <a:rPr kumimoji="1" lang="en-US" altLang="zh-CN" sz="2000">
                <a:solidFill>
                  <a:srgbClr val="800000"/>
                </a:solidFill>
                <a:latin typeface="Times New Roman" pitchFamily="18" charset="0"/>
                <a:ea typeface="仿宋_GB2312" pitchFamily="49" charset="-122"/>
              </a:rPr>
              <a:t>K</a:t>
            </a:r>
          </a:p>
        </p:txBody>
      </p:sp>
      <p:sp>
        <p:nvSpPr>
          <p:cNvPr id="205830" name="Line 6"/>
          <p:cNvSpPr>
            <a:spLocks noChangeShapeType="1"/>
          </p:cNvSpPr>
          <p:nvPr/>
        </p:nvSpPr>
        <p:spPr bwMode="auto">
          <a:xfrm>
            <a:off x="1908175" y="2205038"/>
            <a:ext cx="533400" cy="0"/>
          </a:xfrm>
          <a:prstGeom prst="line">
            <a:avLst/>
          </a:prstGeom>
          <a:noFill/>
          <a:ln w="57150">
            <a:solidFill>
              <a:srgbClr val="FF0000"/>
            </a:solidFill>
            <a:round/>
            <a:headEnd/>
            <a:tailEnd type="stealth" w="med" len="lg"/>
          </a:ln>
        </p:spPr>
        <p:txBody>
          <a:bodyPr wrap="none" anchor="ctr"/>
          <a:lstStyle/>
          <a:p>
            <a:endParaRPr lang="zh-CN" altLang="en-US"/>
          </a:p>
        </p:txBody>
      </p:sp>
      <p:sp>
        <p:nvSpPr>
          <p:cNvPr id="205831" name="Line 7"/>
          <p:cNvSpPr>
            <a:spLocks noChangeShapeType="1"/>
          </p:cNvSpPr>
          <p:nvPr/>
        </p:nvSpPr>
        <p:spPr bwMode="auto">
          <a:xfrm>
            <a:off x="4035425" y="2255838"/>
            <a:ext cx="608013" cy="0"/>
          </a:xfrm>
          <a:prstGeom prst="line">
            <a:avLst/>
          </a:prstGeom>
          <a:noFill/>
          <a:ln w="57150">
            <a:solidFill>
              <a:srgbClr val="FF0000"/>
            </a:solidFill>
            <a:round/>
            <a:headEnd/>
            <a:tailEnd type="stealth" w="med" len="lg"/>
          </a:ln>
        </p:spPr>
        <p:txBody>
          <a:bodyPr wrap="none" anchor="ctr"/>
          <a:lstStyle/>
          <a:p>
            <a:endParaRPr lang="zh-CN" altLang="en-US"/>
          </a:p>
        </p:txBody>
      </p:sp>
      <p:sp>
        <p:nvSpPr>
          <p:cNvPr id="205832" name="Line 8"/>
          <p:cNvSpPr>
            <a:spLocks noChangeShapeType="1"/>
          </p:cNvSpPr>
          <p:nvPr/>
        </p:nvSpPr>
        <p:spPr bwMode="auto">
          <a:xfrm>
            <a:off x="6370638" y="2205038"/>
            <a:ext cx="793750" cy="0"/>
          </a:xfrm>
          <a:prstGeom prst="line">
            <a:avLst/>
          </a:prstGeom>
          <a:noFill/>
          <a:ln w="57150">
            <a:solidFill>
              <a:srgbClr val="FF0000"/>
            </a:solidFill>
            <a:round/>
            <a:headEnd/>
            <a:tailEnd type="stealth" w="med" len="lg"/>
          </a:ln>
        </p:spPr>
        <p:txBody>
          <a:bodyPr wrap="none" anchor="ctr"/>
          <a:lstStyle/>
          <a:p>
            <a:endParaRPr lang="zh-CN" altLang="en-US"/>
          </a:p>
        </p:txBody>
      </p:sp>
      <p:sp>
        <p:nvSpPr>
          <p:cNvPr id="205833" name="Text Box 9"/>
          <p:cNvSpPr txBox="1">
            <a:spLocks noChangeArrowheads="1"/>
          </p:cNvSpPr>
          <p:nvPr/>
        </p:nvSpPr>
        <p:spPr bwMode="auto">
          <a:xfrm>
            <a:off x="179388" y="4040188"/>
            <a:ext cx="2663825" cy="396875"/>
          </a:xfrm>
          <a:prstGeom prst="rect">
            <a:avLst/>
          </a:prstGeom>
          <a:solidFill>
            <a:schemeClr val="accent1">
              <a:alpha val="50195"/>
            </a:schemeClr>
          </a:solidFill>
          <a:ln w="9525">
            <a:noFill/>
            <a:miter lim="800000"/>
            <a:headEnd/>
            <a:tailEnd/>
          </a:ln>
        </p:spPr>
        <p:txBody>
          <a:bodyPr>
            <a:spAutoFit/>
          </a:bodyPr>
          <a:lstStyle/>
          <a:p>
            <a:pPr>
              <a:spcBef>
                <a:spcPct val="50000"/>
              </a:spcBef>
            </a:pPr>
            <a:r>
              <a:rPr kumimoji="1" lang="zh-CN" altLang="en-US" sz="2000">
                <a:latin typeface="Times New Roman" pitchFamily="18" charset="0"/>
                <a:ea typeface="楷体_GB2312" pitchFamily="49" charset="-122"/>
              </a:rPr>
              <a:t>在</a:t>
            </a:r>
            <a:r>
              <a:rPr kumimoji="1" lang="en-US" altLang="zh-CN" sz="2000">
                <a:latin typeface="Times New Roman" pitchFamily="18" charset="0"/>
                <a:ea typeface="楷体_GB2312" pitchFamily="49" charset="-122"/>
              </a:rPr>
              <a:t>(1.0~2.0)×10</a:t>
            </a:r>
            <a:r>
              <a:rPr kumimoji="1" lang="en-US" altLang="zh-CN" sz="2000" baseline="30000">
                <a:latin typeface="Times New Roman" pitchFamily="18" charset="0"/>
                <a:ea typeface="楷体_GB2312" pitchFamily="49" charset="-122"/>
              </a:rPr>
              <a:t>10</a:t>
            </a:r>
            <a:r>
              <a:rPr kumimoji="1" lang="zh-CN" altLang="en-US" sz="2000">
                <a:latin typeface="Times New Roman" pitchFamily="18" charset="0"/>
                <a:ea typeface="楷体_GB2312" pitchFamily="49" charset="-122"/>
              </a:rPr>
              <a:t>年前</a:t>
            </a:r>
          </a:p>
        </p:txBody>
      </p:sp>
      <p:sp>
        <p:nvSpPr>
          <p:cNvPr id="205834" name="Text Box 10"/>
          <p:cNvSpPr txBox="1">
            <a:spLocks noChangeArrowheads="1"/>
          </p:cNvSpPr>
          <p:nvPr/>
        </p:nvSpPr>
        <p:spPr bwMode="auto">
          <a:xfrm>
            <a:off x="4787900" y="4191000"/>
            <a:ext cx="1727200" cy="822325"/>
          </a:xfrm>
          <a:prstGeom prst="rect">
            <a:avLst/>
          </a:prstGeom>
          <a:solidFill>
            <a:srgbClr val="99CCFF">
              <a:alpha val="50195"/>
            </a:srgbClr>
          </a:solidFill>
          <a:ln w="9525">
            <a:noFill/>
            <a:miter lim="800000"/>
            <a:headEnd/>
            <a:tailEnd/>
          </a:ln>
        </p:spPr>
        <p:txBody>
          <a:bodyPr>
            <a:spAutoFit/>
          </a:bodyPr>
          <a:lstStyle/>
          <a:p>
            <a:pPr>
              <a:lnSpc>
                <a:spcPct val="120000"/>
              </a:lnSpc>
            </a:pPr>
            <a:r>
              <a:rPr kumimoji="1" lang="zh-CN" altLang="en-US" sz="2000">
                <a:latin typeface="Times New Roman" pitchFamily="18" charset="0"/>
                <a:ea typeface="楷体_GB2312" pitchFamily="49" charset="-122"/>
              </a:rPr>
              <a:t>轻元素的早期合成阶段</a:t>
            </a:r>
          </a:p>
        </p:txBody>
      </p:sp>
      <p:sp>
        <p:nvSpPr>
          <p:cNvPr id="205835" name="Text Box 11"/>
          <p:cNvSpPr txBox="1">
            <a:spLocks noChangeArrowheads="1"/>
          </p:cNvSpPr>
          <p:nvPr/>
        </p:nvSpPr>
        <p:spPr bwMode="auto">
          <a:xfrm>
            <a:off x="1908175" y="4540250"/>
            <a:ext cx="2597150" cy="1552575"/>
          </a:xfrm>
          <a:prstGeom prst="rect">
            <a:avLst/>
          </a:prstGeom>
          <a:solidFill>
            <a:srgbClr val="FFCC99">
              <a:alpha val="50195"/>
            </a:srgbClr>
          </a:solidFill>
          <a:ln w="9525">
            <a:noFill/>
            <a:miter lim="800000"/>
            <a:headEnd/>
            <a:tailEnd/>
          </a:ln>
        </p:spPr>
        <p:txBody>
          <a:bodyPr>
            <a:spAutoFit/>
          </a:bodyPr>
          <a:lstStyle/>
          <a:p>
            <a:pPr>
              <a:lnSpc>
                <a:spcPct val="120000"/>
              </a:lnSpc>
            </a:pPr>
            <a:r>
              <a:rPr kumimoji="1" lang="zh-CN" altLang="en-US" sz="2000">
                <a:latin typeface="Times New Roman" pitchFamily="18" charset="0"/>
                <a:ea typeface="楷体_GB2312" pitchFamily="49" charset="-122"/>
              </a:rPr>
              <a:t>物质密度极大，宇宙的结构简单，只有质子、中子、电子、光子和中微子等</a:t>
            </a:r>
          </a:p>
        </p:txBody>
      </p:sp>
      <p:sp>
        <p:nvSpPr>
          <p:cNvPr id="205836" name="AutoShape 12"/>
          <p:cNvSpPr>
            <a:spLocks noChangeArrowheads="1"/>
          </p:cNvSpPr>
          <p:nvPr/>
        </p:nvSpPr>
        <p:spPr bwMode="auto">
          <a:xfrm>
            <a:off x="3132138" y="3213100"/>
            <a:ext cx="142875" cy="1211263"/>
          </a:xfrm>
          <a:prstGeom prst="downArrow">
            <a:avLst>
              <a:gd name="adj1" fmla="val 50000"/>
              <a:gd name="adj2" fmla="val 211945"/>
            </a:avLst>
          </a:prstGeom>
          <a:solidFill>
            <a:srgbClr val="FF9966"/>
          </a:solidFill>
          <a:ln w="19050" algn="ctr">
            <a:solidFill>
              <a:schemeClr val="tx1"/>
            </a:solidFill>
            <a:miter lim="800000"/>
            <a:headEnd/>
            <a:tailEnd/>
          </a:ln>
        </p:spPr>
        <p:txBody>
          <a:bodyPr wrap="none" anchor="ctr"/>
          <a:lstStyle/>
          <a:p>
            <a:endParaRPr lang="zh-CN" altLang="en-US"/>
          </a:p>
        </p:txBody>
      </p:sp>
      <p:sp>
        <p:nvSpPr>
          <p:cNvPr id="205838" name="AutoShape 14"/>
          <p:cNvSpPr>
            <a:spLocks noChangeArrowheads="1"/>
          </p:cNvSpPr>
          <p:nvPr/>
        </p:nvSpPr>
        <p:spPr bwMode="auto">
          <a:xfrm>
            <a:off x="5580063" y="3233738"/>
            <a:ext cx="144462" cy="842962"/>
          </a:xfrm>
          <a:prstGeom prst="downArrow">
            <a:avLst>
              <a:gd name="adj1" fmla="val 50000"/>
              <a:gd name="adj2" fmla="val 145880"/>
            </a:avLst>
          </a:prstGeom>
          <a:solidFill>
            <a:srgbClr val="0000FF"/>
          </a:solidFill>
          <a:ln w="19050" algn="ctr">
            <a:solidFill>
              <a:schemeClr val="tx1"/>
            </a:solidFill>
            <a:miter lim="800000"/>
            <a:headEnd/>
            <a:tailEnd/>
          </a:ln>
        </p:spPr>
        <p:txBody>
          <a:bodyPr wrap="none" anchor="ctr"/>
          <a:lstStyle/>
          <a:p>
            <a:endParaRPr lang="zh-CN" altLang="en-US"/>
          </a:p>
        </p:txBody>
      </p:sp>
      <p:sp>
        <p:nvSpPr>
          <p:cNvPr id="205839" name="Rectangle 15"/>
          <p:cNvSpPr>
            <a:spLocks noChangeArrowheads="1"/>
          </p:cNvSpPr>
          <p:nvPr/>
        </p:nvSpPr>
        <p:spPr bwMode="auto">
          <a:xfrm>
            <a:off x="1835150" y="1797050"/>
            <a:ext cx="569913" cy="336550"/>
          </a:xfrm>
          <a:prstGeom prst="rect">
            <a:avLst/>
          </a:prstGeom>
          <a:noFill/>
          <a:ln w="9525">
            <a:noFill/>
            <a:miter lim="800000"/>
            <a:headEnd/>
            <a:tailEnd/>
          </a:ln>
        </p:spPr>
        <p:txBody>
          <a:bodyPr wrap="none">
            <a:spAutoFit/>
          </a:bodyPr>
          <a:lstStyle/>
          <a:p>
            <a:r>
              <a:rPr lang="en-US" altLang="zh-CN" sz="1600">
                <a:latin typeface="Times New Roman" pitchFamily="18" charset="0"/>
                <a:ea typeface="楷体_GB2312" pitchFamily="49" charset="-122"/>
              </a:rPr>
              <a:t>1s</a:t>
            </a:r>
            <a:r>
              <a:rPr lang="zh-CN" altLang="en-US" sz="1600">
                <a:latin typeface="Times New Roman" pitchFamily="18" charset="0"/>
                <a:ea typeface="楷体_GB2312" pitchFamily="49" charset="-122"/>
              </a:rPr>
              <a:t>后</a:t>
            </a:r>
          </a:p>
        </p:txBody>
      </p:sp>
      <p:sp>
        <p:nvSpPr>
          <p:cNvPr id="205840" name="Rectangle 16"/>
          <p:cNvSpPr>
            <a:spLocks noChangeArrowheads="1"/>
          </p:cNvSpPr>
          <p:nvPr/>
        </p:nvSpPr>
        <p:spPr bwMode="auto">
          <a:xfrm>
            <a:off x="4017963" y="1868488"/>
            <a:ext cx="625475" cy="336550"/>
          </a:xfrm>
          <a:prstGeom prst="rect">
            <a:avLst/>
          </a:prstGeom>
          <a:noFill/>
          <a:ln w="9525">
            <a:noFill/>
            <a:miter lim="800000"/>
            <a:headEnd/>
            <a:tailEnd/>
          </a:ln>
        </p:spPr>
        <p:txBody>
          <a:bodyPr wrap="none">
            <a:spAutoFit/>
          </a:bodyPr>
          <a:lstStyle/>
          <a:p>
            <a:r>
              <a:rPr lang="en-US" altLang="zh-CN" sz="1600">
                <a:latin typeface="Times New Roman" pitchFamily="18" charset="0"/>
                <a:ea typeface="楷体_GB2312" pitchFamily="49" charset="-122"/>
              </a:rPr>
              <a:t>3min</a:t>
            </a:r>
          </a:p>
        </p:txBody>
      </p:sp>
      <p:sp>
        <p:nvSpPr>
          <p:cNvPr id="205841" name="Rectangle 17"/>
          <p:cNvSpPr>
            <a:spLocks noChangeArrowheads="1"/>
          </p:cNvSpPr>
          <p:nvPr/>
        </p:nvSpPr>
        <p:spPr bwMode="auto">
          <a:xfrm>
            <a:off x="107950" y="614363"/>
            <a:ext cx="3600450" cy="457200"/>
          </a:xfrm>
          <a:prstGeom prst="rect">
            <a:avLst/>
          </a:prstGeom>
          <a:noFill/>
          <a:ln w="9525">
            <a:noFill/>
            <a:miter lim="800000"/>
            <a:headEnd/>
            <a:tailEnd/>
          </a:ln>
        </p:spPr>
        <p:txBody>
          <a:bodyPr>
            <a:spAutoFit/>
          </a:bodyPr>
          <a:lstStyle/>
          <a:p>
            <a:r>
              <a:rPr kumimoji="1" lang="zh-CN" altLang="en-US" sz="2400">
                <a:solidFill>
                  <a:srgbClr val="FF6600"/>
                </a:solidFill>
                <a:latin typeface="Times New Roman" pitchFamily="18" charset="0"/>
              </a:rPr>
              <a:t>现代的标准宇宙模型</a:t>
            </a:r>
          </a:p>
        </p:txBody>
      </p:sp>
      <p:sp>
        <p:nvSpPr>
          <p:cNvPr id="205842" name="Rectangle 18"/>
          <p:cNvSpPr>
            <a:spLocks noChangeArrowheads="1"/>
          </p:cNvSpPr>
          <p:nvPr/>
        </p:nvSpPr>
        <p:spPr bwMode="auto">
          <a:xfrm>
            <a:off x="6372225" y="1773238"/>
            <a:ext cx="936625" cy="336550"/>
          </a:xfrm>
          <a:prstGeom prst="rect">
            <a:avLst/>
          </a:prstGeom>
          <a:noFill/>
          <a:ln w="9525">
            <a:noFill/>
            <a:miter lim="800000"/>
            <a:headEnd/>
            <a:tailEnd/>
          </a:ln>
        </p:spPr>
        <p:txBody>
          <a:bodyPr>
            <a:spAutoFit/>
          </a:bodyPr>
          <a:lstStyle/>
          <a:p>
            <a:r>
              <a:rPr lang="en-US" altLang="zh-CN" sz="1600">
                <a:latin typeface="Times New Roman" pitchFamily="18" charset="0"/>
                <a:ea typeface="楷体_GB2312" pitchFamily="49" charset="-122"/>
              </a:rPr>
              <a:t>40</a:t>
            </a:r>
            <a:r>
              <a:rPr lang="zh-CN" altLang="en-US" sz="1600">
                <a:latin typeface="Times New Roman" pitchFamily="18" charset="0"/>
                <a:ea typeface="楷体_GB2312" pitchFamily="49" charset="-122"/>
              </a:rPr>
              <a:t>万年</a:t>
            </a:r>
          </a:p>
        </p:txBody>
      </p:sp>
      <p:sp>
        <p:nvSpPr>
          <p:cNvPr id="205843" name="Text Box 19"/>
          <p:cNvSpPr txBox="1">
            <a:spLocks noChangeArrowheads="1"/>
          </p:cNvSpPr>
          <p:nvPr/>
        </p:nvSpPr>
        <p:spPr bwMode="auto">
          <a:xfrm>
            <a:off x="7164388" y="3970338"/>
            <a:ext cx="1728787" cy="1187450"/>
          </a:xfrm>
          <a:prstGeom prst="rect">
            <a:avLst/>
          </a:prstGeom>
          <a:solidFill>
            <a:srgbClr val="C0C0C0">
              <a:alpha val="50195"/>
            </a:srgbClr>
          </a:solidFill>
          <a:ln w="9525">
            <a:noFill/>
            <a:miter lim="800000"/>
            <a:headEnd/>
            <a:tailEnd/>
          </a:ln>
        </p:spPr>
        <p:txBody>
          <a:bodyPr>
            <a:spAutoFit/>
          </a:bodyPr>
          <a:lstStyle/>
          <a:p>
            <a:pPr>
              <a:lnSpc>
                <a:spcPct val="120000"/>
              </a:lnSpc>
            </a:pPr>
            <a:r>
              <a:rPr kumimoji="1" lang="zh-CN" altLang="en-US" sz="2000">
                <a:latin typeface="Times New Roman" pitchFamily="18" charset="0"/>
                <a:ea typeface="楷体_GB2312" pitchFamily="49" charset="-122"/>
              </a:rPr>
              <a:t>出现原子和分子，气云，直至今天的宇宙</a:t>
            </a:r>
          </a:p>
        </p:txBody>
      </p:sp>
      <p:sp>
        <p:nvSpPr>
          <p:cNvPr id="205844" name="AutoShape 20"/>
          <p:cNvSpPr>
            <a:spLocks noChangeArrowheads="1"/>
          </p:cNvSpPr>
          <p:nvPr/>
        </p:nvSpPr>
        <p:spPr bwMode="auto">
          <a:xfrm>
            <a:off x="7958138" y="3141663"/>
            <a:ext cx="142875" cy="719137"/>
          </a:xfrm>
          <a:prstGeom prst="downArrow">
            <a:avLst>
              <a:gd name="adj1" fmla="val 50000"/>
              <a:gd name="adj2" fmla="val 125833"/>
            </a:avLst>
          </a:prstGeom>
          <a:solidFill>
            <a:srgbClr val="808080"/>
          </a:solidFill>
          <a:ln w="19050" algn="ctr">
            <a:solidFill>
              <a:schemeClr val="tx1"/>
            </a:solidFill>
            <a:miter lim="800000"/>
            <a:headEnd/>
            <a:tailEnd/>
          </a:ln>
        </p:spPr>
        <p:txBody>
          <a:bodyPr wrap="none" anchor="ctr"/>
          <a:lstStyle/>
          <a:p>
            <a:endParaRPr lang="zh-CN" altLang="en-US"/>
          </a:p>
        </p:txBody>
      </p:sp>
      <p:sp>
        <p:nvSpPr>
          <p:cNvPr id="205845" name="AutoShape 21"/>
          <p:cNvSpPr>
            <a:spLocks noChangeArrowheads="1"/>
          </p:cNvSpPr>
          <p:nvPr/>
        </p:nvSpPr>
        <p:spPr bwMode="auto">
          <a:xfrm>
            <a:off x="827088" y="3357563"/>
            <a:ext cx="144462" cy="576262"/>
          </a:xfrm>
          <a:prstGeom prst="upArrow">
            <a:avLst>
              <a:gd name="adj1" fmla="val 50000"/>
              <a:gd name="adj2" fmla="val 99726"/>
            </a:avLst>
          </a:prstGeom>
          <a:solidFill>
            <a:schemeClr val="accent1"/>
          </a:solidFill>
          <a:ln w="9525">
            <a:solidFill>
              <a:schemeClr val="tx1"/>
            </a:solidFill>
            <a:miter lim="800000"/>
            <a:headEnd/>
            <a:tailEnd/>
          </a:ln>
        </p:spPr>
        <p:txBody>
          <a:bodyPr vert="eaVert" wrap="none" anchor="ctr"/>
          <a:lstStyle/>
          <a:p>
            <a:endParaRPr lang="zh-CN" altLang="en-US"/>
          </a:p>
        </p:txBody>
      </p:sp>
      <p:sp>
        <p:nvSpPr>
          <p:cNvPr id="23" name="AutoShape 6">
            <a:hlinkClick r:id="rId3" action="ppaction://hlinksldjump" highlightClick="1"/>
          </p:cNvPr>
          <p:cNvSpPr>
            <a:spLocks noChangeAspect="1" noChangeArrowheads="1"/>
          </p:cNvSpPr>
          <p:nvPr/>
        </p:nvSpPr>
        <p:spPr bwMode="auto">
          <a:xfrm>
            <a:off x="8675688" y="6237288"/>
            <a:ext cx="244475" cy="244475"/>
          </a:xfrm>
          <a:prstGeom prst="actionButtonBeginning">
            <a:avLst/>
          </a:prstGeom>
          <a:solidFill>
            <a:schemeClr val="accent1"/>
          </a:solidFill>
          <a:ln w="19050">
            <a:noFill/>
            <a:miter lim="800000"/>
            <a:headEnd/>
            <a:tailEnd/>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5841"/>
                                        </p:tgtEl>
                                        <p:attrNameLst>
                                          <p:attrName>style.visibility</p:attrName>
                                        </p:attrNameLst>
                                      </p:cBhvr>
                                      <p:to>
                                        <p:strVal val="visible"/>
                                      </p:to>
                                    </p:set>
                                    <p:animEffect transition="in" filter="wipe(left)">
                                      <p:cBhvr>
                                        <p:cTn id="7" dur="1000"/>
                                        <p:tgtEl>
                                          <p:spTgt spid="2058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5833"/>
                                        </p:tgtEl>
                                        <p:attrNameLst>
                                          <p:attrName>style.visibility</p:attrName>
                                        </p:attrNameLst>
                                      </p:cBhvr>
                                      <p:to>
                                        <p:strVal val="visible"/>
                                      </p:to>
                                    </p:set>
                                    <p:animEffect transition="in" filter="wipe(left)">
                                      <p:cBhvr>
                                        <p:cTn id="12" dur="1000"/>
                                        <p:tgtEl>
                                          <p:spTgt spid="2058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05845"/>
                                        </p:tgtEl>
                                        <p:attrNameLst>
                                          <p:attrName>style.visibility</p:attrName>
                                        </p:attrNameLst>
                                      </p:cBhvr>
                                      <p:to>
                                        <p:strVal val="visible"/>
                                      </p:to>
                                    </p:set>
                                    <p:animEffect transition="in" filter="wipe(down)">
                                      <p:cBhvr>
                                        <p:cTn id="17" dur="500"/>
                                        <p:tgtEl>
                                          <p:spTgt spid="20584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5826"/>
                                        </p:tgtEl>
                                        <p:attrNameLst>
                                          <p:attrName>style.visibility</p:attrName>
                                        </p:attrNameLst>
                                      </p:cBhvr>
                                      <p:to>
                                        <p:strVal val="visible"/>
                                      </p:to>
                                    </p:set>
                                    <p:animEffect transition="in" filter="wipe(left)">
                                      <p:cBhvr>
                                        <p:cTn id="22" dur="1000"/>
                                        <p:tgtEl>
                                          <p:spTgt spid="20582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5839"/>
                                        </p:tgtEl>
                                        <p:attrNameLst>
                                          <p:attrName>style.visibility</p:attrName>
                                        </p:attrNameLst>
                                      </p:cBhvr>
                                      <p:to>
                                        <p:strVal val="visible"/>
                                      </p:to>
                                    </p:set>
                                    <p:animEffect transition="in" filter="wipe(left)">
                                      <p:cBhvr>
                                        <p:cTn id="27" dur="1000"/>
                                        <p:tgtEl>
                                          <p:spTgt spid="205839"/>
                                        </p:tgtEl>
                                      </p:cBhvr>
                                    </p:animEffect>
                                  </p:childTnLst>
                                </p:cTn>
                              </p:par>
                            </p:childTnLst>
                          </p:cTn>
                        </p:par>
                        <p:par>
                          <p:cTn id="28" fill="hold">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205830"/>
                                        </p:tgtEl>
                                        <p:attrNameLst>
                                          <p:attrName>style.visibility</p:attrName>
                                        </p:attrNameLst>
                                      </p:cBhvr>
                                      <p:to>
                                        <p:strVal val="visible"/>
                                      </p:to>
                                    </p:set>
                                    <p:animEffect transition="in" filter="wipe(left)">
                                      <p:cBhvr>
                                        <p:cTn id="31" dur="1000"/>
                                        <p:tgtEl>
                                          <p:spTgt spid="20583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05827"/>
                                        </p:tgtEl>
                                        <p:attrNameLst>
                                          <p:attrName>style.visibility</p:attrName>
                                        </p:attrNameLst>
                                      </p:cBhvr>
                                      <p:to>
                                        <p:strVal val="visible"/>
                                      </p:to>
                                    </p:set>
                                    <p:animEffect transition="in" filter="wipe(left)">
                                      <p:cBhvr>
                                        <p:cTn id="36" dur="1000"/>
                                        <p:tgtEl>
                                          <p:spTgt spid="20582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205836"/>
                                        </p:tgtEl>
                                        <p:attrNameLst>
                                          <p:attrName>style.visibility</p:attrName>
                                        </p:attrNameLst>
                                      </p:cBhvr>
                                      <p:to>
                                        <p:strVal val="visible"/>
                                      </p:to>
                                    </p:set>
                                    <p:animEffect transition="in" filter="wipe(up)">
                                      <p:cBhvr>
                                        <p:cTn id="41" dur="1000"/>
                                        <p:tgtEl>
                                          <p:spTgt spid="20583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05835"/>
                                        </p:tgtEl>
                                        <p:attrNameLst>
                                          <p:attrName>style.visibility</p:attrName>
                                        </p:attrNameLst>
                                      </p:cBhvr>
                                      <p:to>
                                        <p:strVal val="visible"/>
                                      </p:to>
                                    </p:set>
                                    <p:animEffect transition="in" filter="wipe(left)">
                                      <p:cBhvr>
                                        <p:cTn id="46" dur="1000"/>
                                        <p:tgtEl>
                                          <p:spTgt spid="20583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05840"/>
                                        </p:tgtEl>
                                        <p:attrNameLst>
                                          <p:attrName>style.visibility</p:attrName>
                                        </p:attrNameLst>
                                      </p:cBhvr>
                                      <p:to>
                                        <p:strVal val="visible"/>
                                      </p:to>
                                    </p:set>
                                    <p:animEffect transition="in" filter="wipe(left)">
                                      <p:cBhvr>
                                        <p:cTn id="51" dur="1000"/>
                                        <p:tgtEl>
                                          <p:spTgt spid="205840"/>
                                        </p:tgtEl>
                                      </p:cBhvr>
                                    </p:animEffect>
                                  </p:childTnLst>
                                </p:cTn>
                              </p:par>
                            </p:childTnLst>
                          </p:cTn>
                        </p:par>
                        <p:par>
                          <p:cTn id="52" fill="hold">
                            <p:stCondLst>
                              <p:cond delay="1000"/>
                            </p:stCondLst>
                            <p:childTnLst>
                              <p:par>
                                <p:cTn id="53" presetID="22" presetClass="entr" presetSubtype="8" fill="hold" grpId="0" nodeType="afterEffect">
                                  <p:stCondLst>
                                    <p:cond delay="0"/>
                                  </p:stCondLst>
                                  <p:childTnLst>
                                    <p:set>
                                      <p:cBhvr>
                                        <p:cTn id="54" dur="1" fill="hold">
                                          <p:stCondLst>
                                            <p:cond delay="0"/>
                                          </p:stCondLst>
                                        </p:cTn>
                                        <p:tgtEl>
                                          <p:spTgt spid="205831"/>
                                        </p:tgtEl>
                                        <p:attrNameLst>
                                          <p:attrName>style.visibility</p:attrName>
                                        </p:attrNameLst>
                                      </p:cBhvr>
                                      <p:to>
                                        <p:strVal val="visible"/>
                                      </p:to>
                                    </p:set>
                                    <p:animEffect transition="in" filter="wipe(left)">
                                      <p:cBhvr>
                                        <p:cTn id="55" dur="1000"/>
                                        <p:tgtEl>
                                          <p:spTgt spid="205831"/>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205828"/>
                                        </p:tgtEl>
                                        <p:attrNameLst>
                                          <p:attrName>style.visibility</p:attrName>
                                        </p:attrNameLst>
                                      </p:cBhvr>
                                      <p:to>
                                        <p:strVal val="visible"/>
                                      </p:to>
                                    </p:set>
                                    <p:animEffect transition="in" filter="wipe(left)">
                                      <p:cBhvr>
                                        <p:cTn id="60" dur="1000"/>
                                        <p:tgtEl>
                                          <p:spTgt spid="205828"/>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205838"/>
                                        </p:tgtEl>
                                        <p:attrNameLst>
                                          <p:attrName>style.visibility</p:attrName>
                                        </p:attrNameLst>
                                      </p:cBhvr>
                                      <p:to>
                                        <p:strVal val="visible"/>
                                      </p:to>
                                    </p:set>
                                    <p:animEffect transition="in" filter="wipe(up)">
                                      <p:cBhvr>
                                        <p:cTn id="65" dur="1000"/>
                                        <p:tgtEl>
                                          <p:spTgt spid="205838"/>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205834"/>
                                        </p:tgtEl>
                                        <p:attrNameLst>
                                          <p:attrName>style.visibility</p:attrName>
                                        </p:attrNameLst>
                                      </p:cBhvr>
                                      <p:to>
                                        <p:strVal val="visible"/>
                                      </p:to>
                                    </p:set>
                                    <p:animEffect transition="in" filter="wipe(left)">
                                      <p:cBhvr>
                                        <p:cTn id="70" dur="1000"/>
                                        <p:tgtEl>
                                          <p:spTgt spid="20583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05842"/>
                                        </p:tgtEl>
                                        <p:attrNameLst>
                                          <p:attrName>style.visibility</p:attrName>
                                        </p:attrNameLst>
                                      </p:cBhvr>
                                      <p:to>
                                        <p:strVal val="visible"/>
                                      </p:to>
                                    </p:set>
                                    <p:animEffect transition="in" filter="wipe(left)">
                                      <p:cBhvr>
                                        <p:cTn id="75" dur="1000"/>
                                        <p:tgtEl>
                                          <p:spTgt spid="205842"/>
                                        </p:tgtEl>
                                      </p:cBhvr>
                                    </p:animEffect>
                                  </p:childTnLst>
                                </p:cTn>
                              </p:par>
                            </p:childTnLst>
                          </p:cTn>
                        </p:par>
                        <p:par>
                          <p:cTn id="76" fill="hold">
                            <p:stCondLst>
                              <p:cond delay="1000"/>
                            </p:stCondLst>
                            <p:childTnLst>
                              <p:par>
                                <p:cTn id="77" presetID="22" presetClass="entr" presetSubtype="8" fill="hold" grpId="0" nodeType="afterEffect">
                                  <p:stCondLst>
                                    <p:cond delay="0"/>
                                  </p:stCondLst>
                                  <p:childTnLst>
                                    <p:set>
                                      <p:cBhvr>
                                        <p:cTn id="78" dur="1" fill="hold">
                                          <p:stCondLst>
                                            <p:cond delay="0"/>
                                          </p:stCondLst>
                                        </p:cTn>
                                        <p:tgtEl>
                                          <p:spTgt spid="205832"/>
                                        </p:tgtEl>
                                        <p:attrNameLst>
                                          <p:attrName>style.visibility</p:attrName>
                                        </p:attrNameLst>
                                      </p:cBhvr>
                                      <p:to>
                                        <p:strVal val="visible"/>
                                      </p:to>
                                    </p:set>
                                    <p:animEffect transition="in" filter="wipe(left)">
                                      <p:cBhvr>
                                        <p:cTn id="79" dur="1000"/>
                                        <p:tgtEl>
                                          <p:spTgt spid="205832"/>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205829"/>
                                        </p:tgtEl>
                                        <p:attrNameLst>
                                          <p:attrName>style.visibility</p:attrName>
                                        </p:attrNameLst>
                                      </p:cBhvr>
                                      <p:to>
                                        <p:strVal val="visible"/>
                                      </p:to>
                                    </p:set>
                                    <p:animEffect transition="in" filter="wipe(left)">
                                      <p:cBhvr>
                                        <p:cTn id="84" dur="1000"/>
                                        <p:tgtEl>
                                          <p:spTgt spid="205829"/>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1" fill="hold" grpId="0" nodeType="clickEffect">
                                  <p:stCondLst>
                                    <p:cond delay="0"/>
                                  </p:stCondLst>
                                  <p:childTnLst>
                                    <p:set>
                                      <p:cBhvr>
                                        <p:cTn id="88" dur="1" fill="hold">
                                          <p:stCondLst>
                                            <p:cond delay="0"/>
                                          </p:stCondLst>
                                        </p:cTn>
                                        <p:tgtEl>
                                          <p:spTgt spid="205844"/>
                                        </p:tgtEl>
                                        <p:attrNameLst>
                                          <p:attrName>style.visibility</p:attrName>
                                        </p:attrNameLst>
                                      </p:cBhvr>
                                      <p:to>
                                        <p:strVal val="visible"/>
                                      </p:to>
                                    </p:set>
                                    <p:animEffect transition="in" filter="wipe(up)">
                                      <p:cBhvr>
                                        <p:cTn id="89" dur="1000"/>
                                        <p:tgtEl>
                                          <p:spTgt spid="205844"/>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205843"/>
                                        </p:tgtEl>
                                        <p:attrNameLst>
                                          <p:attrName>style.visibility</p:attrName>
                                        </p:attrNameLst>
                                      </p:cBhvr>
                                      <p:to>
                                        <p:strVal val="visible"/>
                                      </p:to>
                                    </p:set>
                                    <p:animEffect transition="in" filter="wipe(left)">
                                      <p:cBhvr>
                                        <p:cTn id="94" dur="1000"/>
                                        <p:tgtEl>
                                          <p:spTgt spid="205843"/>
                                        </p:tgtEl>
                                      </p:cBhvr>
                                    </p:animEffect>
                                  </p:childTnLst>
                                </p:cTn>
                              </p:par>
                            </p:childTnLst>
                          </p:cTn>
                        </p:par>
                        <p:par>
                          <p:cTn id="95" fill="hold">
                            <p:stCondLst>
                              <p:cond delay="1000"/>
                            </p:stCondLst>
                            <p:childTnLst>
                              <p:par>
                                <p:cTn id="96" presetID="22" presetClass="entr" presetSubtype="8" fill="hold" grpId="0" nodeType="afterEffect">
                                  <p:stCondLst>
                                    <p:cond delay="0"/>
                                  </p:stCondLst>
                                  <p:childTnLst>
                                    <p:set>
                                      <p:cBhvr>
                                        <p:cTn id="97" dur="1" fill="hold">
                                          <p:stCondLst>
                                            <p:cond delay="0"/>
                                          </p:stCondLst>
                                        </p:cTn>
                                        <p:tgtEl>
                                          <p:spTgt spid="23"/>
                                        </p:tgtEl>
                                        <p:attrNameLst>
                                          <p:attrName>style.visibility</p:attrName>
                                        </p:attrNameLst>
                                      </p:cBhvr>
                                      <p:to>
                                        <p:strVal val="visible"/>
                                      </p:to>
                                    </p:set>
                                    <p:animEffect transition="in" filter="wipe(left)">
                                      <p:cBhvr>
                                        <p:cTn id="9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6" grpId="0" animBg="1"/>
      <p:bldP spid="205827" grpId="0" animBg="1"/>
      <p:bldP spid="205828" grpId="0" animBg="1"/>
      <p:bldP spid="205829" grpId="0" animBg="1"/>
      <p:bldP spid="205830" grpId="0" animBg="1"/>
      <p:bldP spid="205831" grpId="0" animBg="1"/>
      <p:bldP spid="205832" grpId="0" animBg="1"/>
      <p:bldP spid="205833" grpId="0" animBg="1"/>
      <p:bldP spid="205834" grpId="0" animBg="1"/>
      <p:bldP spid="205835" grpId="0" animBg="1"/>
      <p:bldP spid="205836" grpId="0" animBg="1"/>
      <p:bldP spid="205838" grpId="0" animBg="1"/>
      <p:bldP spid="205839" grpId="0"/>
      <p:bldP spid="205840" grpId="0"/>
      <p:bldP spid="205841" grpId="0"/>
      <p:bldP spid="205842" grpId="0"/>
      <p:bldP spid="205843" grpId="0" animBg="1"/>
      <p:bldP spid="205844" grpId="0" animBg="1"/>
      <p:bldP spid="205845" grpId="0" animBg="1"/>
      <p:bldP spid="2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755650" y="620713"/>
            <a:ext cx="7699375" cy="519112"/>
          </a:xfrm>
          <a:prstGeom prst="rect">
            <a:avLst/>
          </a:prstGeom>
          <a:noFill/>
          <a:ln w="12700" cap="sq" algn="ctr">
            <a:noFill/>
            <a:miter lim="800000"/>
            <a:headEnd type="none" w="sm" len="sm"/>
            <a:tailEnd type="none" w="sm" len="sm"/>
          </a:ln>
        </p:spPr>
        <p:txBody>
          <a:bodyPr>
            <a:spAutoFit/>
          </a:bodyPr>
          <a:lstStyle/>
          <a:p>
            <a:pPr algn="ctr"/>
            <a:r>
              <a:rPr kumimoji="1" lang="zh-CN" altLang="en-US" sz="2800">
                <a:solidFill>
                  <a:schemeClr val="accent2"/>
                </a:solidFill>
                <a:latin typeface="Times New Roman" pitchFamily="18" charset="0"/>
                <a:ea typeface="黑体" pitchFamily="49" charset="-122"/>
              </a:rPr>
              <a:t>§1.</a:t>
            </a:r>
            <a:r>
              <a:rPr kumimoji="1" lang="en-US" altLang="zh-CN" sz="2800">
                <a:solidFill>
                  <a:schemeClr val="accent2"/>
                </a:solidFill>
                <a:latin typeface="Times New Roman" pitchFamily="18" charset="0"/>
                <a:ea typeface="黑体" pitchFamily="49" charset="-122"/>
              </a:rPr>
              <a:t>3  </a:t>
            </a:r>
            <a:r>
              <a:rPr kumimoji="1" lang="zh-CN" altLang="en-US" sz="2800">
                <a:solidFill>
                  <a:schemeClr val="accent2"/>
                </a:solidFill>
                <a:latin typeface="Times New Roman" pitchFamily="18" charset="0"/>
                <a:ea typeface="黑体" pitchFamily="49" charset="-122"/>
              </a:rPr>
              <a:t>实物的简化模型</a:t>
            </a:r>
          </a:p>
        </p:txBody>
      </p:sp>
      <p:sp>
        <p:nvSpPr>
          <p:cNvPr id="36868" name="Text Box 4"/>
          <p:cNvSpPr txBox="1">
            <a:spLocks noChangeArrowheads="1"/>
          </p:cNvSpPr>
          <p:nvPr/>
        </p:nvSpPr>
        <p:spPr bwMode="auto">
          <a:xfrm>
            <a:off x="539750" y="1341438"/>
            <a:ext cx="4032250" cy="465137"/>
          </a:xfrm>
          <a:prstGeom prst="rect">
            <a:avLst/>
          </a:prstGeom>
          <a:noFill/>
          <a:ln w="9525">
            <a:noFill/>
            <a:miter lim="800000"/>
            <a:headEnd/>
            <a:tailEnd/>
          </a:ln>
        </p:spPr>
        <p:txBody>
          <a:bodyPr anchor="ctr">
            <a:spAutoFit/>
          </a:bodyPr>
          <a:lstStyle/>
          <a:p>
            <a:pPr>
              <a:lnSpc>
                <a:spcPct val="110000"/>
              </a:lnSpc>
            </a:pPr>
            <a:r>
              <a:rPr kumimoji="1" lang="zh-CN" altLang="en-US" sz="2400">
                <a:solidFill>
                  <a:srgbClr val="FF6600"/>
                </a:solidFill>
                <a:latin typeface="Times New Roman" pitchFamily="18" charset="0"/>
              </a:rPr>
              <a:t>提出物理模型的基本原则</a:t>
            </a:r>
            <a:endParaRPr kumimoji="1" lang="en-US" altLang="zh-CN" sz="2400">
              <a:solidFill>
                <a:srgbClr val="FF6600"/>
              </a:solidFill>
              <a:latin typeface="Times New Roman" pitchFamily="18" charset="0"/>
            </a:endParaRPr>
          </a:p>
        </p:txBody>
      </p:sp>
      <p:sp>
        <p:nvSpPr>
          <p:cNvPr id="36869" name="Text Box 5"/>
          <p:cNvSpPr txBox="1">
            <a:spLocks noChangeArrowheads="1"/>
          </p:cNvSpPr>
          <p:nvPr/>
        </p:nvSpPr>
        <p:spPr bwMode="auto">
          <a:xfrm>
            <a:off x="1081088" y="2058988"/>
            <a:ext cx="2941637" cy="465137"/>
          </a:xfrm>
          <a:prstGeom prst="rect">
            <a:avLst/>
          </a:prstGeom>
          <a:noFill/>
          <a:ln w="9525">
            <a:noFill/>
            <a:miter lim="800000"/>
            <a:headEnd/>
            <a:tailEnd/>
          </a:ln>
        </p:spPr>
        <p:txBody>
          <a:bodyPr wrap="none" anchor="ctr">
            <a:spAutoFit/>
          </a:bodyPr>
          <a:lstStyle/>
          <a:p>
            <a:pPr>
              <a:lnSpc>
                <a:spcPct val="110000"/>
              </a:lnSpc>
            </a:pPr>
            <a:r>
              <a:rPr kumimoji="1" lang="en-US" altLang="zh-CN" sz="2400">
                <a:latin typeface="Times New Roman" pitchFamily="18" charset="0"/>
                <a:sym typeface="Monotype Sorts" pitchFamily="2" charset="2"/>
              </a:rPr>
              <a:t>(</a:t>
            </a:r>
            <a:r>
              <a:rPr kumimoji="1" lang="zh-CN" altLang="en-US" sz="2400">
                <a:latin typeface="Times New Roman" pitchFamily="18" charset="0"/>
                <a:sym typeface="Monotype Sorts" pitchFamily="2" charset="2"/>
              </a:rPr>
              <a:t>１</a:t>
            </a:r>
            <a:r>
              <a:rPr kumimoji="1" lang="en-US" altLang="zh-CN" sz="2400">
                <a:latin typeface="Times New Roman" pitchFamily="18" charset="0"/>
                <a:sym typeface="Monotype Sorts" pitchFamily="2" charset="2"/>
              </a:rPr>
              <a:t>) </a:t>
            </a:r>
            <a:r>
              <a:rPr kumimoji="1" lang="zh-CN" altLang="en-US" sz="2400">
                <a:latin typeface="Times New Roman" pitchFamily="18" charset="0"/>
                <a:sym typeface="Monotype Sorts" pitchFamily="2" charset="2"/>
              </a:rPr>
              <a:t>明确所提问题；</a:t>
            </a:r>
            <a:endParaRPr kumimoji="1" lang="zh-CN" altLang="en-US" sz="2400">
              <a:latin typeface="Times New Roman" pitchFamily="18" charset="0"/>
            </a:endParaRPr>
          </a:p>
        </p:txBody>
      </p:sp>
      <p:sp>
        <p:nvSpPr>
          <p:cNvPr id="36870" name="Text Box 6"/>
          <p:cNvSpPr txBox="1">
            <a:spLocks noChangeArrowheads="1"/>
          </p:cNvSpPr>
          <p:nvPr/>
        </p:nvSpPr>
        <p:spPr bwMode="auto">
          <a:xfrm>
            <a:off x="1033463" y="3333750"/>
            <a:ext cx="5894387" cy="465138"/>
          </a:xfrm>
          <a:prstGeom prst="rect">
            <a:avLst/>
          </a:prstGeom>
          <a:noFill/>
          <a:ln w="9525">
            <a:noFill/>
            <a:miter lim="800000"/>
            <a:headEnd/>
            <a:tailEnd/>
          </a:ln>
        </p:spPr>
        <p:txBody>
          <a:bodyPr anchor="ctr">
            <a:spAutoFit/>
          </a:bodyPr>
          <a:lstStyle/>
          <a:p>
            <a:pPr>
              <a:lnSpc>
                <a:spcPct val="110000"/>
              </a:lnSpc>
            </a:pPr>
            <a:r>
              <a:rPr kumimoji="1" lang="en-US" altLang="zh-CN" sz="2400">
                <a:latin typeface="Times New Roman" pitchFamily="18" charset="0"/>
                <a:sym typeface="Monotype Sorts" pitchFamily="2" charset="2"/>
              </a:rPr>
              <a:t>(</a:t>
            </a:r>
            <a:r>
              <a:rPr kumimoji="1" lang="zh-CN" altLang="en-US" sz="2400">
                <a:latin typeface="Times New Roman" pitchFamily="18" charset="0"/>
                <a:sym typeface="Monotype Sorts" pitchFamily="2" charset="2"/>
              </a:rPr>
              <a:t>３</a:t>
            </a:r>
            <a:r>
              <a:rPr kumimoji="1" lang="en-US" altLang="zh-CN" sz="2400">
                <a:latin typeface="Times New Roman" pitchFamily="18" charset="0"/>
                <a:sym typeface="Monotype Sorts" pitchFamily="2" charset="2"/>
              </a:rPr>
              <a:t>) </a:t>
            </a:r>
            <a:r>
              <a:rPr kumimoji="1" lang="zh-CN" altLang="en-US" sz="2400">
                <a:latin typeface="Times New Roman" pitchFamily="18" charset="0"/>
                <a:sym typeface="Monotype Sorts" pitchFamily="2" charset="2"/>
              </a:rPr>
              <a:t>突出主要因素，提出理想模型；</a:t>
            </a:r>
            <a:endParaRPr kumimoji="1" lang="zh-CN" altLang="en-US" sz="2400">
              <a:latin typeface="Times New Roman" pitchFamily="18" charset="0"/>
            </a:endParaRPr>
          </a:p>
        </p:txBody>
      </p:sp>
      <p:sp>
        <p:nvSpPr>
          <p:cNvPr id="36871" name="Rectangle 7"/>
          <p:cNvSpPr>
            <a:spLocks noChangeArrowheads="1"/>
          </p:cNvSpPr>
          <p:nvPr/>
        </p:nvSpPr>
        <p:spPr bwMode="auto">
          <a:xfrm>
            <a:off x="539750" y="4765675"/>
            <a:ext cx="8407400" cy="465138"/>
          </a:xfrm>
          <a:prstGeom prst="rect">
            <a:avLst/>
          </a:prstGeom>
          <a:noFill/>
          <a:ln w="9525">
            <a:noFill/>
            <a:miter lim="800000"/>
            <a:headEnd/>
            <a:tailEnd/>
          </a:ln>
        </p:spPr>
        <p:txBody>
          <a:bodyPr>
            <a:spAutoFit/>
          </a:bodyPr>
          <a:lstStyle/>
          <a:p>
            <a:pPr>
              <a:lnSpc>
                <a:spcPct val="110000"/>
              </a:lnSpc>
            </a:pPr>
            <a:r>
              <a:rPr kumimoji="1" lang="zh-CN" altLang="en-US" sz="2400">
                <a:solidFill>
                  <a:srgbClr val="800000"/>
                </a:solidFill>
                <a:latin typeface="Times New Roman" pitchFamily="18" charset="0"/>
              </a:rPr>
              <a:t>  </a:t>
            </a:r>
            <a:r>
              <a:rPr kumimoji="1" lang="zh-CN" altLang="en-US" sz="2400">
                <a:solidFill>
                  <a:srgbClr val="FF0000"/>
                </a:solidFill>
                <a:latin typeface="Times New Roman" pitchFamily="18" charset="0"/>
              </a:rPr>
              <a:t>“理想模型”是对所考察的问题来说的，不具有绝对意义。</a:t>
            </a:r>
          </a:p>
        </p:txBody>
      </p:sp>
      <p:sp>
        <p:nvSpPr>
          <p:cNvPr id="36872" name="Rectangle 8"/>
          <p:cNvSpPr>
            <a:spLocks noChangeArrowheads="1"/>
          </p:cNvSpPr>
          <p:nvPr/>
        </p:nvSpPr>
        <p:spPr bwMode="auto">
          <a:xfrm>
            <a:off x="1042988" y="2692400"/>
            <a:ext cx="7058025" cy="465138"/>
          </a:xfrm>
          <a:prstGeom prst="rect">
            <a:avLst/>
          </a:prstGeom>
          <a:noFill/>
          <a:ln w="9525">
            <a:noFill/>
            <a:miter lim="800000"/>
            <a:headEnd/>
            <a:tailEnd/>
          </a:ln>
        </p:spPr>
        <p:txBody>
          <a:bodyPr>
            <a:spAutoFit/>
          </a:bodyPr>
          <a:lstStyle/>
          <a:p>
            <a:pPr>
              <a:lnSpc>
                <a:spcPct val="110000"/>
              </a:lnSpc>
            </a:pPr>
            <a:r>
              <a:rPr kumimoji="1" lang="en-US" altLang="zh-CN" sz="2400">
                <a:latin typeface="Times New Roman" pitchFamily="18" charset="0"/>
                <a:sym typeface="Monotype Sorts" pitchFamily="2" charset="2"/>
              </a:rPr>
              <a:t>(</a:t>
            </a:r>
            <a:r>
              <a:rPr kumimoji="1" lang="zh-CN" altLang="en-US" sz="2400">
                <a:latin typeface="Times New Roman" pitchFamily="18" charset="0"/>
                <a:sym typeface="Monotype Sorts" pitchFamily="2" charset="2"/>
              </a:rPr>
              <a:t>２</a:t>
            </a:r>
            <a:r>
              <a:rPr kumimoji="1" lang="en-US" altLang="zh-CN" sz="2400">
                <a:latin typeface="Times New Roman" pitchFamily="18" charset="0"/>
                <a:sym typeface="Monotype Sorts" pitchFamily="2" charset="2"/>
              </a:rPr>
              <a:t>) </a:t>
            </a:r>
            <a:r>
              <a:rPr kumimoji="1" lang="zh-CN" altLang="en-US" sz="2400">
                <a:latin typeface="Times New Roman" pitchFamily="18" charset="0"/>
                <a:sym typeface="Monotype Sorts" pitchFamily="2" charset="2"/>
              </a:rPr>
              <a:t>分析各种因素在所提问题中的主次；</a:t>
            </a:r>
          </a:p>
        </p:txBody>
      </p:sp>
      <p:sp>
        <p:nvSpPr>
          <p:cNvPr id="36873" name="Rectangle 9"/>
          <p:cNvSpPr>
            <a:spLocks noChangeArrowheads="1"/>
          </p:cNvSpPr>
          <p:nvPr/>
        </p:nvSpPr>
        <p:spPr bwMode="auto">
          <a:xfrm>
            <a:off x="1065213" y="4014788"/>
            <a:ext cx="3435350" cy="465137"/>
          </a:xfrm>
          <a:prstGeom prst="rect">
            <a:avLst/>
          </a:prstGeom>
          <a:noFill/>
          <a:ln w="9525">
            <a:noFill/>
            <a:miter lim="800000"/>
            <a:headEnd/>
            <a:tailEnd/>
          </a:ln>
        </p:spPr>
        <p:txBody>
          <a:bodyPr>
            <a:spAutoFit/>
          </a:bodyPr>
          <a:lstStyle/>
          <a:p>
            <a:pPr>
              <a:lnSpc>
                <a:spcPct val="110000"/>
              </a:lnSpc>
            </a:pPr>
            <a:r>
              <a:rPr kumimoji="1" lang="en-US" altLang="zh-CN" sz="2400">
                <a:latin typeface="Times New Roman" pitchFamily="18" charset="0"/>
                <a:sym typeface="Monotype Sorts" pitchFamily="2" charset="2"/>
              </a:rPr>
              <a:t>(</a:t>
            </a:r>
            <a:r>
              <a:rPr kumimoji="1" lang="zh-CN" altLang="en-US" sz="2400">
                <a:latin typeface="Times New Roman" pitchFamily="18" charset="0"/>
                <a:sym typeface="Monotype Sorts" pitchFamily="2" charset="2"/>
              </a:rPr>
              <a:t>４</a:t>
            </a:r>
            <a:r>
              <a:rPr kumimoji="1" lang="en-US" altLang="zh-CN" sz="2400">
                <a:latin typeface="Times New Roman" pitchFamily="18" charset="0"/>
                <a:sym typeface="Monotype Sorts" pitchFamily="2" charset="2"/>
              </a:rPr>
              <a:t>) </a:t>
            </a:r>
            <a:r>
              <a:rPr kumimoji="1" lang="zh-CN" altLang="en-US" sz="2400">
                <a:latin typeface="Times New Roman" pitchFamily="18" charset="0"/>
                <a:sym typeface="Monotype Sorts" pitchFamily="2" charset="2"/>
              </a:rPr>
              <a:t>实验验证。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866"/>
                                        </p:tgtEl>
                                        <p:attrNameLst>
                                          <p:attrName>style.visibility</p:attrName>
                                        </p:attrNameLst>
                                      </p:cBhvr>
                                      <p:to>
                                        <p:strVal val="visible"/>
                                      </p:to>
                                    </p:set>
                                    <p:anim calcmode="lin" valueType="num">
                                      <p:cBhvr additive="base">
                                        <p:cTn id="7" dur="500" fill="hold"/>
                                        <p:tgtEl>
                                          <p:spTgt spid="36866"/>
                                        </p:tgtEl>
                                        <p:attrNameLst>
                                          <p:attrName>ppt_x</p:attrName>
                                        </p:attrNameLst>
                                      </p:cBhvr>
                                      <p:tavLst>
                                        <p:tav tm="0">
                                          <p:val>
                                            <p:strVal val="0-#ppt_w/2"/>
                                          </p:val>
                                        </p:tav>
                                        <p:tav tm="100000">
                                          <p:val>
                                            <p:strVal val="#ppt_x"/>
                                          </p:val>
                                        </p:tav>
                                      </p:tavLst>
                                    </p:anim>
                                    <p:anim calcmode="lin" valueType="num">
                                      <p:cBhvr additive="base">
                                        <p:cTn id="8" dur="500" fill="hold"/>
                                        <p:tgtEl>
                                          <p:spTgt spid="3686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36868"/>
                                        </p:tgtEl>
                                        <p:attrNameLst>
                                          <p:attrName>style.visibility</p:attrName>
                                        </p:attrNameLst>
                                      </p:cBhvr>
                                      <p:to>
                                        <p:strVal val="visible"/>
                                      </p:to>
                                    </p:set>
                                    <p:anim calcmode="lin" valueType="num">
                                      <p:cBhvr>
                                        <p:cTn id="13" dur="500" fill="hold"/>
                                        <p:tgtEl>
                                          <p:spTgt spid="36868"/>
                                        </p:tgtEl>
                                        <p:attrNameLst>
                                          <p:attrName>ppt_w</p:attrName>
                                        </p:attrNameLst>
                                      </p:cBhvr>
                                      <p:tavLst>
                                        <p:tav tm="0">
                                          <p:val>
                                            <p:fltVal val="0"/>
                                          </p:val>
                                        </p:tav>
                                        <p:tav tm="100000">
                                          <p:val>
                                            <p:strVal val="#ppt_w"/>
                                          </p:val>
                                        </p:tav>
                                      </p:tavLst>
                                    </p:anim>
                                    <p:anim calcmode="lin" valueType="num">
                                      <p:cBhvr>
                                        <p:cTn id="14" dur="500" fill="hold"/>
                                        <p:tgtEl>
                                          <p:spTgt spid="36868"/>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grpId="0" nodeType="clickEffect">
                                  <p:stCondLst>
                                    <p:cond delay="0"/>
                                  </p:stCondLst>
                                  <p:iterate type="wd">
                                    <p:tmPct val="100000"/>
                                  </p:iterate>
                                  <p:childTnLst>
                                    <p:set>
                                      <p:cBhvr>
                                        <p:cTn id="18" dur="1" fill="hold">
                                          <p:stCondLst>
                                            <p:cond delay="0"/>
                                          </p:stCondLst>
                                        </p:cTn>
                                        <p:tgtEl>
                                          <p:spTgt spid="36869"/>
                                        </p:tgtEl>
                                        <p:attrNameLst>
                                          <p:attrName>style.visibility</p:attrName>
                                        </p:attrNameLst>
                                      </p:cBhvr>
                                      <p:to>
                                        <p:strVal val="visible"/>
                                      </p:to>
                                    </p:set>
                                    <p:anim calcmode="lin" valueType="num">
                                      <p:cBhvr>
                                        <p:cTn id="19" dur="300" fill="hold"/>
                                        <p:tgtEl>
                                          <p:spTgt spid="36869"/>
                                        </p:tgtEl>
                                        <p:attrNameLst>
                                          <p:attrName>ppt_w</p:attrName>
                                        </p:attrNameLst>
                                      </p:cBhvr>
                                      <p:tavLst>
                                        <p:tav tm="0">
                                          <p:val>
                                            <p:fltVal val="0"/>
                                          </p:val>
                                        </p:tav>
                                        <p:tav tm="100000">
                                          <p:val>
                                            <p:strVal val="#ppt_w"/>
                                          </p:val>
                                        </p:tav>
                                      </p:tavLst>
                                    </p:anim>
                                    <p:anim calcmode="lin" valueType="num">
                                      <p:cBhvr>
                                        <p:cTn id="20" dur="300" fill="hold"/>
                                        <p:tgtEl>
                                          <p:spTgt spid="36869"/>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36872"/>
                                        </p:tgtEl>
                                        <p:attrNameLst>
                                          <p:attrName>style.visibility</p:attrName>
                                        </p:attrNameLst>
                                      </p:cBhvr>
                                      <p:to>
                                        <p:strVal val="visible"/>
                                      </p:to>
                                    </p:set>
                                    <p:anim calcmode="lin" valueType="num">
                                      <p:cBhvr>
                                        <p:cTn id="25" dur="500" fill="hold"/>
                                        <p:tgtEl>
                                          <p:spTgt spid="36872"/>
                                        </p:tgtEl>
                                        <p:attrNameLst>
                                          <p:attrName>ppt_w</p:attrName>
                                        </p:attrNameLst>
                                      </p:cBhvr>
                                      <p:tavLst>
                                        <p:tav tm="0">
                                          <p:val>
                                            <p:fltVal val="0"/>
                                          </p:val>
                                        </p:tav>
                                        <p:tav tm="100000">
                                          <p:val>
                                            <p:strVal val="#ppt_w"/>
                                          </p:val>
                                        </p:tav>
                                      </p:tavLst>
                                    </p:anim>
                                    <p:anim calcmode="lin" valueType="num">
                                      <p:cBhvr>
                                        <p:cTn id="26" dur="500" fill="hold"/>
                                        <p:tgtEl>
                                          <p:spTgt spid="36872"/>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0" fill="hold" grpId="0" nodeType="clickEffect">
                                  <p:stCondLst>
                                    <p:cond delay="0"/>
                                  </p:stCondLst>
                                  <p:iterate type="wd">
                                    <p:tmPct val="100000"/>
                                  </p:iterate>
                                  <p:childTnLst>
                                    <p:set>
                                      <p:cBhvr>
                                        <p:cTn id="30" dur="1" fill="hold">
                                          <p:stCondLst>
                                            <p:cond delay="0"/>
                                          </p:stCondLst>
                                        </p:cTn>
                                        <p:tgtEl>
                                          <p:spTgt spid="36870"/>
                                        </p:tgtEl>
                                        <p:attrNameLst>
                                          <p:attrName>style.visibility</p:attrName>
                                        </p:attrNameLst>
                                      </p:cBhvr>
                                      <p:to>
                                        <p:strVal val="visible"/>
                                      </p:to>
                                    </p:set>
                                    <p:anim calcmode="lin" valueType="num">
                                      <p:cBhvr>
                                        <p:cTn id="31" dur="300" fill="hold"/>
                                        <p:tgtEl>
                                          <p:spTgt spid="36870"/>
                                        </p:tgtEl>
                                        <p:attrNameLst>
                                          <p:attrName>ppt_w</p:attrName>
                                        </p:attrNameLst>
                                      </p:cBhvr>
                                      <p:tavLst>
                                        <p:tav tm="0">
                                          <p:val>
                                            <p:fltVal val="0"/>
                                          </p:val>
                                        </p:tav>
                                        <p:tav tm="100000">
                                          <p:val>
                                            <p:strVal val="#ppt_w"/>
                                          </p:val>
                                        </p:tav>
                                      </p:tavLst>
                                    </p:anim>
                                    <p:anim calcmode="lin" valueType="num">
                                      <p:cBhvr>
                                        <p:cTn id="32" dur="300" fill="hold"/>
                                        <p:tgtEl>
                                          <p:spTgt spid="36870"/>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7" presetClass="entr" presetSubtype="10" fill="hold" grpId="0" nodeType="clickEffect">
                                  <p:stCondLst>
                                    <p:cond delay="0"/>
                                  </p:stCondLst>
                                  <p:childTnLst>
                                    <p:set>
                                      <p:cBhvr>
                                        <p:cTn id="36" dur="1" fill="hold">
                                          <p:stCondLst>
                                            <p:cond delay="0"/>
                                          </p:stCondLst>
                                        </p:cTn>
                                        <p:tgtEl>
                                          <p:spTgt spid="36873"/>
                                        </p:tgtEl>
                                        <p:attrNameLst>
                                          <p:attrName>style.visibility</p:attrName>
                                        </p:attrNameLst>
                                      </p:cBhvr>
                                      <p:to>
                                        <p:strVal val="visible"/>
                                      </p:to>
                                    </p:set>
                                    <p:anim calcmode="lin" valueType="num">
                                      <p:cBhvr>
                                        <p:cTn id="37" dur="500" fill="hold"/>
                                        <p:tgtEl>
                                          <p:spTgt spid="36873"/>
                                        </p:tgtEl>
                                        <p:attrNameLst>
                                          <p:attrName>ppt_w</p:attrName>
                                        </p:attrNameLst>
                                      </p:cBhvr>
                                      <p:tavLst>
                                        <p:tav tm="0">
                                          <p:val>
                                            <p:fltVal val="0"/>
                                          </p:val>
                                        </p:tav>
                                        <p:tav tm="100000">
                                          <p:val>
                                            <p:strVal val="#ppt_w"/>
                                          </p:val>
                                        </p:tav>
                                      </p:tavLst>
                                    </p:anim>
                                    <p:anim calcmode="lin" valueType="num">
                                      <p:cBhvr>
                                        <p:cTn id="38" dur="500" fill="hold"/>
                                        <p:tgtEl>
                                          <p:spTgt spid="36873"/>
                                        </p:tgtEl>
                                        <p:attrNameLst>
                                          <p:attrName>ppt_h</p:attrName>
                                        </p:attrNameLst>
                                      </p:cBhvr>
                                      <p:tavLst>
                                        <p:tav tm="0">
                                          <p:val>
                                            <p:strVal val="#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17" presetClass="entr" presetSubtype="10" fill="hold" grpId="0" nodeType="clickEffect">
                                  <p:stCondLst>
                                    <p:cond delay="0"/>
                                  </p:stCondLst>
                                  <p:childTnLst>
                                    <p:set>
                                      <p:cBhvr>
                                        <p:cTn id="42" dur="1" fill="hold">
                                          <p:stCondLst>
                                            <p:cond delay="0"/>
                                          </p:stCondLst>
                                        </p:cTn>
                                        <p:tgtEl>
                                          <p:spTgt spid="36871"/>
                                        </p:tgtEl>
                                        <p:attrNameLst>
                                          <p:attrName>style.visibility</p:attrName>
                                        </p:attrNameLst>
                                      </p:cBhvr>
                                      <p:to>
                                        <p:strVal val="visible"/>
                                      </p:to>
                                    </p:set>
                                    <p:anim calcmode="lin" valueType="num">
                                      <p:cBhvr>
                                        <p:cTn id="43" dur="500" fill="hold"/>
                                        <p:tgtEl>
                                          <p:spTgt spid="36871"/>
                                        </p:tgtEl>
                                        <p:attrNameLst>
                                          <p:attrName>ppt_w</p:attrName>
                                        </p:attrNameLst>
                                      </p:cBhvr>
                                      <p:tavLst>
                                        <p:tav tm="0">
                                          <p:val>
                                            <p:fltVal val="0"/>
                                          </p:val>
                                        </p:tav>
                                        <p:tav tm="100000">
                                          <p:val>
                                            <p:strVal val="#ppt_w"/>
                                          </p:val>
                                        </p:tav>
                                      </p:tavLst>
                                    </p:anim>
                                    <p:anim calcmode="lin" valueType="num">
                                      <p:cBhvr>
                                        <p:cTn id="44" dur="500" fill="hold"/>
                                        <p:tgtEl>
                                          <p:spTgt spid="3687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p:bldP spid="36868" grpId="0" autoUpdateAnimBg="0"/>
      <p:bldP spid="36869" grpId="0" autoUpdateAnimBg="0"/>
      <p:bldP spid="36870" grpId="0" autoUpdateAnimBg="0"/>
      <p:bldP spid="36871" grpId="0" autoUpdateAnimBg="0"/>
      <p:bldP spid="36872" grpId="0" autoUpdateAnimBg="0"/>
      <p:bldP spid="36873"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179388" y="476250"/>
            <a:ext cx="2592387" cy="457200"/>
          </a:xfrm>
          <a:prstGeom prst="rect">
            <a:avLst/>
          </a:prstGeom>
          <a:noFill/>
          <a:ln w="9525" algn="ctr">
            <a:noFill/>
            <a:miter lim="800000"/>
            <a:headEnd type="none" w="sm" len="sm"/>
            <a:tailEnd type="none" w="sm" len="sm"/>
          </a:ln>
        </p:spPr>
        <p:txBody>
          <a:bodyPr>
            <a:spAutoFit/>
          </a:bodyPr>
          <a:lstStyle/>
          <a:p>
            <a:pPr>
              <a:spcBef>
                <a:spcPct val="50000"/>
              </a:spcBef>
            </a:pPr>
            <a:r>
              <a:rPr kumimoji="1" lang="en-US" altLang="zh-CN" sz="2400">
                <a:solidFill>
                  <a:srgbClr val="0000FF"/>
                </a:solidFill>
                <a:latin typeface="Times New Roman" pitchFamily="18" charset="0"/>
              </a:rPr>
              <a:t>1.3.1  </a:t>
            </a:r>
            <a:r>
              <a:rPr kumimoji="1" lang="zh-CN" altLang="en-US" sz="2400">
                <a:solidFill>
                  <a:srgbClr val="0000FF"/>
                </a:solidFill>
                <a:latin typeface="Times New Roman" pitchFamily="18" charset="0"/>
              </a:rPr>
              <a:t>质点 </a:t>
            </a:r>
          </a:p>
        </p:txBody>
      </p:sp>
      <p:sp>
        <p:nvSpPr>
          <p:cNvPr id="37895" name="Rectangle 7"/>
          <p:cNvSpPr>
            <a:spLocks noChangeArrowheads="1"/>
          </p:cNvSpPr>
          <p:nvPr/>
        </p:nvSpPr>
        <p:spPr bwMode="auto">
          <a:xfrm>
            <a:off x="179388" y="1052513"/>
            <a:ext cx="3889375" cy="457200"/>
          </a:xfrm>
          <a:prstGeom prst="rect">
            <a:avLst/>
          </a:prstGeom>
          <a:noFill/>
          <a:ln w="9525" algn="ctr">
            <a:noFill/>
            <a:miter lim="800000"/>
            <a:headEnd/>
            <a:tailEnd/>
          </a:ln>
        </p:spPr>
        <p:txBody>
          <a:bodyPr>
            <a:spAutoFit/>
          </a:bodyPr>
          <a:lstStyle/>
          <a:p>
            <a:r>
              <a:rPr kumimoji="1" lang="zh-CN" altLang="en-US" sz="2400">
                <a:solidFill>
                  <a:srgbClr val="FF6600"/>
                </a:solidFill>
              </a:rPr>
              <a:t>选用质点模型的条件是：</a:t>
            </a:r>
          </a:p>
        </p:txBody>
      </p:sp>
      <p:sp>
        <p:nvSpPr>
          <p:cNvPr id="37896" name="Text Box 8"/>
          <p:cNvSpPr txBox="1">
            <a:spLocks noChangeArrowheads="1"/>
          </p:cNvSpPr>
          <p:nvPr/>
        </p:nvSpPr>
        <p:spPr bwMode="auto">
          <a:xfrm>
            <a:off x="611188" y="1666875"/>
            <a:ext cx="7416800" cy="457200"/>
          </a:xfrm>
          <a:prstGeom prst="rect">
            <a:avLst/>
          </a:prstGeom>
          <a:noFill/>
          <a:ln w="9525" algn="ctr">
            <a:noFill/>
            <a:miter lim="800000"/>
            <a:headEnd/>
            <a:tailEnd/>
          </a:ln>
        </p:spPr>
        <p:txBody>
          <a:bodyPr>
            <a:spAutoFit/>
          </a:bodyPr>
          <a:lstStyle/>
          <a:p>
            <a:r>
              <a:rPr kumimoji="1" lang="zh-CN" altLang="en-US" sz="2400">
                <a:latin typeface="Times New Roman" pitchFamily="18" charset="0"/>
              </a:rPr>
              <a:t>物体自身线度与物体运动的空间范围相比可以忽略；</a:t>
            </a:r>
          </a:p>
        </p:txBody>
      </p:sp>
      <p:sp>
        <p:nvSpPr>
          <p:cNvPr id="37897" name="Text Box 9"/>
          <p:cNvSpPr txBox="1">
            <a:spLocks noChangeArrowheads="1"/>
          </p:cNvSpPr>
          <p:nvPr/>
        </p:nvSpPr>
        <p:spPr bwMode="auto">
          <a:xfrm>
            <a:off x="611188" y="2144713"/>
            <a:ext cx="4038600" cy="457200"/>
          </a:xfrm>
          <a:prstGeom prst="rect">
            <a:avLst/>
          </a:prstGeom>
          <a:noFill/>
          <a:ln w="9525" algn="ctr">
            <a:noFill/>
            <a:miter lim="800000"/>
            <a:headEnd/>
            <a:tailEnd/>
          </a:ln>
        </p:spPr>
        <p:txBody>
          <a:bodyPr>
            <a:spAutoFit/>
          </a:bodyPr>
          <a:lstStyle/>
          <a:p>
            <a:r>
              <a:rPr kumimoji="1" lang="zh-CN" altLang="en-US" sz="2400">
                <a:latin typeface="Times New Roman" pitchFamily="18" charset="0"/>
              </a:rPr>
              <a:t>或者物体只作平动。</a:t>
            </a:r>
          </a:p>
        </p:txBody>
      </p:sp>
      <p:sp>
        <p:nvSpPr>
          <p:cNvPr id="37900" name="Text Box 12"/>
          <p:cNvSpPr txBox="1">
            <a:spLocks noChangeArrowheads="1"/>
          </p:cNvSpPr>
          <p:nvPr/>
        </p:nvSpPr>
        <p:spPr bwMode="auto">
          <a:xfrm>
            <a:off x="382588" y="2817813"/>
            <a:ext cx="1236662" cy="479425"/>
          </a:xfrm>
          <a:prstGeom prst="rect">
            <a:avLst/>
          </a:prstGeom>
          <a:noFill/>
          <a:ln w="9525">
            <a:noFill/>
            <a:miter lim="800000"/>
            <a:headEnd/>
            <a:tailEnd/>
          </a:ln>
        </p:spPr>
        <p:txBody>
          <a:bodyPr>
            <a:spAutoFit/>
          </a:bodyPr>
          <a:lstStyle/>
          <a:p>
            <a:pPr>
              <a:lnSpc>
                <a:spcPct val="115000"/>
              </a:lnSpc>
            </a:pPr>
            <a:r>
              <a:rPr kumimoji="1" lang="zh-CN" altLang="en-US" sz="2400">
                <a:solidFill>
                  <a:srgbClr val="FF0000"/>
                </a:solidFill>
                <a:latin typeface="Times New Roman" pitchFamily="18" charset="0"/>
              </a:rPr>
              <a:t>质点</a:t>
            </a:r>
            <a:r>
              <a:rPr kumimoji="1" lang="en-US" altLang="zh-CN" sz="2400">
                <a:solidFill>
                  <a:srgbClr val="FF0000"/>
                </a:solidFill>
                <a:latin typeface="Times New Roman" pitchFamily="18" charset="0"/>
              </a:rPr>
              <a:t>:</a:t>
            </a:r>
          </a:p>
        </p:txBody>
      </p:sp>
      <p:sp>
        <p:nvSpPr>
          <p:cNvPr id="37901" name="Line 13"/>
          <p:cNvSpPr>
            <a:spLocks noChangeShapeType="1"/>
          </p:cNvSpPr>
          <p:nvPr/>
        </p:nvSpPr>
        <p:spPr bwMode="auto">
          <a:xfrm>
            <a:off x="4849813" y="3043238"/>
            <a:ext cx="360362" cy="0"/>
          </a:xfrm>
          <a:prstGeom prst="line">
            <a:avLst/>
          </a:prstGeom>
          <a:noFill/>
          <a:ln w="76200">
            <a:solidFill>
              <a:srgbClr val="0000FF"/>
            </a:solidFill>
            <a:round/>
            <a:headEnd/>
            <a:tailEnd type="triangle" w="med" len="med"/>
          </a:ln>
        </p:spPr>
        <p:txBody>
          <a:bodyPr wrap="none" anchor="ctr"/>
          <a:lstStyle/>
          <a:p>
            <a:endParaRPr lang="zh-CN" altLang="en-US"/>
          </a:p>
        </p:txBody>
      </p:sp>
      <p:sp>
        <p:nvSpPr>
          <p:cNvPr id="37902" name="Text Box 14"/>
          <p:cNvSpPr txBox="1">
            <a:spLocks noChangeArrowheads="1"/>
          </p:cNvSpPr>
          <p:nvPr/>
        </p:nvSpPr>
        <p:spPr bwMode="auto">
          <a:xfrm>
            <a:off x="1293813" y="2817813"/>
            <a:ext cx="4049712" cy="479425"/>
          </a:xfrm>
          <a:prstGeom prst="rect">
            <a:avLst/>
          </a:prstGeom>
          <a:noFill/>
          <a:ln w="9525">
            <a:noFill/>
            <a:miter lim="800000"/>
            <a:headEnd/>
            <a:tailEnd/>
          </a:ln>
        </p:spPr>
        <p:txBody>
          <a:bodyPr>
            <a:spAutoFit/>
          </a:bodyPr>
          <a:lstStyle/>
          <a:p>
            <a:pPr>
              <a:lnSpc>
                <a:spcPct val="115000"/>
              </a:lnSpc>
            </a:pPr>
            <a:r>
              <a:rPr kumimoji="1" lang="zh-CN" altLang="en-US" sz="2400">
                <a:latin typeface="Times New Roman" pitchFamily="18" charset="0"/>
              </a:rPr>
              <a:t>可忽略形状和大小的物体            </a:t>
            </a:r>
          </a:p>
        </p:txBody>
      </p:sp>
      <p:sp>
        <p:nvSpPr>
          <p:cNvPr id="37903" name="Text Box 15"/>
          <p:cNvSpPr txBox="1">
            <a:spLocks noChangeArrowheads="1"/>
          </p:cNvSpPr>
          <p:nvPr/>
        </p:nvSpPr>
        <p:spPr bwMode="auto">
          <a:xfrm>
            <a:off x="5191125" y="2817813"/>
            <a:ext cx="3484563" cy="479425"/>
          </a:xfrm>
          <a:prstGeom prst="rect">
            <a:avLst/>
          </a:prstGeom>
          <a:noFill/>
          <a:ln w="9525">
            <a:noFill/>
            <a:miter lim="800000"/>
            <a:headEnd/>
            <a:tailEnd/>
          </a:ln>
        </p:spPr>
        <p:txBody>
          <a:bodyPr>
            <a:spAutoFit/>
          </a:bodyPr>
          <a:lstStyle/>
          <a:p>
            <a:pPr>
              <a:lnSpc>
                <a:spcPct val="115000"/>
              </a:lnSpc>
            </a:pPr>
            <a:r>
              <a:rPr kumimoji="1" lang="zh-CN" altLang="en-US" sz="2400">
                <a:latin typeface="Times New Roman" pitchFamily="18" charset="0"/>
              </a:rPr>
              <a:t>有质量而无形状和大小            </a:t>
            </a:r>
          </a:p>
        </p:txBody>
      </p:sp>
      <p:sp>
        <p:nvSpPr>
          <p:cNvPr id="37904" name="Text Box 16"/>
          <p:cNvSpPr txBox="1">
            <a:spLocks noChangeArrowheads="1"/>
          </p:cNvSpPr>
          <p:nvPr/>
        </p:nvSpPr>
        <p:spPr bwMode="auto">
          <a:xfrm>
            <a:off x="179388" y="3644900"/>
            <a:ext cx="2592387" cy="457200"/>
          </a:xfrm>
          <a:prstGeom prst="rect">
            <a:avLst/>
          </a:prstGeom>
          <a:noFill/>
          <a:ln w="9525" algn="ctr">
            <a:noFill/>
            <a:miter lim="800000"/>
            <a:headEnd type="none" w="sm" len="sm"/>
            <a:tailEnd type="none" w="sm" len="sm"/>
          </a:ln>
        </p:spPr>
        <p:txBody>
          <a:bodyPr>
            <a:spAutoFit/>
          </a:bodyPr>
          <a:lstStyle/>
          <a:p>
            <a:pPr>
              <a:spcBef>
                <a:spcPct val="50000"/>
              </a:spcBef>
            </a:pPr>
            <a:r>
              <a:rPr kumimoji="1" lang="en-US" altLang="zh-CN" sz="2400">
                <a:solidFill>
                  <a:srgbClr val="0000FF"/>
                </a:solidFill>
                <a:latin typeface="Times New Roman" pitchFamily="18" charset="0"/>
              </a:rPr>
              <a:t>1.3.2  </a:t>
            </a:r>
            <a:r>
              <a:rPr kumimoji="1" lang="zh-CN" altLang="en-US" sz="2400">
                <a:solidFill>
                  <a:srgbClr val="0000FF"/>
                </a:solidFill>
                <a:latin typeface="Times New Roman" pitchFamily="18" charset="0"/>
              </a:rPr>
              <a:t>质点系 </a:t>
            </a:r>
          </a:p>
        </p:txBody>
      </p:sp>
      <p:sp>
        <p:nvSpPr>
          <p:cNvPr id="37905" name="Text Box 17"/>
          <p:cNvSpPr txBox="1">
            <a:spLocks noChangeArrowheads="1"/>
          </p:cNvSpPr>
          <p:nvPr/>
        </p:nvSpPr>
        <p:spPr bwMode="auto">
          <a:xfrm>
            <a:off x="323850" y="4330700"/>
            <a:ext cx="8424863" cy="830263"/>
          </a:xfrm>
          <a:prstGeom prst="rect">
            <a:avLst/>
          </a:prstGeom>
          <a:noFill/>
          <a:ln w="9525" algn="ctr">
            <a:noFill/>
            <a:miter lim="800000"/>
            <a:headEnd/>
            <a:tailEnd/>
          </a:ln>
        </p:spPr>
        <p:txBody>
          <a:bodyPr>
            <a:spAutoFit/>
          </a:bodyPr>
          <a:lstStyle/>
          <a:p>
            <a:r>
              <a:rPr kumimoji="1" lang="zh-CN" altLang="en-US" sz="2400">
                <a:latin typeface="Times New Roman" pitchFamily="18" charset="0"/>
              </a:rPr>
              <a:t>    真实的物体不满足上述条件时，则可将其视为满足第一个条件的质点系。</a:t>
            </a:r>
          </a:p>
        </p:txBody>
      </p:sp>
      <p:sp>
        <p:nvSpPr>
          <p:cNvPr id="37906" name="Text Box 18"/>
          <p:cNvSpPr txBox="1">
            <a:spLocks noChangeArrowheads="1"/>
          </p:cNvSpPr>
          <p:nvPr/>
        </p:nvSpPr>
        <p:spPr bwMode="auto">
          <a:xfrm>
            <a:off x="395288" y="5286375"/>
            <a:ext cx="1800225" cy="479425"/>
          </a:xfrm>
          <a:prstGeom prst="rect">
            <a:avLst/>
          </a:prstGeom>
          <a:noFill/>
          <a:ln w="9525">
            <a:noFill/>
            <a:miter lim="800000"/>
            <a:headEnd/>
            <a:tailEnd/>
          </a:ln>
        </p:spPr>
        <p:txBody>
          <a:bodyPr>
            <a:spAutoFit/>
          </a:bodyPr>
          <a:lstStyle/>
          <a:p>
            <a:pPr>
              <a:lnSpc>
                <a:spcPct val="115000"/>
              </a:lnSpc>
            </a:pPr>
            <a:r>
              <a:rPr kumimoji="1" lang="zh-CN" altLang="en-US" sz="2400">
                <a:solidFill>
                  <a:srgbClr val="FF0000"/>
                </a:solidFill>
                <a:latin typeface="Times New Roman" pitchFamily="18" charset="0"/>
              </a:rPr>
              <a:t>质点系</a:t>
            </a:r>
            <a:r>
              <a:rPr kumimoji="1" lang="en-US" altLang="zh-CN" sz="2400">
                <a:solidFill>
                  <a:srgbClr val="FF0000"/>
                </a:solidFill>
                <a:latin typeface="Times New Roman" pitchFamily="18" charset="0"/>
              </a:rPr>
              <a:t>:</a:t>
            </a:r>
          </a:p>
        </p:txBody>
      </p:sp>
      <p:sp>
        <p:nvSpPr>
          <p:cNvPr id="37907" name="Text Box 19"/>
          <p:cNvSpPr txBox="1">
            <a:spLocks noChangeArrowheads="1"/>
          </p:cNvSpPr>
          <p:nvPr/>
        </p:nvSpPr>
        <p:spPr bwMode="auto">
          <a:xfrm>
            <a:off x="1714500" y="5286375"/>
            <a:ext cx="3286125" cy="479425"/>
          </a:xfrm>
          <a:prstGeom prst="rect">
            <a:avLst/>
          </a:prstGeom>
          <a:noFill/>
          <a:ln w="9525">
            <a:noFill/>
            <a:miter lim="800000"/>
            <a:headEnd/>
            <a:tailEnd/>
          </a:ln>
        </p:spPr>
        <p:txBody>
          <a:bodyPr>
            <a:spAutoFit/>
          </a:bodyPr>
          <a:lstStyle/>
          <a:p>
            <a:pPr>
              <a:lnSpc>
                <a:spcPct val="115000"/>
              </a:lnSpc>
            </a:pPr>
            <a:r>
              <a:rPr kumimoji="1" lang="zh-CN" altLang="en-US" sz="2400">
                <a:latin typeface="Times New Roman" pitchFamily="18" charset="0"/>
              </a:rPr>
              <a:t>若干质点的集合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7890"/>
                                        </p:tgtEl>
                                        <p:attrNameLst>
                                          <p:attrName>style.visibility</p:attrName>
                                        </p:attrNameLst>
                                      </p:cBhvr>
                                      <p:to>
                                        <p:strVal val="visible"/>
                                      </p:to>
                                    </p:set>
                                    <p:anim calcmode="lin" valueType="num">
                                      <p:cBhvr additive="base">
                                        <p:cTn id="7" dur="500" fill="hold"/>
                                        <p:tgtEl>
                                          <p:spTgt spid="37890"/>
                                        </p:tgtEl>
                                        <p:attrNameLst>
                                          <p:attrName>ppt_x</p:attrName>
                                        </p:attrNameLst>
                                      </p:cBhvr>
                                      <p:tavLst>
                                        <p:tav tm="0">
                                          <p:val>
                                            <p:strVal val="0-#ppt_w/2"/>
                                          </p:val>
                                        </p:tav>
                                        <p:tav tm="100000">
                                          <p:val>
                                            <p:strVal val="#ppt_x"/>
                                          </p:val>
                                        </p:tav>
                                      </p:tavLst>
                                    </p:anim>
                                    <p:anim calcmode="lin" valueType="num">
                                      <p:cBhvr additive="base">
                                        <p:cTn id="8" dur="500" fill="hold"/>
                                        <p:tgtEl>
                                          <p:spTgt spid="3789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7895"/>
                                        </p:tgtEl>
                                        <p:attrNameLst>
                                          <p:attrName>style.visibility</p:attrName>
                                        </p:attrNameLst>
                                      </p:cBhvr>
                                      <p:to>
                                        <p:strVal val="visible"/>
                                      </p:to>
                                    </p:set>
                                    <p:animEffect transition="in" filter="wipe(left)">
                                      <p:cBhvr>
                                        <p:cTn id="13" dur="500"/>
                                        <p:tgtEl>
                                          <p:spTgt spid="37895"/>
                                        </p:tgtEl>
                                      </p:cBhvr>
                                    </p:animEffect>
                                  </p:childTnLst>
                                </p:cTn>
                              </p:par>
                            </p:childTnLst>
                          </p:cTn>
                        </p:par>
                      </p:childTnLst>
                    </p:cTn>
                  </p:par>
                  <p:par>
                    <p:cTn id="14" fill="hold">
                      <p:stCondLst>
                        <p:cond delay="indefinite"/>
                      </p:stCondLst>
                      <p:childTnLst>
                        <p:par>
                          <p:cTn id="15" fill="hold">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37896"/>
                                        </p:tgtEl>
                                        <p:attrNameLst>
                                          <p:attrName>style.visibility</p:attrName>
                                        </p:attrNameLst>
                                      </p:cBhvr>
                                      <p:to>
                                        <p:strVal val="visible"/>
                                      </p:to>
                                    </p:set>
                                    <p:anim calcmode="lin" valueType="num">
                                      <p:cBhvr>
                                        <p:cTn id="18" dur="500" fill="hold"/>
                                        <p:tgtEl>
                                          <p:spTgt spid="37896"/>
                                        </p:tgtEl>
                                        <p:attrNameLst>
                                          <p:attrName>ppt_w</p:attrName>
                                        </p:attrNameLst>
                                      </p:cBhvr>
                                      <p:tavLst>
                                        <p:tav tm="0">
                                          <p:val>
                                            <p:fltVal val="0"/>
                                          </p:val>
                                        </p:tav>
                                        <p:tav tm="100000">
                                          <p:val>
                                            <p:strVal val="#ppt_w"/>
                                          </p:val>
                                        </p:tav>
                                      </p:tavLst>
                                    </p:anim>
                                    <p:anim calcmode="lin" valueType="num">
                                      <p:cBhvr>
                                        <p:cTn id="19" dur="500" fill="hold"/>
                                        <p:tgtEl>
                                          <p:spTgt spid="37896"/>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17" presetClass="entr" presetSubtype="10" fill="hold" grpId="0" nodeType="clickEffect">
                                  <p:stCondLst>
                                    <p:cond delay="0"/>
                                  </p:stCondLst>
                                  <p:childTnLst>
                                    <p:set>
                                      <p:cBhvr>
                                        <p:cTn id="23" dur="1" fill="hold">
                                          <p:stCondLst>
                                            <p:cond delay="0"/>
                                          </p:stCondLst>
                                        </p:cTn>
                                        <p:tgtEl>
                                          <p:spTgt spid="37897"/>
                                        </p:tgtEl>
                                        <p:attrNameLst>
                                          <p:attrName>style.visibility</p:attrName>
                                        </p:attrNameLst>
                                      </p:cBhvr>
                                      <p:to>
                                        <p:strVal val="visible"/>
                                      </p:to>
                                    </p:set>
                                    <p:anim calcmode="lin" valueType="num">
                                      <p:cBhvr>
                                        <p:cTn id="24" dur="500" fill="hold"/>
                                        <p:tgtEl>
                                          <p:spTgt spid="37897"/>
                                        </p:tgtEl>
                                        <p:attrNameLst>
                                          <p:attrName>ppt_w</p:attrName>
                                        </p:attrNameLst>
                                      </p:cBhvr>
                                      <p:tavLst>
                                        <p:tav tm="0">
                                          <p:val>
                                            <p:fltVal val="0"/>
                                          </p:val>
                                        </p:tav>
                                        <p:tav tm="100000">
                                          <p:val>
                                            <p:strVal val="#ppt_w"/>
                                          </p:val>
                                        </p:tav>
                                      </p:tavLst>
                                    </p:anim>
                                    <p:anim calcmode="lin" valueType="num">
                                      <p:cBhvr>
                                        <p:cTn id="25" dur="500" fill="hold"/>
                                        <p:tgtEl>
                                          <p:spTgt spid="37897"/>
                                        </p:tgtEl>
                                        <p:attrNameLst>
                                          <p:attrName>ppt_h</p:attrName>
                                        </p:attrNameLst>
                                      </p:cBhvr>
                                      <p:tavLst>
                                        <p:tav tm="0">
                                          <p:val>
                                            <p:strVal val="#ppt_h"/>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7900"/>
                                        </p:tgtEl>
                                        <p:attrNameLst>
                                          <p:attrName>style.visibility</p:attrName>
                                        </p:attrNameLst>
                                      </p:cBhvr>
                                      <p:to>
                                        <p:strVal val="visible"/>
                                      </p:to>
                                    </p:set>
                                    <p:animEffect transition="in" filter="wipe(left)">
                                      <p:cBhvr>
                                        <p:cTn id="30" dur="500"/>
                                        <p:tgtEl>
                                          <p:spTgt spid="3790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7902"/>
                                        </p:tgtEl>
                                        <p:attrNameLst>
                                          <p:attrName>style.visibility</p:attrName>
                                        </p:attrNameLst>
                                      </p:cBhvr>
                                      <p:to>
                                        <p:strVal val="visible"/>
                                      </p:to>
                                    </p:set>
                                    <p:animEffect transition="in" filter="wipe(left)">
                                      <p:cBhvr>
                                        <p:cTn id="35" dur="500"/>
                                        <p:tgtEl>
                                          <p:spTgt spid="3790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37901"/>
                                        </p:tgtEl>
                                        <p:attrNameLst>
                                          <p:attrName>style.visibility</p:attrName>
                                        </p:attrNameLst>
                                      </p:cBhvr>
                                      <p:to>
                                        <p:strVal val="visible"/>
                                      </p:to>
                                    </p:set>
                                    <p:animEffect transition="in" filter="wipe(left)">
                                      <p:cBhvr>
                                        <p:cTn id="40" dur="500"/>
                                        <p:tgtEl>
                                          <p:spTgt spid="37901"/>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37903"/>
                                        </p:tgtEl>
                                        <p:attrNameLst>
                                          <p:attrName>style.visibility</p:attrName>
                                        </p:attrNameLst>
                                      </p:cBhvr>
                                      <p:to>
                                        <p:strVal val="visible"/>
                                      </p:to>
                                    </p:set>
                                    <p:animEffect transition="in" filter="wipe(left)">
                                      <p:cBhvr>
                                        <p:cTn id="44" dur="500"/>
                                        <p:tgtEl>
                                          <p:spTgt spid="3790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37904"/>
                                        </p:tgtEl>
                                        <p:attrNameLst>
                                          <p:attrName>style.visibility</p:attrName>
                                        </p:attrNameLst>
                                      </p:cBhvr>
                                      <p:to>
                                        <p:strVal val="visible"/>
                                      </p:to>
                                    </p:set>
                                    <p:animEffect transition="in" filter="wipe(left)">
                                      <p:cBhvr>
                                        <p:cTn id="49" dur="1000"/>
                                        <p:tgtEl>
                                          <p:spTgt spid="37904"/>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37905"/>
                                        </p:tgtEl>
                                        <p:attrNameLst>
                                          <p:attrName>style.visibility</p:attrName>
                                        </p:attrNameLst>
                                      </p:cBhvr>
                                      <p:to>
                                        <p:strVal val="visible"/>
                                      </p:to>
                                    </p:set>
                                    <p:animEffect transition="in" filter="wipe(left)">
                                      <p:cBhvr>
                                        <p:cTn id="54" dur="1000"/>
                                        <p:tgtEl>
                                          <p:spTgt spid="3790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37906"/>
                                        </p:tgtEl>
                                        <p:attrNameLst>
                                          <p:attrName>style.visibility</p:attrName>
                                        </p:attrNameLst>
                                      </p:cBhvr>
                                      <p:to>
                                        <p:strVal val="visible"/>
                                      </p:to>
                                    </p:set>
                                    <p:animEffect transition="in" filter="wipe(left)">
                                      <p:cBhvr>
                                        <p:cTn id="59" dur="500"/>
                                        <p:tgtEl>
                                          <p:spTgt spid="37906"/>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37907"/>
                                        </p:tgtEl>
                                        <p:attrNameLst>
                                          <p:attrName>style.visibility</p:attrName>
                                        </p:attrNameLst>
                                      </p:cBhvr>
                                      <p:to>
                                        <p:strVal val="visible"/>
                                      </p:to>
                                    </p:set>
                                    <p:animEffect transition="in" filter="wipe(left)">
                                      <p:cBhvr>
                                        <p:cTn id="64" dur="500"/>
                                        <p:tgtEl>
                                          <p:spTgt spid="379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p:bldP spid="37895" grpId="0" autoUpdateAnimBg="0"/>
      <p:bldP spid="37896" grpId="0" autoUpdateAnimBg="0"/>
      <p:bldP spid="37897" grpId="0" autoUpdateAnimBg="0"/>
      <p:bldP spid="37900" grpId="0" autoUpdateAnimBg="0"/>
      <p:bldP spid="37901" grpId="0" animBg="1"/>
      <p:bldP spid="37902" grpId="0" autoUpdateAnimBg="0"/>
      <p:bldP spid="37903" grpId="0" autoUpdateAnimBg="0"/>
      <p:bldP spid="37904" grpId="0"/>
      <p:bldP spid="37905" grpId="0"/>
      <p:bldP spid="37906" grpId="0" autoUpdateAnimBg="0"/>
      <p:bldP spid="37907"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179388" y="476250"/>
            <a:ext cx="4608512" cy="457200"/>
          </a:xfrm>
          <a:prstGeom prst="rect">
            <a:avLst/>
          </a:prstGeom>
          <a:noFill/>
          <a:ln w="9525" algn="ctr">
            <a:noFill/>
            <a:miter lim="800000"/>
            <a:headEnd type="none" w="sm" len="sm"/>
            <a:tailEnd type="none" w="sm" len="sm"/>
          </a:ln>
        </p:spPr>
        <p:txBody>
          <a:bodyPr>
            <a:spAutoFit/>
          </a:bodyPr>
          <a:lstStyle/>
          <a:p>
            <a:pPr>
              <a:spcBef>
                <a:spcPct val="50000"/>
              </a:spcBef>
            </a:pPr>
            <a:r>
              <a:rPr kumimoji="1" lang="en-US" altLang="zh-CN" sz="2400">
                <a:solidFill>
                  <a:srgbClr val="0000FF"/>
                </a:solidFill>
                <a:latin typeface="Times New Roman" pitchFamily="18" charset="0"/>
              </a:rPr>
              <a:t>1.3.3  </a:t>
            </a:r>
            <a:r>
              <a:rPr kumimoji="1" lang="zh-CN" altLang="en-US" sz="2400">
                <a:solidFill>
                  <a:srgbClr val="0000FF"/>
                </a:solidFill>
                <a:latin typeface="Times New Roman" pitchFamily="18" charset="0"/>
              </a:rPr>
              <a:t>刚体 </a:t>
            </a:r>
          </a:p>
        </p:txBody>
      </p:sp>
      <p:sp>
        <p:nvSpPr>
          <p:cNvPr id="38915" name="Text Box 3"/>
          <p:cNvSpPr txBox="1">
            <a:spLocks noChangeArrowheads="1"/>
          </p:cNvSpPr>
          <p:nvPr/>
        </p:nvSpPr>
        <p:spPr bwMode="auto">
          <a:xfrm>
            <a:off x="395288" y="1125538"/>
            <a:ext cx="7777162" cy="457200"/>
          </a:xfrm>
          <a:prstGeom prst="rect">
            <a:avLst/>
          </a:prstGeom>
          <a:noFill/>
          <a:ln w="9525" algn="ctr">
            <a:noFill/>
            <a:miter lim="800000"/>
            <a:headEnd/>
            <a:tailEnd/>
          </a:ln>
        </p:spPr>
        <p:txBody>
          <a:bodyPr>
            <a:spAutoFit/>
          </a:bodyPr>
          <a:lstStyle/>
          <a:p>
            <a:r>
              <a:rPr kumimoji="1" lang="zh-CN" altLang="en-US" sz="2400">
                <a:solidFill>
                  <a:srgbClr val="FF0000"/>
                </a:solidFill>
                <a:latin typeface="Times New Roman" pitchFamily="18" charset="0"/>
              </a:rPr>
              <a:t>刚体：</a:t>
            </a:r>
            <a:r>
              <a:rPr kumimoji="1" lang="zh-CN" altLang="en-US" sz="2400">
                <a:latin typeface="Times New Roman" pitchFamily="18" charset="0"/>
              </a:rPr>
              <a:t>指在任何情况下形状和大小不变的理想物体 </a:t>
            </a:r>
          </a:p>
        </p:txBody>
      </p:sp>
      <p:sp>
        <p:nvSpPr>
          <p:cNvPr id="38916" name="Text Box 4"/>
          <p:cNvSpPr txBox="1">
            <a:spLocks noChangeArrowheads="1"/>
          </p:cNvSpPr>
          <p:nvPr/>
        </p:nvSpPr>
        <p:spPr bwMode="auto">
          <a:xfrm>
            <a:off x="395288" y="1773238"/>
            <a:ext cx="5616575" cy="1196975"/>
          </a:xfrm>
          <a:prstGeom prst="rect">
            <a:avLst/>
          </a:prstGeom>
          <a:solidFill>
            <a:srgbClr val="A8EFF6"/>
          </a:solidFill>
          <a:ln w="9525" algn="ctr">
            <a:solidFill>
              <a:srgbClr val="00FFFF"/>
            </a:solidFill>
            <a:miter lim="800000"/>
            <a:headEnd/>
            <a:tailEnd/>
          </a:ln>
        </p:spPr>
        <p:txBody>
          <a:bodyPr>
            <a:spAutoFit/>
          </a:bodyPr>
          <a:lstStyle/>
          <a:p>
            <a:pPr algn="ctr"/>
            <a:r>
              <a:rPr kumimoji="1" lang="zh-CN" altLang="en-US" sz="2400">
                <a:latin typeface="Times New Roman" pitchFamily="18" charset="0"/>
              </a:rPr>
              <a:t> 当物体自身线度与所研究的物体运动的空间范围比不可以忽略；物体又不作平动时，即必须考虑物体的空间方位。</a:t>
            </a:r>
          </a:p>
        </p:txBody>
      </p:sp>
      <p:sp>
        <p:nvSpPr>
          <p:cNvPr id="38917" name="Text Box 5"/>
          <p:cNvSpPr txBox="1">
            <a:spLocks noChangeArrowheads="1"/>
          </p:cNvSpPr>
          <p:nvPr/>
        </p:nvSpPr>
        <p:spPr bwMode="auto">
          <a:xfrm>
            <a:off x="7235825" y="2133600"/>
            <a:ext cx="1511300" cy="466725"/>
          </a:xfrm>
          <a:prstGeom prst="rect">
            <a:avLst/>
          </a:prstGeom>
          <a:solidFill>
            <a:srgbClr val="A8EFF6"/>
          </a:solidFill>
          <a:ln w="9525" algn="ctr">
            <a:solidFill>
              <a:srgbClr val="00FFFF"/>
            </a:solidFill>
            <a:miter lim="800000"/>
            <a:headEnd/>
            <a:tailEnd/>
          </a:ln>
        </p:spPr>
        <p:txBody>
          <a:bodyPr>
            <a:spAutoFit/>
          </a:bodyPr>
          <a:lstStyle/>
          <a:p>
            <a:r>
              <a:rPr kumimoji="1" lang="zh-CN" altLang="en-US" sz="2400">
                <a:latin typeface="Times New Roman" pitchFamily="18" charset="0"/>
              </a:rPr>
              <a:t>刚体模型</a:t>
            </a:r>
          </a:p>
        </p:txBody>
      </p:sp>
      <p:sp>
        <p:nvSpPr>
          <p:cNvPr id="38918" name="AutoShape 6"/>
          <p:cNvSpPr>
            <a:spLocks noChangeArrowheads="1"/>
          </p:cNvSpPr>
          <p:nvPr/>
        </p:nvSpPr>
        <p:spPr bwMode="auto">
          <a:xfrm>
            <a:off x="6024563" y="2278063"/>
            <a:ext cx="1152525" cy="142875"/>
          </a:xfrm>
          <a:prstGeom prst="leftArrow">
            <a:avLst>
              <a:gd name="adj1" fmla="val 50000"/>
              <a:gd name="adj2" fmla="val 201667"/>
            </a:avLst>
          </a:prstGeom>
          <a:solidFill>
            <a:srgbClr val="00FFFF"/>
          </a:solidFill>
          <a:ln w="9525">
            <a:solidFill>
              <a:schemeClr val="tx1"/>
            </a:solidFill>
            <a:miter lim="800000"/>
            <a:headEnd/>
            <a:tailEnd/>
          </a:ln>
        </p:spPr>
        <p:txBody>
          <a:bodyPr wrap="none" anchor="ctr"/>
          <a:lstStyle/>
          <a:p>
            <a:endParaRPr lang="zh-CN" altLang="en-US" sz="2400">
              <a:latin typeface="Times New Roman" pitchFamily="18" charset="0"/>
            </a:endParaRPr>
          </a:p>
        </p:txBody>
      </p:sp>
      <p:sp>
        <p:nvSpPr>
          <p:cNvPr id="38919" name="Text Box 7"/>
          <p:cNvSpPr txBox="1">
            <a:spLocks noChangeArrowheads="1"/>
          </p:cNvSpPr>
          <p:nvPr/>
        </p:nvSpPr>
        <p:spPr bwMode="auto">
          <a:xfrm>
            <a:off x="468313" y="3327400"/>
            <a:ext cx="8229600" cy="830263"/>
          </a:xfrm>
          <a:prstGeom prst="rect">
            <a:avLst/>
          </a:prstGeom>
          <a:noFill/>
          <a:ln w="9525" algn="ctr">
            <a:noFill/>
            <a:miter lim="800000"/>
            <a:headEnd/>
            <a:tailEnd/>
          </a:ln>
        </p:spPr>
        <p:txBody>
          <a:bodyPr>
            <a:spAutoFit/>
          </a:bodyPr>
          <a:lstStyle/>
          <a:p>
            <a:r>
              <a:rPr kumimoji="1" lang="zh-CN" altLang="en-US" sz="2400">
                <a:latin typeface="Times New Roman" pitchFamily="18" charset="0"/>
              </a:rPr>
              <a:t>        刚体是一个内部各质点之间无相对位置变化且质量连续分布的</a:t>
            </a:r>
            <a:r>
              <a:rPr kumimoji="1" lang="zh-CN" altLang="en-US" sz="2400">
                <a:solidFill>
                  <a:srgbClr val="FF6600"/>
                </a:solidFill>
                <a:latin typeface="Times New Roman" pitchFamily="18" charset="0"/>
              </a:rPr>
              <a:t>特殊质点系</a:t>
            </a:r>
            <a:r>
              <a:rPr kumimoji="1" lang="zh-CN" altLang="en-US" sz="2400">
                <a:latin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8914"/>
                                        </p:tgtEl>
                                        <p:attrNameLst>
                                          <p:attrName>style.visibility</p:attrName>
                                        </p:attrNameLst>
                                      </p:cBhvr>
                                      <p:to>
                                        <p:strVal val="visible"/>
                                      </p:to>
                                    </p:set>
                                    <p:anim calcmode="lin" valueType="num">
                                      <p:cBhvr additive="base">
                                        <p:cTn id="7" dur="500" fill="hold"/>
                                        <p:tgtEl>
                                          <p:spTgt spid="38914"/>
                                        </p:tgtEl>
                                        <p:attrNameLst>
                                          <p:attrName>ppt_x</p:attrName>
                                        </p:attrNameLst>
                                      </p:cBhvr>
                                      <p:tavLst>
                                        <p:tav tm="0">
                                          <p:val>
                                            <p:strVal val="0-#ppt_w/2"/>
                                          </p:val>
                                        </p:tav>
                                        <p:tav tm="100000">
                                          <p:val>
                                            <p:strVal val="#ppt_x"/>
                                          </p:val>
                                        </p:tav>
                                      </p:tavLst>
                                    </p:anim>
                                    <p:anim calcmode="lin" valueType="num">
                                      <p:cBhvr additive="base">
                                        <p:cTn id="8" dur="500" fill="hold"/>
                                        <p:tgtEl>
                                          <p:spTgt spid="3891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8915"/>
                                        </p:tgtEl>
                                        <p:attrNameLst>
                                          <p:attrName>style.visibility</p:attrName>
                                        </p:attrNameLst>
                                      </p:cBhvr>
                                      <p:to>
                                        <p:strVal val="visible"/>
                                      </p:to>
                                    </p:set>
                                    <p:animEffect transition="in" filter="wipe(left)">
                                      <p:cBhvr>
                                        <p:cTn id="13" dur="1000"/>
                                        <p:tgtEl>
                                          <p:spTgt spid="3891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8917"/>
                                        </p:tgtEl>
                                        <p:attrNameLst>
                                          <p:attrName>style.visibility</p:attrName>
                                        </p:attrNameLst>
                                      </p:cBhvr>
                                      <p:to>
                                        <p:strVal val="visible"/>
                                      </p:to>
                                    </p:set>
                                    <p:animEffect transition="in" filter="wipe(left)">
                                      <p:cBhvr>
                                        <p:cTn id="18" dur="1000"/>
                                        <p:tgtEl>
                                          <p:spTgt spid="38917"/>
                                        </p:tgtEl>
                                      </p:cBhvr>
                                    </p:animEffect>
                                  </p:childTnLst>
                                </p:cTn>
                              </p:par>
                            </p:childTnLst>
                          </p:cTn>
                        </p:par>
                        <p:par>
                          <p:cTn id="19" fill="hold">
                            <p:stCondLst>
                              <p:cond delay="1000"/>
                            </p:stCondLst>
                            <p:childTnLst>
                              <p:par>
                                <p:cTn id="20" presetID="22" presetClass="entr" presetSubtype="2" fill="hold" grpId="0" nodeType="afterEffect">
                                  <p:stCondLst>
                                    <p:cond delay="0"/>
                                  </p:stCondLst>
                                  <p:childTnLst>
                                    <p:set>
                                      <p:cBhvr>
                                        <p:cTn id="21" dur="1" fill="hold">
                                          <p:stCondLst>
                                            <p:cond delay="0"/>
                                          </p:stCondLst>
                                        </p:cTn>
                                        <p:tgtEl>
                                          <p:spTgt spid="38918"/>
                                        </p:tgtEl>
                                        <p:attrNameLst>
                                          <p:attrName>style.visibility</p:attrName>
                                        </p:attrNameLst>
                                      </p:cBhvr>
                                      <p:to>
                                        <p:strVal val="visible"/>
                                      </p:to>
                                    </p:set>
                                    <p:animEffect transition="in" filter="wipe(right)">
                                      <p:cBhvr>
                                        <p:cTn id="22" dur="1000"/>
                                        <p:tgtEl>
                                          <p:spTgt spid="389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8916"/>
                                        </p:tgtEl>
                                        <p:attrNameLst>
                                          <p:attrName>style.visibility</p:attrName>
                                        </p:attrNameLst>
                                      </p:cBhvr>
                                      <p:to>
                                        <p:strVal val="visible"/>
                                      </p:to>
                                    </p:set>
                                    <p:animEffect transition="in" filter="wipe(left)">
                                      <p:cBhvr>
                                        <p:cTn id="27" dur="1000"/>
                                        <p:tgtEl>
                                          <p:spTgt spid="38916"/>
                                        </p:tgtEl>
                                      </p:cBhvr>
                                    </p:animEffect>
                                  </p:childTnLst>
                                </p:cTn>
                              </p:par>
                            </p:childTnLst>
                          </p:cTn>
                        </p:par>
                      </p:childTnLst>
                    </p:cTn>
                  </p:par>
                  <p:par>
                    <p:cTn id="28" fill="hold">
                      <p:stCondLst>
                        <p:cond delay="indefinite"/>
                      </p:stCondLst>
                      <p:childTnLst>
                        <p:par>
                          <p:cTn id="29" fill="hold">
                            <p:stCondLst>
                              <p:cond delay="0"/>
                            </p:stCondLst>
                            <p:childTnLst>
                              <p:par>
                                <p:cTn id="30" presetID="17" presetClass="entr" presetSubtype="10" fill="hold" grpId="0" nodeType="clickEffect">
                                  <p:stCondLst>
                                    <p:cond delay="0"/>
                                  </p:stCondLst>
                                  <p:childTnLst>
                                    <p:set>
                                      <p:cBhvr>
                                        <p:cTn id="31" dur="1" fill="hold">
                                          <p:stCondLst>
                                            <p:cond delay="0"/>
                                          </p:stCondLst>
                                        </p:cTn>
                                        <p:tgtEl>
                                          <p:spTgt spid="38919"/>
                                        </p:tgtEl>
                                        <p:attrNameLst>
                                          <p:attrName>style.visibility</p:attrName>
                                        </p:attrNameLst>
                                      </p:cBhvr>
                                      <p:to>
                                        <p:strVal val="visible"/>
                                      </p:to>
                                    </p:set>
                                    <p:anim calcmode="lin" valueType="num">
                                      <p:cBhvr>
                                        <p:cTn id="32" dur="500" fill="hold"/>
                                        <p:tgtEl>
                                          <p:spTgt spid="38919"/>
                                        </p:tgtEl>
                                        <p:attrNameLst>
                                          <p:attrName>ppt_w</p:attrName>
                                        </p:attrNameLst>
                                      </p:cBhvr>
                                      <p:tavLst>
                                        <p:tav tm="0">
                                          <p:val>
                                            <p:fltVal val="0"/>
                                          </p:val>
                                        </p:tav>
                                        <p:tav tm="100000">
                                          <p:val>
                                            <p:strVal val="#ppt_w"/>
                                          </p:val>
                                        </p:tav>
                                      </p:tavLst>
                                    </p:anim>
                                    <p:anim calcmode="lin" valueType="num">
                                      <p:cBhvr>
                                        <p:cTn id="33" dur="500" fill="hold"/>
                                        <p:tgtEl>
                                          <p:spTgt spid="3891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p:bldP spid="38915" grpId="0"/>
      <p:bldP spid="38916" grpId="0" animBg="1"/>
      <p:bldP spid="38917" grpId="0" animBg="1"/>
      <p:bldP spid="38918" grpId="0" animBg="1"/>
      <p:bldP spid="38919"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Text Box 3"/>
          <p:cNvSpPr txBox="1">
            <a:spLocks noChangeArrowheads="1"/>
          </p:cNvSpPr>
          <p:nvPr/>
        </p:nvSpPr>
        <p:spPr bwMode="auto">
          <a:xfrm>
            <a:off x="539750" y="688975"/>
            <a:ext cx="7699375" cy="523875"/>
          </a:xfrm>
          <a:prstGeom prst="rect">
            <a:avLst/>
          </a:prstGeom>
          <a:noFill/>
          <a:ln w="12700" cap="sq">
            <a:noFill/>
            <a:miter lim="800000"/>
            <a:headEnd type="none" w="sm" len="sm"/>
            <a:tailEnd type="none" w="sm" len="sm"/>
          </a:ln>
        </p:spPr>
        <p:txBody>
          <a:bodyPr>
            <a:spAutoFit/>
          </a:bodyPr>
          <a:lstStyle/>
          <a:p>
            <a:pPr algn="ctr"/>
            <a:r>
              <a:rPr kumimoji="1" lang="zh-CN" altLang="en-US" sz="2800">
                <a:solidFill>
                  <a:schemeClr val="accent2"/>
                </a:solidFill>
                <a:latin typeface="Times New Roman" pitchFamily="18" charset="0"/>
                <a:ea typeface="黑体" pitchFamily="49" charset="-122"/>
              </a:rPr>
              <a:t>§1.4  </a:t>
            </a:r>
            <a:r>
              <a:rPr kumimoji="1" lang="zh-CN" altLang="en-US" sz="2800">
                <a:solidFill>
                  <a:schemeClr val="accent2"/>
                </a:solidFill>
                <a:latin typeface="宋体" pitchFamily="2" charset="-122"/>
              </a:rPr>
              <a:t>质点运动的描述</a:t>
            </a:r>
            <a:r>
              <a:rPr kumimoji="1" lang="zh-CN" altLang="en-US" sz="2800">
                <a:solidFill>
                  <a:schemeClr val="accent2"/>
                </a:solidFill>
                <a:latin typeface="黑体" pitchFamily="49" charset="-122"/>
                <a:ea typeface="黑体" pitchFamily="49" charset="-122"/>
              </a:rPr>
              <a:t> </a:t>
            </a:r>
          </a:p>
        </p:txBody>
      </p:sp>
      <p:sp>
        <p:nvSpPr>
          <p:cNvPr id="40965" name="Rectangle 5"/>
          <p:cNvSpPr>
            <a:spLocks noChangeArrowheads="1"/>
          </p:cNvSpPr>
          <p:nvPr/>
        </p:nvSpPr>
        <p:spPr bwMode="auto">
          <a:xfrm>
            <a:off x="2268538" y="1771650"/>
            <a:ext cx="6407150" cy="968375"/>
          </a:xfrm>
          <a:prstGeom prst="rect">
            <a:avLst/>
          </a:prstGeom>
          <a:noFill/>
          <a:ln w="9525" algn="ctr">
            <a:noFill/>
            <a:miter lim="800000"/>
            <a:headEnd/>
            <a:tailEnd/>
          </a:ln>
        </p:spPr>
        <p:txBody>
          <a:bodyPr>
            <a:spAutoFit/>
          </a:bodyPr>
          <a:lstStyle/>
          <a:p>
            <a:pPr>
              <a:lnSpc>
                <a:spcPct val="120000"/>
              </a:lnSpc>
              <a:spcBef>
                <a:spcPct val="50000"/>
              </a:spcBef>
            </a:pPr>
            <a:r>
              <a:rPr kumimoji="1" lang="zh-CN" altLang="en-US" sz="2400">
                <a:latin typeface="Times New Roman" pitchFamily="18" charset="0"/>
              </a:rPr>
              <a:t>自然界中的所有物质都在不停地运动，绝对静止不动的物体是不存在的。</a:t>
            </a:r>
            <a:endParaRPr kumimoji="1" lang="en-US" altLang="zh-CN" sz="2400">
              <a:solidFill>
                <a:srgbClr val="FF6600"/>
              </a:solidFill>
              <a:latin typeface="Times New Roman" pitchFamily="18" charset="0"/>
            </a:endParaRPr>
          </a:p>
        </p:txBody>
      </p:sp>
      <p:sp>
        <p:nvSpPr>
          <p:cNvPr id="41004" name="Text Box 44"/>
          <p:cNvSpPr txBox="1">
            <a:spLocks noChangeArrowheads="1"/>
          </p:cNvSpPr>
          <p:nvPr/>
        </p:nvSpPr>
        <p:spPr bwMode="auto">
          <a:xfrm>
            <a:off x="179388" y="1771650"/>
            <a:ext cx="2374900" cy="465138"/>
          </a:xfrm>
          <a:prstGeom prst="rect">
            <a:avLst/>
          </a:prstGeom>
          <a:noFill/>
          <a:ln w="9525" algn="ctr">
            <a:noFill/>
            <a:miter lim="800000"/>
            <a:headEnd/>
            <a:tailEnd/>
          </a:ln>
        </p:spPr>
        <p:txBody>
          <a:bodyPr>
            <a:spAutoFit/>
          </a:bodyPr>
          <a:lstStyle/>
          <a:p>
            <a:pPr>
              <a:lnSpc>
                <a:spcPct val="110000"/>
              </a:lnSpc>
            </a:pPr>
            <a:r>
              <a:rPr kumimoji="1" lang="zh-CN" altLang="en-US" sz="2400">
                <a:solidFill>
                  <a:srgbClr val="FF0000"/>
                </a:solidFill>
                <a:latin typeface="Times New Roman" pitchFamily="18" charset="0"/>
              </a:rPr>
              <a:t>运动的绝对性</a:t>
            </a:r>
          </a:p>
        </p:txBody>
      </p:sp>
      <p:sp>
        <p:nvSpPr>
          <p:cNvPr id="41005" name="Rectangle 45"/>
          <p:cNvSpPr>
            <a:spLocks noChangeArrowheads="1"/>
          </p:cNvSpPr>
          <p:nvPr/>
        </p:nvSpPr>
        <p:spPr bwMode="auto">
          <a:xfrm>
            <a:off x="2339975" y="2997200"/>
            <a:ext cx="3959225" cy="493713"/>
          </a:xfrm>
          <a:prstGeom prst="rect">
            <a:avLst/>
          </a:prstGeom>
          <a:noFill/>
          <a:ln w="9525" algn="ctr">
            <a:noFill/>
            <a:miter lim="800000"/>
            <a:headEnd/>
            <a:tailEnd/>
          </a:ln>
        </p:spPr>
        <p:txBody>
          <a:bodyPr>
            <a:spAutoFit/>
          </a:bodyPr>
          <a:lstStyle/>
          <a:p>
            <a:pPr>
              <a:lnSpc>
                <a:spcPct val="120000"/>
              </a:lnSpc>
              <a:spcBef>
                <a:spcPct val="50000"/>
              </a:spcBef>
            </a:pPr>
            <a:r>
              <a:rPr kumimoji="1" lang="zh-CN" altLang="en-US" sz="2400">
                <a:solidFill>
                  <a:srgbClr val="008000"/>
                </a:solidFill>
                <a:latin typeface="Times New Roman" pitchFamily="18" charset="0"/>
              </a:rPr>
              <a:t>运动是物质的固有属性</a:t>
            </a:r>
          </a:p>
        </p:txBody>
      </p:sp>
      <p:sp>
        <p:nvSpPr>
          <p:cNvPr id="41006" name="Text Box 46"/>
          <p:cNvSpPr txBox="1">
            <a:spLocks noChangeArrowheads="1"/>
          </p:cNvSpPr>
          <p:nvPr/>
        </p:nvSpPr>
        <p:spPr bwMode="auto">
          <a:xfrm>
            <a:off x="179388" y="3943350"/>
            <a:ext cx="2374900" cy="465138"/>
          </a:xfrm>
          <a:prstGeom prst="rect">
            <a:avLst/>
          </a:prstGeom>
          <a:noFill/>
          <a:ln w="9525" algn="ctr">
            <a:noFill/>
            <a:miter lim="800000"/>
            <a:headEnd/>
            <a:tailEnd/>
          </a:ln>
        </p:spPr>
        <p:txBody>
          <a:bodyPr>
            <a:spAutoFit/>
          </a:bodyPr>
          <a:lstStyle/>
          <a:p>
            <a:pPr>
              <a:lnSpc>
                <a:spcPct val="110000"/>
              </a:lnSpc>
            </a:pPr>
            <a:r>
              <a:rPr kumimoji="1" lang="zh-CN" altLang="en-US" sz="2400">
                <a:solidFill>
                  <a:srgbClr val="FF0000"/>
                </a:solidFill>
                <a:latin typeface="Times New Roman" pitchFamily="18" charset="0"/>
              </a:rPr>
              <a:t>运动的相对性</a:t>
            </a:r>
          </a:p>
        </p:txBody>
      </p:sp>
      <p:sp>
        <p:nvSpPr>
          <p:cNvPr id="41007" name="Rectangle 47"/>
          <p:cNvSpPr>
            <a:spLocks noChangeArrowheads="1"/>
          </p:cNvSpPr>
          <p:nvPr/>
        </p:nvSpPr>
        <p:spPr bwMode="auto">
          <a:xfrm>
            <a:off x="2268538" y="3967163"/>
            <a:ext cx="6407150" cy="1406525"/>
          </a:xfrm>
          <a:prstGeom prst="rect">
            <a:avLst/>
          </a:prstGeom>
          <a:noFill/>
          <a:ln w="9525" algn="ctr">
            <a:noFill/>
            <a:miter lim="800000"/>
            <a:headEnd/>
            <a:tailEnd/>
          </a:ln>
        </p:spPr>
        <p:txBody>
          <a:bodyPr>
            <a:spAutoFit/>
          </a:bodyPr>
          <a:lstStyle/>
          <a:p>
            <a:pPr>
              <a:lnSpc>
                <a:spcPct val="120000"/>
              </a:lnSpc>
              <a:spcBef>
                <a:spcPct val="50000"/>
              </a:spcBef>
            </a:pPr>
            <a:r>
              <a:rPr kumimoji="1" lang="zh-CN" altLang="en-US" sz="2400">
                <a:latin typeface="Times New Roman" pitchFamily="18" charset="0"/>
              </a:rPr>
              <a:t>描述物体运动或静止总是相对于某个选定的物体而言的，即在观察一个物体的运动，总是选取其他物体作为标准。</a:t>
            </a:r>
            <a:endParaRPr kumimoji="1" lang="zh-CN" altLang="en-US" sz="2400">
              <a:solidFill>
                <a:srgbClr val="FF6600"/>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63"/>
                                        </p:tgtEl>
                                        <p:attrNameLst>
                                          <p:attrName>style.visibility</p:attrName>
                                        </p:attrNameLst>
                                      </p:cBhvr>
                                      <p:to>
                                        <p:strVal val="visible"/>
                                      </p:to>
                                    </p:set>
                                    <p:animEffect transition="in" filter="wipe(left)">
                                      <p:cBhvr>
                                        <p:cTn id="7" dur="1000"/>
                                        <p:tgtEl>
                                          <p:spTgt spid="40963"/>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41004"/>
                                        </p:tgtEl>
                                        <p:attrNameLst>
                                          <p:attrName>style.visibility</p:attrName>
                                        </p:attrNameLst>
                                      </p:cBhvr>
                                      <p:to>
                                        <p:strVal val="visible"/>
                                      </p:to>
                                    </p:set>
                                    <p:anim calcmode="lin" valueType="num">
                                      <p:cBhvr>
                                        <p:cTn id="12" dur="500" fill="hold"/>
                                        <p:tgtEl>
                                          <p:spTgt spid="41004"/>
                                        </p:tgtEl>
                                        <p:attrNameLst>
                                          <p:attrName>ppt_w</p:attrName>
                                        </p:attrNameLst>
                                      </p:cBhvr>
                                      <p:tavLst>
                                        <p:tav tm="0">
                                          <p:val>
                                            <p:fltVal val="0"/>
                                          </p:val>
                                        </p:tav>
                                        <p:tav tm="100000">
                                          <p:val>
                                            <p:strVal val="#ppt_w"/>
                                          </p:val>
                                        </p:tav>
                                      </p:tavLst>
                                    </p:anim>
                                    <p:anim calcmode="lin" valueType="num">
                                      <p:cBhvr>
                                        <p:cTn id="13" dur="500" fill="hold"/>
                                        <p:tgtEl>
                                          <p:spTgt spid="41004"/>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0965"/>
                                        </p:tgtEl>
                                        <p:attrNameLst>
                                          <p:attrName>style.visibility</p:attrName>
                                        </p:attrNameLst>
                                      </p:cBhvr>
                                      <p:to>
                                        <p:strVal val="visible"/>
                                      </p:to>
                                    </p:set>
                                    <p:animEffect transition="in" filter="wipe(left)">
                                      <p:cBhvr>
                                        <p:cTn id="18" dur="1000"/>
                                        <p:tgtEl>
                                          <p:spTgt spid="4096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41005"/>
                                        </p:tgtEl>
                                        <p:attrNameLst>
                                          <p:attrName>style.visibility</p:attrName>
                                        </p:attrNameLst>
                                      </p:cBhvr>
                                      <p:to>
                                        <p:strVal val="visible"/>
                                      </p:to>
                                    </p:set>
                                    <p:animEffect transition="in" filter="wipe(left)">
                                      <p:cBhvr>
                                        <p:cTn id="23" dur="1000"/>
                                        <p:tgtEl>
                                          <p:spTgt spid="41005"/>
                                        </p:tgtEl>
                                      </p:cBhvr>
                                    </p:animEffect>
                                  </p:childTnLst>
                                </p:cTn>
                              </p:par>
                            </p:childTnLst>
                          </p:cTn>
                        </p:par>
                        <p:par>
                          <p:cTn id="24" fill="hold">
                            <p:stCondLst>
                              <p:cond delay="1000"/>
                            </p:stCondLst>
                            <p:childTnLst>
                              <p:par>
                                <p:cTn id="25" presetID="6" presetClass="emph" presetSubtype="0" fill="hold" grpId="1" nodeType="afterEffect">
                                  <p:stCondLst>
                                    <p:cond delay="0"/>
                                  </p:stCondLst>
                                  <p:childTnLst>
                                    <p:animScale>
                                      <p:cBhvr>
                                        <p:cTn id="26" dur="2000" fill="hold"/>
                                        <p:tgtEl>
                                          <p:spTgt spid="41005"/>
                                        </p:tgtEl>
                                      </p:cBhvr>
                                      <p:by x="150000" y="150000"/>
                                    </p:animScale>
                                  </p:childTnLst>
                                </p:cTn>
                              </p:par>
                            </p:childTnLst>
                          </p:cTn>
                        </p:par>
                      </p:childTnLst>
                    </p:cTn>
                  </p:par>
                  <p:par>
                    <p:cTn id="27" fill="hold">
                      <p:stCondLst>
                        <p:cond delay="indefinite"/>
                      </p:stCondLst>
                      <p:childTnLst>
                        <p:par>
                          <p:cTn id="28" fill="hold">
                            <p:stCondLst>
                              <p:cond delay="0"/>
                            </p:stCondLst>
                            <p:childTnLst>
                              <p:par>
                                <p:cTn id="29" presetID="17" presetClass="entr" presetSubtype="10" fill="hold" grpId="0" nodeType="clickEffect">
                                  <p:stCondLst>
                                    <p:cond delay="0"/>
                                  </p:stCondLst>
                                  <p:childTnLst>
                                    <p:set>
                                      <p:cBhvr>
                                        <p:cTn id="30" dur="1" fill="hold">
                                          <p:stCondLst>
                                            <p:cond delay="0"/>
                                          </p:stCondLst>
                                        </p:cTn>
                                        <p:tgtEl>
                                          <p:spTgt spid="41006"/>
                                        </p:tgtEl>
                                        <p:attrNameLst>
                                          <p:attrName>style.visibility</p:attrName>
                                        </p:attrNameLst>
                                      </p:cBhvr>
                                      <p:to>
                                        <p:strVal val="visible"/>
                                      </p:to>
                                    </p:set>
                                    <p:anim calcmode="lin" valueType="num">
                                      <p:cBhvr>
                                        <p:cTn id="31" dur="500" fill="hold"/>
                                        <p:tgtEl>
                                          <p:spTgt spid="41006"/>
                                        </p:tgtEl>
                                        <p:attrNameLst>
                                          <p:attrName>ppt_w</p:attrName>
                                        </p:attrNameLst>
                                      </p:cBhvr>
                                      <p:tavLst>
                                        <p:tav tm="0">
                                          <p:val>
                                            <p:fltVal val="0"/>
                                          </p:val>
                                        </p:tav>
                                        <p:tav tm="100000">
                                          <p:val>
                                            <p:strVal val="#ppt_w"/>
                                          </p:val>
                                        </p:tav>
                                      </p:tavLst>
                                    </p:anim>
                                    <p:anim calcmode="lin" valueType="num">
                                      <p:cBhvr>
                                        <p:cTn id="32" dur="500" fill="hold"/>
                                        <p:tgtEl>
                                          <p:spTgt spid="41006"/>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1007"/>
                                        </p:tgtEl>
                                        <p:attrNameLst>
                                          <p:attrName>style.visibility</p:attrName>
                                        </p:attrNameLst>
                                      </p:cBhvr>
                                      <p:to>
                                        <p:strVal val="visible"/>
                                      </p:to>
                                    </p:set>
                                    <p:animEffect transition="in" filter="wipe(left)">
                                      <p:cBhvr>
                                        <p:cTn id="37" dur="1000"/>
                                        <p:tgtEl>
                                          <p:spTgt spid="410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p:bldP spid="40965" grpId="0"/>
      <p:bldP spid="41004" grpId="0" autoUpdateAnimBg="0"/>
      <p:bldP spid="41005" grpId="0"/>
      <p:bldP spid="41005" grpId="1"/>
      <p:bldP spid="41006" grpId="0" autoUpdateAnimBg="0"/>
      <p:bldP spid="4100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Text Box 2"/>
          <p:cNvSpPr txBox="1">
            <a:spLocks noChangeArrowheads="1"/>
          </p:cNvSpPr>
          <p:nvPr/>
        </p:nvSpPr>
        <p:spPr bwMode="auto">
          <a:xfrm>
            <a:off x="179388" y="549275"/>
            <a:ext cx="4249737" cy="457200"/>
          </a:xfrm>
          <a:prstGeom prst="rect">
            <a:avLst/>
          </a:prstGeom>
          <a:noFill/>
          <a:ln w="9525" algn="ctr">
            <a:noFill/>
            <a:miter lim="800000"/>
            <a:headEnd type="none" w="sm" len="sm"/>
            <a:tailEnd type="none" w="sm" len="sm"/>
          </a:ln>
        </p:spPr>
        <p:txBody>
          <a:bodyPr>
            <a:spAutoFit/>
          </a:bodyPr>
          <a:lstStyle/>
          <a:p>
            <a:pPr>
              <a:spcBef>
                <a:spcPct val="50000"/>
              </a:spcBef>
            </a:pPr>
            <a:r>
              <a:rPr kumimoji="1" lang="en-US" altLang="zh-CN" sz="2400">
                <a:solidFill>
                  <a:srgbClr val="0000FF"/>
                </a:solidFill>
                <a:latin typeface="Times New Roman" pitchFamily="18" charset="0"/>
              </a:rPr>
              <a:t>1.4.1  </a:t>
            </a:r>
            <a:r>
              <a:rPr kumimoji="1" lang="zh-CN" altLang="en-US" sz="2400">
                <a:solidFill>
                  <a:srgbClr val="0000FF"/>
                </a:solidFill>
                <a:latin typeface="Times New Roman" pitchFamily="18" charset="0"/>
              </a:rPr>
              <a:t>参考系  坐标系</a:t>
            </a:r>
            <a:endParaRPr kumimoji="1" lang="en-US" altLang="zh-CN" sz="2400">
              <a:solidFill>
                <a:srgbClr val="0000FF"/>
              </a:solidFill>
              <a:latin typeface="Times New Roman" pitchFamily="18" charset="0"/>
            </a:endParaRPr>
          </a:p>
        </p:txBody>
      </p:sp>
      <p:sp>
        <p:nvSpPr>
          <p:cNvPr id="147460" name="Text Box 4"/>
          <p:cNvSpPr txBox="1">
            <a:spLocks noChangeArrowheads="1"/>
          </p:cNvSpPr>
          <p:nvPr/>
        </p:nvSpPr>
        <p:spPr bwMode="auto">
          <a:xfrm>
            <a:off x="250825" y="1196975"/>
            <a:ext cx="8532813" cy="1822450"/>
          </a:xfrm>
          <a:prstGeom prst="rect">
            <a:avLst/>
          </a:prstGeom>
          <a:noFill/>
          <a:ln w="9525">
            <a:noFill/>
            <a:miter lim="800000"/>
            <a:headEnd/>
            <a:tailEnd/>
          </a:ln>
        </p:spPr>
        <p:txBody>
          <a:bodyPr>
            <a:spAutoFit/>
          </a:bodyPr>
          <a:lstStyle/>
          <a:p>
            <a:pPr>
              <a:lnSpc>
                <a:spcPct val="120000"/>
              </a:lnSpc>
              <a:spcBef>
                <a:spcPct val="50000"/>
              </a:spcBef>
            </a:pPr>
            <a:r>
              <a:rPr kumimoji="1" lang="zh-CN" altLang="en-US" sz="2400">
                <a:latin typeface="Times New Roman" pitchFamily="18" charset="0"/>
              </a:rPr>
              <a:t>    英国大主教</a:t>
            </a:r>
            <a:r>
              <a:rPr kumimoji="1" lang="zh-CN" altLang="en-US" sz="2400">
                <a:solidFill>
                  <a:srgbClr val="FF6600"/>
                </a:solidFill>
                <a:latin typeface="Times New Roman" pitchFamily="18" charset="0"/>
              </a:rPr>
              <a:t>贝克莱</a:t>
            </a:r>
            <a:r>
              <a:rPr kumimoji="1" lang="zh-CN" altLang="en-US" sz="2400">
                <a:latin typeface="Times New Roman" pitchFamily="18" charset="0"/>
              </a:rPr>
              <a:t>：“让我们设想有两个球，除此之外空无一物，说它们围绕共同中心作圆周运动，是不能想象的。但是，若天空上突然产生恒星，我们就能够从两球与天空不同部分的相对位置想象出它们的运动了”。</a:t>
            </a:r>
          </a:p>
        </p:txBody>
      </p:sp>
      <p:grpSp>
        <p:nvGrpSpPr>
          <p:cNvPr id="2" name="Group 6"/>
          <p:cNvGrpSpPr>
            <a:grpSpLocks/>
          </p:cNvGrpSpPr>
          <p:nvPr/>
        </p:nvGrpSpPr>
        <p:grpSpPr bwMode="auto">
          <a:xfrm flipH="1">
            <a:off x="7486650" y="4437063"/>
            <a:ext cx="685800" cy="914400"/>
            <a:chOff x="2064" y="1392"/>
            <a:chExt cx="672" cy="960"/>
          </a:xfrm>
        </p:grpSpPr>
        <p:sp>
          <p:nvSpPr>
            <p:cNvPr id="1064" name="Freeform 7"/>
            <p:cNvSpPr>
              <a:spLocks/>
            </p:cNvSpPr>
            <p:nvPr/>
          </p:nvSpPr>
          <p:spPr bwMode="auto">
            <a:xfrm>
              <a:off x="2064" y="1392"/>
              <a:ext cx="528" cy="768"/>
            </a:xfrm>
            <a:custGeom>
              <a:avLst/>
              <a:gdLst>
                <a:gd name="T0" fmla="*/ 0 w 384"/>
                <a:gd name="T1" fmla="*/ 0 h 768"/>
                <a:gd name="T2" fmla="*/ 182 w 384"/>
                <a:gd name="T3" fmla="*/ 48 h 768"/>
                <a:gd name="T4" fmla="*/ 454 w 384"/>
                <a:gd name="T5" fmla="*/ 240 h 768"/>
                <a:gd name="T6" fmla="*/ 635 w 384"/>
                <a:gd name="T7" fmla="*/ 480 h 768"/>
                <a:gd name="T8" fmla="*/ 726 w 384"/>
                <a:gd name="T9" fmla="*/ 768 h 768"/>
                <a:gd name="T10" fmla="*/ 0 60000 65536"/>
                <a:gd name="T11" fmla="*/ 0 60000 65536"/>
                <a:gd name="T12" fmla="*/ 0 60000 65536"/>
                <a:gd name="T13" fmla="*/ 0 60000 65536"/>
                <a:gd name="T14" fmla="*/ 0 60000 65536"/>
                <a:gd name="T15" fmla="*/ 0 w 384"/>
                <a:gd name="T16" fmla="*/ 0 h 768"/>
                <a:gd name="T17" fmla="*/ 384 w 384"/>
                <a:gd name="T18" fmla="*/ 768 h 768"/>
              </a:gdLst>
              <a:ahLst/>
              <a:cxnLst>
                <a:cxn ang="T10">
                  <a:pos x="T0" y="T1"/>
                </a:cxn>
                <a:cxn ang="T11">
                  <a:pos x="T2" y="T3"/>
                </a:cxn>
                <a:cxn ang="T12">
                  <a:pos x="T4" y="T5"/>
                </a:cxn>
                <a:cxn ang="T13">
                  <a:pos x="T6" y="T7"/>
                </a:cxn>
                <a:cxn ang="T14">
                  <a:pos x="T8" y="T9"/>
                </a:cxn>
              </a:cxnLst>
              <a:rect l="T15" t="T16" r="T17" b="T18"/>
              <a:pathLst>
                <a:path w="384" h="768">
                  <a:moveTo>
                    <a:pt x="0" y="0"/>
                  </a:moveTo>
                  <a:cubicBezTo>
                    <a:pt x="28" y="4"/>
                    <a:pt x="56" y="8"/>
                    <a:pt x="96" y="48"/>
                  </a:cubicBezTo>
                  <a:cubicBezTo>
                    <a:pt x="136" y="88"/>
                    <a:pt x="200" y="168"/>
                    <a:pt x="240" y="240"/>
                  </a:cubicBezTo>
                  <a:cubicBezTo>
                    <a:pt x="280" y="312"/>
                    <a:pt x="312" y="392"/>
                    <a:pt x="336" y="480"/>
                  </a:cubicBezTo>
                  <a:cubicBezTo>
                    <a:pt x="360" y="568"/>
                    <a:pt x="376" y="720"/>
                    <a:pt x="384" y="768"/>
                  </a:cubicBezTo>
                </a:path>
              </a:pathLst>
            </a:custGeom>
            <a:noFill/>
            <a:ln w="12700" cap="sq">
              <a:solidFill>
                <a:schemeClr val="tx1"/>
              </a:solidFill>
              <a:round/>
              <a:headEnd/>
              <a:tailEnd/>
            </a:ln>
          </p:spPr>
          <p:txBody>
            <a:bodyPr anchor="ctr">
              <a:spAutoFit/>
            </a:bodyPr>
            <a:lstStyle/>
            <a:p>
              <a:endParaRPr lang="zh-CN" altLang="en-US"/>
            </a:p>
          </p:txBody>
        </p:sp>
        <p:sp>
          <p:nvSpPr>
            <p:cNvPr id="1065" name="Oval 8"/>
            <p:cNvSpPr>
              <a:spLocks noChangeArrowheads="1"/>
            </p:cNvSpPr>
            <p:nvPr/>
          </p:nvSpPr>
          <p:spPr bwMode="auto">
            <a:xfrm>
              <a:off x="2448" y="2064"/>
              <a:ext cx="288" cy="288"/>
            </a:xfrm>
            <a:prstGeom prst="ellipse">
              <a:avLst/>
            </a:prstGeom>
            <a:gradFill rotWithShape="0">
              <a:gsLst>
                <a:gs pos="0">
                  <a:srgbClr val="FF3300"/>
                </a:gs>
                <a:gs pos="100000">
                  <a:srgbClr val="8F1D00"/>
                </a:gs>
              </a:gsLst>
              <a:path path="shape">
                <a:fillToRect l="50000" t="50000" r="50000" b="50000"/>
              </a:path>
            </a:gradFill>
            <a:ln w="12700" cap="sq">
              <a:solidFill>
                <a:schemeClr val="tx1"/>
              </a:solidFill>
              <a:round/>
              <a:headEnd/>
              <a:tailEnd/>
            </a:ln>
          </p:spPr>
          <p:txBody>
            <a:bodyPr anchor="ctr">
              <a:spAutoFit/>
            </a:bodyPr>
            <a:lstStyle/>
            <a:p>
              <a:endParaRPr lang="zh-CN" altLang="en-US"/>
            </a:p>
          </p:txBody>
        </p:sp>
      </p:grpSp>
      <p:grpSp>
        <p:nvGrpSpPr>
          <p:cNvPr id="3" name="Group 9"/>
          <p:cNvGrpSpPr>
            <a:grpSpLocks/>
          </p:cNvGrpSpPr>
          <p:nvPr/>
        </p:nvGrpSpPr>
        <p:grpSpPr bwMode="auto">
          <a:xfrm>
            <a:off x="8239125" y="4510088"/>
            <a:ext cx="293688" cy="823912"/>
            <a:chOff x="1824" y="1488"/>
            <a:chExt cx="288" cy="864"/>
          </a:xfrm>
        </p:grpSpPr>
        <p:sp>
          <p:nvSpPr>
            <p:cNvPr id="1062" name="Oval 10"/>
            <p:cNvSpPr>
              <a:spLocks noChangeArrowheads="1"/>
            </p:cNvSpPr>
            <p:nvPr/>
          </p:nvSpPr>
          <p:spPr bwMode="auto">
            <a:xfrm>
              <a:off x="1824" y="2064"/>
              <a:ext cx="288" cy="288"/>
            </a:xfrm>
            <a:prstGeom prst="ellipse">
              <a:avLst/>
            </a:prstGeom>
            <a:gradFill rotWithShape="0">
              <a:gsLst>
                <a:gs pos="0">
                  <a:srgbClr val="FF3300"/>
                </a:gs>
                <a:gs pos="100000">
                  <a:srgbClr val="8F1D00"/>
                </a:gs>
              </a:gsLst>
              <a:path path="shape">
                <a:fillToRect l="50000" t="50000" r="50000" b="50000"/>
              </a:path>
            </a:gradFill>
            <a:ln w="12700" cap="sq">
              <a:solidFill>
                <a:schemeClr val="tx1"/>
              </a:solidFill>
              <a:round/>
              <a:headEnd/>
              <a:tailEnd/>
            </a:ln>
          </p:spPr>
          <p:txBody>
            <a:bodyPr anchor="ctr">
              <a:spAutoFit/>
            </a:bodyPr>
            <a:lstStyle/>
            <a:p>
              <a:endParaRPr lang="zh-CN" altLang="en-US"/>
            </a:p>
          </p:txBody>
        </p:sp>
        <p:sp>
          <p:nvSpPr>
            <p:cNvPr id="1063" name="Line 11"/>
            <p:cNvSpPr>
              <a:spLocks noChangeShapeType="1"/>
            </p:cNvSpPr>
            <p:nvPr/>
          </p:nvSpPr>
          <p:spPr bwMode="auto">
            <a:xfrm>
              <a:off x="1968" y="1488"/>
              <a:ext cx="0" cy="576"/>
            </a:xfrm>
            <a:prstGeom prst="line">
              <a:avLst/>
            </a:prstGeom>
            <a:noFill/>
            <a:ln w="28575" cap="sq">
              <a:solidFill>
                <a:schemeClr val="tx1"/>
              </a:solidFill>
              <a:round/>
              <a:headEnd/>
              <a:tailEnd type="triangle" w="med" len="med"/>
            </a:ln>
          </p:spPr>
          <p:txBody>
            <a:bodyPr wrap="none" anchor="ctr">
              <a:spAutoFit/>
            </a:bodyPr>
            <a:lstStyle/>
            <a:p>
              <a:endParaRPr lang="zh-CN" altLang="en-US"/>
            </a:p>
          </p:txBody>
        </p:sp>
      </p:grpSp>
      <p:sp>
        <p:nvSpPr>
          <p:cNvPr id="147468" name="Oval 12"/>
          <p:cNvSpPr>
            <a:spLocks noChangeArrowheads="1"/>
          </p:cNvSpPr>
          <p:nvPr/>
        </p:nvSpPr>
        <p:spPr bwMode="auto">
          <a:xfrm>
            <a:off x="8172450" y="4221163"/>
            <a:ext cx="344488" cy="295275"/>
          </a:xfrm>
          <a:prstGeom prst="ellipse">
            <a:avLst/>
          </a:prstGeom>
          <a:gradFill rotWithShape="0">
            <a:gsLst>
              <a:gs pos="0">
                <a:srgbClr val="FF3300"/>
              </a:gs>
              <a:gs pos="100000">
                <a:srgbClr val="8F1D00"/>
              </a:gs>
            </a:gsLst>
            <a:path path="shape">
              <a:fillToRect l="50000" t="50000" r="50000" b="50000"/>
            </a:path>
          </a:gradFill>
          <a:ln w="12700" cap="sq">
            <a:solidFill>
              <a:schemeClr val="tx1"/>
            </a:solidFill>
            <a:round/>
            <a:headEnd/>
            <a:tailEnd/>
          </a:ln>
        </p:spPr>
        <p:txBody>
          <a:bodyPr anchor="ctr">
            <a:spAutoFit/>
          </a:bodyPr>
          <a:lstStyle/>
          <a:p>
            <a:pPr algn="ctr">
              <a:lnSpc>
                <a:spcPct val="110000"/>
              </a:lnSpc>
            </a:pPr>
            <a:endParaRPr kumimoji="1" lang="zh-CN" altLang="en-US" sz="800" b="0">
              <a:latin typeface="Times New Roman" pitchFamily="18" charset="0"/>
            </a:endParaRPr>
          </a:p>
        </p:txBody>
      </p:sp>
      <p:sp>
        <p:nvSpPr>
          <p:cNvPr id="147469" name="Text Box 13"/>
          <p:cNvSpPr txBox="1">
            <a:spLocks noChangeArrowheads="1"/>
          </p:cNvSpPr>
          <p:nvPr/>
        </p:nvSpPr>
        <p:spPr bwMode="auto">
          <a:xfrm>
            <a:off x="8316913" y="3357563"/>
            <a:ext cx="585787" cy="1341437"/>
          </a:xfrm>
          <a:prstGeom prst="rect">
            <a:avLst/>
          </a:prstGeom>
          <a:noFill/>
          <a:ln w="9525">
            <a:noFill/>
            <a:miter lim="800000"/>
            <a:headEnd/>
            <a:tailEnd/>
          </a:ln>
        </p:spPr>
        <p:txBody>
          <a:bodyPr lIns="0" tIns="0" rIns="0" bIns="0">
            <a:spAutoFit/>
          </a:bodyPr>
          <a:lstStyle/>
          <a:p>
            <a:pPr>
              <a:lnSpc>
                <a:spcPct val="110000"/>
              </a:lnSpc>
            </a:pPr>
            <a:r>
              <a:rPr kumimoji="1" lang="zh-CN" altLang="en-US" sz="8000">
                <a:solidFill>
                  <a:srgbClr val="0000FF"/>
                </a:solidFill>
                <a:latin typeface="Times New Roman" pitchFamily="18" charset="0"/>
                <a:ea typeface="黑体" pitchFamily="49" charset="-122"/>
                <a:sym typeface="Webdings" pitchFamily="18" charset="2"/>
              </a:rPr>
              <a:t></a:t>
            </a:r>
            <a:endParaRPr kumimoji="1" lang="zh-CN" altLang="en-US" sz="8000">
              <a:solidFill>
                <a:srgbClr val="0000FF"/>
              </a:solidFill>
              <a:latin typeface="Times New Roman" pitchFamily="18" charset="0"/>
              <a:ea typeface="黑体" pitchFamily="49" charset="-122"/>
            </a:endParaRPr>
          </a:p>
        </p:txBody>
      </p:sp>
      <p:grpSp>
        <p:nvGrpSpPr>
          <p:cNvPr id="4" name="Group 14"/>
          <p:cNvGrpSpPr>
            <a:grpSpLocks/>
          </p:cNvGrpSpPr>
          <p:nvPr/>
        </p:nvGrpSpPr>
        <p:grpSpPr bwMode="auto">
          <a:xfrm>
            <a:off x="174625" y="3789363"/>
            <a:ext cx="2524125" cy="1908175"/>
            <a:chOff x="2540" y="893"/>
            <a:chExt cx="1590" cy="1202"/>
          </a:xfrm>
        </p:grpSpPr>
        <p:grpSp>
          <p:nvGrpSpPr>
            <p:cNvPr id="1041" name="Group 15"/>
            <p:cNvGrpSpPr>
              <a:grpSpLocks/>
            </p:cNvGrpSpPr>
            <p:nvPr/>
          </p:nvGrpSpPr>
          <p:grpSpPr bwMode="auto">
            <a:xfrm>
              <a:off x="2882" y="1382"/>
              <a:ext cx="367" cy="450"/>
              <a:chOff x="912" y="2352"/>
              <a:chExt cx="576" cy="576"/>
            </a:xfrm>
          </p:grpSpPr>
          <p:sp>
            <p:nvSpPr>
              <p:cNvPr id="1060" name="Oval 16"/>
              <p:cNvSpPr>
                <a:spLocks noChangeArrowheads="1"/>
              </p:cNvSpPr>
              <p:nvPr/>
            </p:nvSpPr>
            <p:spPr bwMode="auto">
              <a:xfrm>
                <a:off x="912" y="2352"/>
                <a:ext cx="576" cy="576"/>
              </a:xfrm>
              <a:prstGeom prst="ellipse">
                <a:avLst/>
              </a:prstGeom>
              <a:solidFill>
                <a:schemeClr val="folHlink"/>
              </a:solidFill>
              <a:ln w="9525">
                <a:round/>
                <a:headEnd/>
                <a:tailEnd/>
              </a:ln>
              <a:scene3d>
                <a:camera prst="legacyObliqueTopRight">
                  <a:rot lat="0" lon="300000" rev="0"/>
                </a:camera>
                <a:lightRig rig="legacyFlat3" dir="b"/>
              </a:scene3d>
              <a:sp3d extrusionH="176200" prstMaterial="legacyMetal">
                <a:bevelT w="13500" h="13500" prst="angle"/>
                <a:bevelB w="13500" h="13500" prst="angle"/>
                <a:extrusionClr>
                  <a:schemeClr val="folHlink"/>
                </a:extrusionClr>
              </a:sp3d>
            </p:spPr>
            <p:txBody>
              <a:bodyPr anchor="ctr">
                <a:spAutoFit/>
                <a:flatTx/>
              </a:bodyPr>
              <a:lstStyle/>
              <a:p>
                <a:endParaRPr lang="zh-CN" altLang="en-US"/>
              </a:p>
            </p:txBody>
          </p:sp>
          <p:sp>
            <p:nvSpPr>
              <p:cNvPr id="1061" name="Oval 17"/>
              <p:cNvSpPr>
                <a:spLocks noChangeArrowheads="1"/>
              </p:cNvSpPr>
              <p:nvPr/>
            </p:nvSpPr>
            <p:spPr bwMode="auto">
              <a:xfrm>
                <a:off x="1152" y="2592"/>
                <a:ext cx="96" cy="96"/>
              </a:xfrm>
              <a:prstGeom prst="ellipse">
                <a:avLst/>
              </a:prstGeom>
              <a:solidFill>
                <a:schemeClr val="folHlink"/>
              </a:solidFill>
              <a:ln w="12700" cap="sq">
                <a:solidFill>
                  <a:schemeClr val="tx1"/>
                </a:solidFill>
                <a:round/>
                <a:headEnd/>
                <a:tailEnd/>
              </a:ln>
            </p:spPr>
            <p:txBody>
              <a:bodyPr anchor="ctr">
                <a:spAutoFit/>
              </a:bodyPr>
              <a:lstStyle/>
              <a:p>
                <a:endParaRPr lang="zh-CN" altLang="en-US"/>
              </a:p>
            </p:txBody>
          </p:sp>
        </p:grpSp>
        <p:grpSp>
          <p:nvGrpSpPr>
            <p:cNvPr id="1042" name="Group 18"/>
            <p:cNvGrpSpPr>
              <a:grpSpLocks/>
            </p:cNvGrpSpPr>
            <p:nvPr/>
          </p:nvGrpSpPr>
          <p:grpSpPr bwMode="auto">
            <a:xfrm>
              <a:off x="3391" y="1382"/>
              <a:ext cx="369" cy="450"/>
              <a:chOff x="912" y="2352"/>
              <a:chExt cx="576" cy="576"/>
            </a:xfrm>
          </p:grpSpPr>
          <p:sp>
            <p:nvSpPr>
              <p:cNvPr id="1058" name="Oval 19"/>
              <p:cNvSpPr>
                <a:spLocks noChangeArrowheads="1"/>
              </p:cNvSpPr>
              <p:nvPr/>
            </p:nvSpPr>
            <p:spPr bwMode="auto">
              <a:xfrm>
                <a:off x="912" y="2352"/>
                <a:ext cx="576" cy="576"/>
              </a:xfrm>
              <a:prstGeom prst="ellipse">
                <a:avLst/>
              </a:prstGeom>
              <a:solidFill>
                <a:schemeClr val="folHlink"/>
              </a:solidFill>
              <a:ln w="9525">
                <a:round/>
                <a:headEnd/>
                <a:tailEnd/>
              </a:ln>
              <a:scene3d>
                <a:camera prst="legacyObliqueTopRight">
                  <a:rot lat="0" lon="300000" rev="0"/>
                </a:camera>
                <a:lightRig rig="legacyFlat3" dir="b"/>
              </a:scene3d>
              <a:sp3d extrusionH="176200" prstMaterial="legacyMetal">
                <a:bevelT w="13500" h="13500" prst="angle"/>
                <a:bevelB w="13500" h="13500" prst="angle"/>
                <a:extrusionClr>
                  <a:schemeClr val="folHlink"/>
                </a:extrusionClr>
              </a:sp3d>
            </p:spPr>
            <p:txBody>
              <a:bodyPr anchor="ctr">
                <a:spAutoFit/>
                <a:flatTx/>
              </a:bodyPr>
              <a:lstStyle/>
              <a:p>
                <a:endParaRPr lang="zh-CN" altLang="en-US"/>
              </a:p>
            </p:txBody>
          </p:sp>
          <p:sp>
            <p:nvSpPr>
              <p:cNvPr id="1059" name="Oval 20"/>
              <p:cNvSpPr>
                <a:spLocks noChangeArrowheads="1"/>
              </p:cNvSpPr>
              <p:nvPr/>
            </p:nvSpPr>
            <p:spPr bwMode="auto">
              <a:xfrm>
                <a:off x="1152" y="2592"/>
                <a:ext cx="96" cy="96"/>
              </a:xfrm>
              <a:prstGeom prst="ellipse">
                <a:avLst/>
              </a:prstGeom>
              <a:solidFill>
                <a:schemeClr val="folHlink"/>
              </a:solidFill>
              <a:ln w="12700" cap="sq">
                <a:solidFill>
                  <a:schemeClr val="tx1"/>
                </a:solidFill>
                <a:round/>
                <a:headEnd/>
                <a:tailEnd/>
              </a:ln>
            </p:spPr>
            <p:txBody>
              <a:bodyPr anchor="ctr">
                <a:spAutoFit/>
              </a:bodyPr>
              <a:lstStyle/>
              <a:p>
                <a:endParaRPr lang="zh-CN" altLang="en-US"/>
              </a:p>
            </p:txBody>
          </p:sp>
        </p:grpSp>
        <p:sp>
          <p:nvSpPr>
            <p:cNvPr id="1043" name="Rectangle 21"/>
            <p:cNvSpPr>
              <a:spLocks noChangeArrowheads="1"/>
            </p:cNvSpPr>
            <p:nvPr/>
          </p:nvSpPr>
          <p:spPr bwMode="auto">
            <a:xfrm>
              <a:off x="2540" y="1054"/>
              <a:ext cx="1134" cy="823"/>
            </a:xfrm>
            <a:prstGeom prst="rect">
              <a:avLst/>
            </a:prstGeom>
            <a:solidFill>
              <a:srgbClr val="CCECFF">
                <a:alpha val="50195"/>
              </a:srgbClr>
            </a:solidFill>
            <a:ln w="9525">
              <a:miter lim="800000"/>
              <a:headEnd/>
              <a:tailEnd/>
            </a:ln>
            <a:scene3d>
              <a:camera prst="legacyObliqueTopRight"/>
              <a:lightRig rig="legacyFlat3" dir="b"/>
            </a:scene3d>
            <a:sp3d extrusionH="1801800" prstMaterial="legacyMatte">
              <a:bevelT w="13500" h="13500" prst="angle"/>
              <a:bevelB w="13500" h="13500" prst="angle"/>
              <a:extrusionClr>
                <a:srgbClr val="CCECFF"/>
              </a:extrusionClr>
            </a:sp3d>
          </p:spPr>
          <p:txBody>
            <a:bodyPr anchor="ctr">
              <a:spAutoFit/>
              <a:flatTx/>
            </a:bodyPr>
            <a:lstStyle/>
            <a:p>
              <a:endParaRPr lang="zh-CN" altLang="en-US"/>
            </a:p>
          </p:txBody>
        </p:sp>
        <p:grpSp>
          <p:nvGrpSpPr>
            <p:cNvPr id="1044" name="Group 22"/>
            <p:cNvGrpSpPr>
              <a:grpSpLocks/>
            </p:cNvGrpSpPr>
            <p:nvPr/>
          </p:nvGrpSpPr>
          <p:grpSpPr bwMode="auto">
            <a:xfrm>
              <a:off x="3220" y="1645"/>
              <a:ext cx="358" cy="450"/>
              <a:chOff x="3312" y="2496"/>
              <a:chExt cx="576" cy="576"/>
            </a:xfrm>
          </p:grpSpPr>
          <p:sp>
            <p:nvSpPr>
              <p:cNvPr id="1056" name="Oval 23"/>
              <p:cNvSpPr>
                <a:spLocks noChangeArrowheads="1"/>
              </p:cNvSpPr>
              <p:nvPr/>
            </p:nvSpPr>
            <p:spPr bwMode="auto">
              <a:xfrm>
                <a:off x="3312" y="2496"/>
                <a:ext cx="576" cy="576"/>
              </a:xfrm>
              <a:prstGeom prst="ellipse">
                <a:avLst/>
              </a:prstGeom>
              <a:solidFill>
                <a:schemeClr val="folHlink"/>
              </a:solidFill>
              <a:ln w="9525">
                <a:round/>
                <a:headEnd/>
                <a:tailEnd/>
              </a:ln>
              <a:scene3d>
                <a:camera prst="legacyObliqueTopRight">
                  <a:rot lat="0" lon="21299994" rev="0"/>
                </a:camera>
                <a:lightRig rig="legacyFlat3" dir="b"/>
              </a:scene3d>
              <a:sp3d extrusionH="176200" prstMaterial="legacyMetal">
                <a:bevelT w="13500" h="13500" prst="angle"/>
                <a:bevelB w="13500" h="13500" prst="angle"/>
                <a:extrusionClr>
                  <a:schemeClr val="folHlink"/>
                </a:extrusionClr>
              </a:sp3d>
            </p:spPr>
            <p:txBody>
              <a:bodyPr anchor="ctr">
                <a:spAutoFit/>
                <a:flatTx/>
              </a:bodyPr>
              <a:lstStyle/>
              <a:p>
                <a:endParaRPr lang="zh-CN" altLang="en-US"/>
              </a:p>
            </p:txBody>
          </p:sp>
          <p:sp>
            <p:nvSpPr>
              <p:cNvPr id="1057" name="Oval 24"/>
              <p:cNvSpPr>
                <a:spLocks noChangeArrowheads="1"/>
              </p:cNvSpPr>
              <p:nvPr/>
            </p:nvSpPr>
            <p:spPr bwMode="auto">
              <a:xfrm>
                <a:off x="3552" y="2736"/>
                <a:ext cx="96" cy="96"/>
              </a:xfrm>
              <a:prstGeom prst="ellipse">
                <a:avLst/>
              </a:prstGeom>
              <a:solidFill>
                <a:schemeClr val="folHlink"/>
              </a:solidFill>
              <a:ln w="12700" cap="sq">
                <a:solidFill>
                  <a:schemeClr val="tx1"/>
                </a:solidFill>
                <a:round/>
                <a:headEnd/>
                <a:tailEnd/>
              </a:ln>
            </p:spPr>
            <p:txBody>
              <a:bodyPr anchor="ctr">
                <a:spAutoFit/>
              </a:bodyPr>
              <a:lstStyle/>
              <a:p>
                <a:endParaRPr lang="zh-CN" altLang="en-US"/>
              </a:p>
            </p:txBody>
          </p:sp>
        </p:grpSp>
        <p:sp>
          <p:nvSpPr>
            <p:cNvPr id="1045" name="Line 25"/>
            <p:cNvSpPr>
              <a:spLocks noChangeShapeType="1"/>
            </p:cNvSpPr>
            <p:nvPr/>
          </p:nvSpPr>
          <p:spPr bwMode="auto">
            <a:xfrm flipV="1">
              <a:off x="2540" y="893"/>
              <a:ext cx="0" cy="977"/>
            </a:xfrm>
            <a:prstGeom prst="line">
              <a:avLst/>
            </a:prstGeom>
            <a:noFill/>
            <a:ln w="38100" cap="sq">
              <a:solidFill>
                <a:srgbClr val="0000FF"/>
              </a:solidFill>
              <a:round/>
              <a:headEnd/>
              <a:tailEnd type="stealth" w="med" len="lg"/>
            </a:ln>
          </p:spPr>
          <p:txBody>
            <a:bodyPr wrap="none" anchor="ctr">
              <a:spAutoFit/>
            </a:bodyPr>
            <a:lstStyle/>
            <a:p>
              <a:endParaRPr lang="zh-CN" altLang="en-US"/>
            </a:p>
          </p:txBody>
        </p:sp>
        <p:sp>
          <p:nvSpPr>
            <p:cNvPr id="1046" name="Line 26"/>
            <p:cNvSpPr>
              <a:spLocks noChangeShapeType="1"/>
            </p:cNvSpPr>
            <p:nvPr/>
          </p:nvSpPr>
          <p:spPr bwMode="auto">
            <a:xfrm>
              <a:off x="2918" y="1870"/>
              <a:ext cx="198" cy="0"/>
            </a:xfrm>
            <a:prstGeom prst="line">
              <a:avLst/>
            </a:prstGeom>
            <a:noFill/>
            <a:ln w="38100" cap="sq">
              <a:solidFill>
                <a:srgbClr val="0000FF"/>
              </a:solidFill>
              <a:round/>
              <a:headEnd/>
              <a:tailEnd type="stealth" w="med" len="lg"/>
            </a:ln>
          </p:spPr>
          <p:txBody>
            <a:bodyPr wrap="none" anchor="ctr">
              <a:spAutoFit/>
            </a:bodyPr>
            <a:lstStyle/>
            <a:p>
              <a:endParaRPr lang="zh-CN" altLang="en-US"/>
            </a:p>
          </p:txBody>
        </p:sp>
        <p:sp>
          <p:nvSpPr>
            <p:cNvPr id="1047" name="Line 27"/>
            <p:cNvSpPr>
              <a:spLocks noChangeShapeType="1"/>
            </p:cNvSpPr>
            <p:nvPr/>
          </p:nvSpPr>
          <p:spPr bwMode="auto">
            <a:xfrm flipV="1">
              <a:off x="2540" y="1532"/>
              <a:ext cx="179" cy="338"/>
            </a:xfrm>
            <a:prstGeom prst="line">
              <a:avLst/>
            </a:prstGeom>
            <a:noFill/>
            <a:ln w="38100" cap="sq">
              <a:solidFill>
                <a:srgbClr val="0000FF"/>
              </a:solidFill>
              <a:round/>
              <a:headEnd/>
              <a:tailEnd type="stealth" w="med" len="lg"/>
            </a:ln>
          </p:spPr>
          <p:txBody>
            <a:bodyPr anchor="ctr">
              <a:spAutoFit/>
            </a:bodyPr>
            <a:lstStyle/>
            <a:p>
              <a:endParaRPr lang="zh-CN" altLang="en-US"/>
            </a:p>
          </p:txBody>
        </p:sp>
        <p:sp>
          <p:nvSpPr>
            <p:cNvPr id="1048" name="Line 28"/>
            <p:cNvSpPr>
              <a:spLocks noChangeShapeType="1"/>
            </p:cNvSpPr>
            <p:nvPr/>
          </p:nvSpPr>
          <p:spPr bwMode="auto">
            <a:xfrm>
              <a:off x="2540" y="1870"/>
              <a:ext cx="119" cy="0"/>
            </a:xfrm>
            <a:prstGeom prst="line">
              <a:avLst/>
            </a:prstGeom>
            <a:noFill/>
            <a:ln w="38100" cap="sq">
              <a:solidFill>
                <a:srgbClr val="0000FF"/>
              </a:solidFill>
              <a:round/>
              <a:headEnd/>
              <a:tailEnd/>
            </a:ln>
          </p:spPr>
          <p:txBody>
            <a:bodyPr wrap="none" anchor="ctr">
              <a:spAutoFit/>
            </a:bodyPr>
            <a:lstStyle/>
            <a:p>
              <a:endParaRPr lang="zh-CN" altLang="en-US"/>
            </a:p>
          </p:txBody>
        </p:sp>
        <p:grpSp>
          <p:nvGrpSpPr>
            <p:cNvPr id="1049" name="Group 29"/>
            <p:cNvGrpSpPr>
              <a:grpSpLocks/>
            </p:cNvGrpSpPr>
            <p:nvPr/>
          </p:nvGrpSpPr>
          <p:grpSpPr bwMode="auto">
            <a:xfrm>
              <a:off x="2597" y="1645"/>
              <a:ext cx="358" cy="450"/>
              <a:chOff x="1200" y="3600"/>
              <a:chExt cx="576" cy="576"/>
            </a:xfrm>
          </p:grpSpPr>
          <p:sp>
            <p:nvSpPr>
              <p:cNvPr id="1053" name="Line 30"/>
              <p:cNvSpPr>
                <a:spLocks noChangeShapeType="1"/>
              </p:cNvSpPr>
              <p:nvPr/>
            </p:nvSpPr>
            <p:spPr bwMode="auto">
              <a:xfrm>
                <a:off x="1344" y="3888"/>
                <a:ext cx="384" cy="0"/>
              </a:xfrm>
              <a:prstGeom prst="line">
                <a:avLst/>
              </a:prstGeom>
              <a:noFill/>
              <a:ln w="38100" cap="sq">
                <a:solidFill>
                  <a:schemeClr val="tx2"/>
                </a:solidFill>
                <a:round/>
                <a:headEnd/>
                <a:tailEnd/>
              </a:ln>
            </p:spPr>
            <p:txBody>
              <a:bodyPr wrap="none" anchor="ctr">
                <a:spAutoFit/>
              </a:bodyPr>
              <a:lstStyle/>
              <a:p>
                <a:endParaRPr lang="zh-CN" altLang="en-US"/>
              </a:p>
            </p:txBody>
          </p:sp>
          <p:sp>
            <p:nvSpPr>
              <p:cNvPr id="1054" name="Oval 31"/>
              <p:cNvSpPr>
                <a:spLocks noChangeArrowheads="1"/>
              </p:cNvSpPr>
              <p:nvPr/>
            </p:nvSpPr>
            <p:spPr bwMode="auto">
              <a:xfrm>
                <a:off x="1200" y="3600"/>
                <a:ext cx="576" cy="576"/>
              </a:xfrm>
              <a:prstGeom prst="ellipse">
                <a:avLst/>
              </a:prstGeom>
              <a:solidFill>
                <a:schemeClr val="folHlink"/>
              </a:solidFill>
              <a:ln w="9525">
                <a:round/>
                <a:headEnd/>
                <a:tailEnd/>
              </a:ln>
              <a:scene3d>
                <a:camera prst="legacyObliqueTopRight">
                  <a:rot lat="0" lon="21299994" rev="0"/>
                </a:camera>
                <a:lightRig rig="legacyFlat3" dir="b"/>
              </a:scene3d>
              <a:sp3d extrusionH="176200" prstMaterial="legacyMetal">
                <a:bevelT w="13500" h="13500" prst="angle"/>
                <a:bevelB w="13500" h="13500" prst="angle"/>
                <a:extrusionClr>
                  <a:schemeClr val="folHlink"/>
                </a:extrusionClr>
              </a:sp3d>
            </p:spPr>
            <p:txBody>
              <a:bodyPr anchor="ctr">
                <a:spAutoFit/>
                <a:flatTx/>
              </a:bodyPr>
              <a:lstStyle/>
              <a:p>
                <a:endParaRPr lang="zh-CN" altLang="en-US"/>
              </a:p>
            </p:txBody>
          </p:sp>
          <p:sp>
            <p:nvSpPr>
              <p:cNvPr id="1055" name="Oval 32"/>
              <p:cNvSpPr>
                <a:spLocks noChangeArrowheads="1"/>
              </p:cNvSpPr>
              <p:nvPr/>
            </p:nvSpPr>
            <p:spPr bwMode="auto">
              <a:xfrm>
                <a:off x="1440" y="3840"/>
                <a:ext cx="96" cy="96"/>
              </a:xfrm>
              <a:prstGeom prst="ellipse">
                <a:avLst/>
              </a:prstGeom>
              <a:solidFill>
                <a:schemeClr val="folHlink"/>
              </a:solidFill>
              <a:ln w="12700" cap="sq">
                <a:solidFill>
                  <a:schemeClr val="tx1"/>
                </a:solidFill>
                <a:round/>
                <a:headEnd/>
                <a:tailEnd/>
              </a:ln>
            </p:spPr>
            <p:txBody>
              <a:bodyPr anchor="ctr">
                <a:spAutoFit/>
              </a:bodyPr>
              <a:lstStyle/>
              <a:p>
                <a:endParaRPr lang="zh-CN" altLang="en-US"/>
              </a:p>
            </p:txBody>
          </p:sp>
        </p:grpSp>
        <p:grpSp>
          <p:nvGrpSpPr>
            <p:cNvPr id="1050" name="Group 33"/>
            <p:cNvGrpSpPr>
              <a:grpSpLocks/>
            </p:cNvGrpSpPr>
            <p:nvPr/>
          </p:nvGrpSpPr>
          <p:grpSpPr bwMode="auto">
            <a:xfrm>
              <a:off x="3872" y="940"/>
              <a:ext cx="258" cy="313"/>
              <a:chOff x="4210" y="881"/>
              <a:chExt cx="258" cy="313"/>
            </a:xfrm>
          </p:grpSpPr>
          <p:sp>
            <p:nvSpPr>
              <p:cNvPr id="1051" name="Line 34"/>
              <p:cNvSpPr>
                <a:spLocks noChangeShapeType="1"/>
              </p:cNvSpPr>
              <p:nvPr/>
            </p:nvSpPr>
            <p:spPr bwMode="auto">
              <a:xfrm>
                <a:off x="4210" y="1194"/>
                <a:ext cx="258" cy="0"/>
              </a:xfrm>
              <a:prstGeom prst="line">
                <a:avLst/>
              </a:prstGeom>
              <a:noFill/>
              <a:ln w="38100" cap="sq">
                <a:solidFill>
                  <a:srgbClr val="0000FF"/>
                </a:solidFill>
                <a:round/>
                <a:headEnd/>
                <a:tailEnd type="stealth" w="med" len="lg"/>
              </a:ln>
            </p:spPr>
            <p:txBody>
              <a:bodyPr anchor="ctr">
                <a:spAutoFit/>
              </a:bodyPr>
              <a:lstStyle/>
              <a:p>
                <a:endParaRPr lang="zh-CN" altLang="en-US"/>
              </a:p>
            </p:txBody>
          </p:sp>
          <p:sp>
            <p:nvSpPr>
              <p:cNvPr id="1052" name="Text Box 35"/>
              <p:cNvSpPr txBox="1">
                <a:spLocks noChangeArrowheads="1"/>
              </p:cNvSpPr>
              <p:nvPr/>
            </p:nvSpPr>
            <p:spPr bwMode="auto">
              <a:xfrm>
                <a:off x="4221" y="881"/>
                <a:ext cx="220" cy="311"/>
              </a:xfrm>
              <a:prstGeom prst="rect">
                <a:avLst/>
              </a:prstGeom>
              <a:noFill/>
              <a:ln w="12700" cap="sq">
                <a:noFill/>
                <a:miter lim="800000"/>
                <a:headEnd/>
                <a:tailEnd/>
              </a:ln>
            </p:spPr>
            <p:txBody>
              <a:bodyPr wrap="none" anchor="ctr">
                <a:spAutoFit/>
              </a:bodyPr>
              <a:lstStyle/>
              <a:p>
                <a:pPr algn="ctr">
                  <a:lnSpc>
                    <a:spcPct val="110000"/>
                  </a:lnSpc>
                </a:pPr>
                <a:r>
                  <a:rPr kumimoji="1" lang="en-US" altLang="zh-CN" sz="2400" i="1">
                    <a:solidFill>
                      <a:srgbClr val="0000FF"/>
                    </a:solidFill>
                    <a:latin typeface="Bookman Old Style" pitchFamily="18" charset="0"/>
                    <a:ea typeface="黑体" pitchFamily="49" charset="-122"/>
                  </a:rPr>
                  <a:t>v</a:t>
                </a:r>
              </a:p>
            </p:txBody>
          </p:sp>
        </p:grpSp>
        <p:graphicFrame>
          <p:nvGraphicFramePr>
            <p:cNvPr id="1026" name="Object 36"/>
            <p:cNvGraphicFramePr>
              <a:graphicFrameLocks noChangeAspect="1"/>
            </p:cNvGraphicFramePr>
            <p:nvPr/>
          </p:nvGraphicFramePr>
          <p:xfrm>
            <a:off x="2993" y="1111"/>
            <a:ext cx="348" cy="510"/>
          </p:xfrm>
          <a:graphic>
            <a:graphicData uri="http://schemas.openxmlformats.org/presentationml/2006/ole">
              <p:oleObj spid="_x0000_s1026" name="剪辑" r:id="rId3" imgW="1996560" imgH="2302920" progId="MS_ClipArt_Gallery.2">
                <p:embed/>
              </p:oleObj>
            </a:graphicData>
          </a:graphic>
        </p:graphicFrame>
      </p:grpSp>
      <p:sp>
        <p:nvSpPr>
          <p:cNvPr id="147493" name="Text Box 37"/>
          <p:cNvSpPr txBox="1">
            <a:spLocks noChangeArrowheads="1"/>
          </p:cNvSpPr>
          <p:nvPr/>
        </p:nvSpPr>
        <p:spPr bwMode="auto">
          <a:xfrm>
            <a:off x="971550" y="5959475"/>
            <a:ext cx="6119813" cy="465138"/>
          </a:xfrm>
          <a:prstGeom prst="rect">
            <a:avLst/>
          </a:prstGeom>
          <a:noFill/>
          <a:ln w="9525">
            <a:noFill/>
            <a:miter lim="800000"/>
            <a:headEnd/>
            <a:tailEnd/>
          </a:ln>
        </p:spPr>
        <p:txBody>
          <a:bodyPr>
            <a:spAutoFit/>
          </a:bodyPr>
          <a:lstStyle/>
          <a:p>
            <a:pPr>
              <a:lnSpc>
                <a:spcPct val="110000"/>
              </a:lnSpc>
            </a:pPr>
            <a:r>
              <a:rPr kumimoji="1" lang="zh-CN" altLang="en-US" sz="2400">
                <a:solidFill>
                  <a:srgbClr val="008000"/>
                </a:solidFill>
                <a:latin typeface="Times New Roman" pitchFamily="18" charset="0"/>
              </a:rPr>
              <a:t>选不同的参考系，运动的描述是不同的</a:t>
            </a:r>
            <a:endParaRPr lang="zh-CN" altLang="en-US" sz="2400" b="0">
              <a:solidFill>
                <a:srgbClr val="008000"/>
              </a:solidFill>
              <a:latin typeface="Times New Roman" pitchFamily="18" charset="0"/>
            </a:endParaRPr>
          </a:p>
        </p:txBody>
      </p:sp>
      <p:sp>
        <p:nvSpPr>
          <p:cNvPr id="1035" name="Rectangle 38"/>
          <p:cNvSpPr>
            <a:spLocks noChangeArrowheads="1"/>
          </p:cNvSpPr>
          <p:nvPr/>
        </p:nvSpPr>
        <p:spPr bwMode="auto">
          <a:xfrm>
            <a:off x="71438" y="3357563"/>
            <a:ext cx="2700337" cy="2519362"/>
          </a:xfrm>
          <a:prstGeom prst="rect">
            <a:avLst/>
          </a:prstGeom>
          <a:solidFill>
            <a:schemeClr val="bg1"/>
          </a:solidFill>
          <a:ln w="9525">
            <a:noFill/>
            <a:miter lim="800000"/>
            <a:headEnd/>
            <a:tailEnd/>
          </a:ln>
        </p:spPr>
        <p:txBody>
          <a:bodyPr wrap="none" anchor="ctr"/>
          <a:lstStyle/>
          <a:p>
            <a:endParaRPr lang="zh-CN" altLang="en-US"/>
          </a:p>
        </p:txBody>
      </p:sp>
      <p:sp>
        <p:nvSpPr>
          <p:cNvPr id="147495" name="Text Box 39"/>
          <p:cNvSpPr txBox="1">
            <a:spLocks noChangeArrowheads="1"/>
          </p:cNvSpPr>
          <p:nvPr/>
        </p:nvSpPr>
        <p:spPr bwMode="auto">
          <a:xfrm>
            <a:off x="250825" y="2997200"/>
            <a:ext cx="4105275" cy="493713"/>
          </a:xfrm>
          <a:prstGeom prst="rect">
            <a:avLst/>
          </a:prstGeom>
          <a:noFill/>
          <a:ln w="9525">
            <a:noFill/>
            <a:miter lim="800000"/>
            <a:headEnd/>
            <a:tailEnd/>
          </a:ln>
        </p:spPr>
        <p:txBody>
          <a:bodyPr>
            <a:spAutoFit/>
          </a:bodyPr>
          <a:lstStyle/>
          <a:p>
            <a:pPr>
              <a:lnSpc>
                <a:spcPct val="110000"/>
              </a:lnSpc>
            </a:pPr>
            <a:r>
              <a:rPr kumimoji="1" lang="zh-CN" altLang="en-US" sz="2400">
                <a:solidFill>
                  <a:srgbClr val="FF6600"/>
                </a:solidFill>
                <a:latin typeface="Times New Roman" pitchFamily="18" charset="0"/>
              </a:rPr>
              <a:t>地面上的自由落体运动</a:t>
            </a:r>
          </a:p>
        </p:txBody>
      </p:sp>
      <p:sp>
        <p:nvSpPr>
          <p:cNvPr id="147496" name="Text Box 40"/>
          <p:cNvSpPr txBox="1">
            <a:spLocks noChangeArrowheads="1"/>
          </p:cNvSpPr>
          <p:nvPr/>
        </p:nvSpPr>
        <p:spPr bwMode="auto">
          <a:xfrm>
            <a:off x="395288" y="4941888"/>
            <a:ext cx="2659062" cy="465137"/>
          </a:xfrm>
          <a:prstGeom prst="rect">
            <a:avLst/>
          </a:prstGeom>
          <a:noFill/>
          <a:ln w="9525">
            <a:noFill/>
            <a:miter lim="800000"/>
            <a:headEnd/>
            <a:tailEnd/>
          </a:ln>
        </p:spPr>
        <p:txBody>
          <a:bodyPr wrap="none">
            <a:spAutoFit/>
          </a:bodyPr>
          <a:lstStyle/>
          <a:p>
            <a:pPr>
              <a:lnSpc>
                <a:spcPct val="110000"/>
              </a:lnSpc>
            </a:pPr>
            <a:r>
              <a:rPr kumimoji="1" lang="zh-CN" altLang="en-US" sz="2400">
                <a:solidFill>
                  <a:srgbClr val="0000FF"/>
                </a:solidFill>
                <a:latin typeface="Times New Roman" pitchFamily="18" charset="0"/>
              </a:rPr>
              <a:t>火车上的观察者：</a:t>
            </a:r>
          </a:p>
        </p:txBody>
      </p:sp>
      <p:sp>
        <p:nvSpPr>
          <p:cNvPr id="147497" name="Text Box 41"/>
          <p:cNvSpPr txBox="1">
            <a:spLocks noChangeArrowheads="1"/>
          </p:cNvSpPr>
          <p:nvPr/>
        </p:nvSpPr>
        <p:spPr bwMode="auto">
          <a:xfrm>
            <a:off x="1116013" y="4292600"/>
            <a:ext cx="3278187" cy="465138"/>
          </a:xfrm>
          <a:prstGeom prst="rect">
            <a:avLst/>
          </a:prstGeom>
          <a:noFill/>
          <a:ln w="9525">
            <a:noFill/>
            <a:miter lim="800000"/>
            <a:headEnd/>
            <a:tailEnd/>
          </a:ln>
        </p:spPr>
        <p:txBody>
          <a:bodyPr wrap="none">
            <a:spAutoFit/>
          </a:bodyPr>
          <a:lstStyle/>
          <a:p>
            <a:pPr>
              <a:lnSpc>
                <a:spcPct val="110000"/>
              </a:lnSpc>
            </a:pPr>
            <a:r>
              <a:rPr kumimoji="1" lang="zh-CN" altLang="en-US" sz="2400">
                <a:latin typeface="Times New Roman" pitchFamily="18" charset="0"/>
              </a:rPr>
              <a:t>物体作匀变速直线运动</a:t>
            </a:r>
          </a:p>
        </p:txBody>
      </p:sp>
      <p:sp>
        <p:nvSpPr>
          <p:cNvPr id="147498" name="Text Box 42"/>
          <p:cNvSpPr txBox="1">
            <a:spLocks noChangeArrowheads="1"/>
          </p:cNvSpPr>
          <p:nvPr/>
        </p:nvSpPr>
        <p:spPr bwMode="auto">
          <a:xfrm>
            <a:off x="1619250" y="5456238"/>
            <a:ext cx="2592388" cy="465137"/>
          </a:xfrm>
          <a:prstGeom prst="rect">
            <a:avLst/>
          </a:prstGeom>
          <a:noFill/>
          <a:ln w="9525">
            <a:noFill/>
            <a:miter lim="800000"/>
            <a:headEnd/>
            <a:tailEnd/>
          </a:ln>
        </p:spPr>
        <p:txBody>
          <a:bodyPr>
            <a:spAutoFit/>
          </a:bodyPr>
          <a:lstStyle/>
          <a:p>
            <a:pPr>
              <a:lnSpc>
                <a:spcPct val="110000"/>
              </a:lnSpc>
            </a:pPr>
            <a:r>
              <a:rPr kumimoji="1" lang="zh-CN" altLang="en-US" sz="2400">
                <a:latin typeface="Times New Roman" pitchFamily="18" charset="0"/>
              </a:rPr>
              <a:t>物体作平抛运动</a:t>
            </a:r>
          </a:p>
        </p:txBody>
      </p:sp>
      <p:sp>
        <p:nvSpPr>
          <p:cNvPr id="147499" name="Text Box 43"/>
          <p:cNvSpPr txBox="1">
            <a:spLocks noChangeArrowheads="1"/>
          </p:cNvSpPr>
          <p:nvPr/>
        </p:nvSpPr>
        <p:spPr bwMode="auto">
          <a:xfrm>
            <a:off x="323850" y="3656013"/>
            <a:ext cx="2659063" cy="465137"/>
          </a:xfrm>
          <a:prstGeom prst="rect">
            <a:avLst/>
          </a:prstGeom>
          <a:noFill/>
          <a:ln w="9525">
            <a:noFill/>
            <a:miter lim="800000"/>
            <a:headEnd/>
            <a:tailEnd/>
          </a:ln>
        </p:spPr>
        <p:txBody>
          <a:bodyPr wrap="none">
            <a:spAutoFit/>
          </a:bodyPr>
          <a:lstStyle/>
          <a:p>
            <a:pPr>
              <a:lnSpc>
                <a:spcPct val="110000"/>
              </a:lnSpc>
            </a:pPr>
            <a:r>
              <a:rPr kumimoji="1" lang="zh-CN" altLang="en-US" sz="2400">
                <a:solidFill>
                  <a:srgbClr val="0000FF"/>
                </a:solidFill>
                <a:latin typeface="Times New Roman" pitchFamily="18" charset="0"/>
              </a:rPr>
              <a:t>地面上的观察者：</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7458"/>
                                        </p:tgtEl>
                                        <p:attrNameLst>
                                          <p:attrName>style.visibility</p:attrName>
                                        </p:attrNameLst>
                                      </p:cBhvr>
                                      <p:to>
                                        <p:strVal val="visible"/>
                                      </p:to>
                                    </p:set>
                                    <p:animEffect transition="in" filter="wipe(left)">
                                      <p:cBhvr>
                                        <p:cTn id="7" dur="1000"/>
                                        <p:tgtEl>
                                          <p:spTgt spid="1474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7460"/>
                                        </p:tgtEl>
                                        <p:attrNameLst>
                                          <p:attrName>style.visibility</p:attrName>
                                        </p:attrNameLst>
                                      </p:cBhvr>
                                      <p:to>
                                        <p:strVal val="visible"/>
                                      </p:to>
                                    </p:set>
                                    <p:animEffect transition="in" filter="wipe(left)">
                                      <p:cBhvr>
                                        <p:cTn id="12" dur="1000"/>
                                        <p:tgtEl>
                                          <p:spTgt spid="14746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7495"/>
                                        </p:tgtEl>
                                        <p:attrNameLst>
                                          <p:attrName>style.visibility</p:attrName>
                                        </p:attrNameLst>
                                      </p:cBhvr>
                                      <p:to>
                                        <p:strVal val="visible"/>
                                      </p:to>
                                    </p:set>
                                    <p:animEffect transition="in" filter="wipe(left)">
                                      <p:cBhvr>
                                        <p:cTn id="17" dur="1000"/>
                                        <p:tgtEl>
                                          <p:spTgt spid="14749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7499"/>
                                        </p:tgtEl>
                                        <p:attrNameLst>
                                          <p:attrName>style.visibility</p:attrName>
                                        </p:attrNameLst>
                                      </p:cBhvr>
                                      <p:to>
                                        <p:strVal val="visible"/>
                                      </p:to>
                                    </p:set>
                                    <p:animEffect transition="in" filter="wipe(left)">
                                      <p:cBhvr>
                                        <p:cTn id="22" dur="1000"/>
                                        <p:tgtEl>
                                          <p:spTgt spid="14749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7469"/>
                                        </p:tgtEl>
                                        <p:attrNameLst>
                                          <p:attrName>style.visibility</p:attrName>
                                        </p:attrNameLst>
                                      </p:cBhvr>
                                      <p:to>
                                        <p:strVal val="visible"/>
                                      </p:to>
                                    </p:set>
                                    <p:animEffect transition="in" filter="wipe(left)">
                                      <p:cBhvr>
                                        <p:cTn id="27" dur="1000"/>
                                        <p:tgtEl>
                                          <p:spTgt spid="14746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47468"/>
                                        </p:tgtEl>
                                        <p:attrNameLst>
                                          <p:attrName>style.visibility</p:attrName>
                                        </p:attrNameLst>
                                      </p:cBhvr>
                                      <p:to>
                                        <p:strVal val="visible"/>
                                      </p:to>
                                    </p:set>
                                    <p:animEffect transition="in" filter="wipe(up)">
                                      <p:cBhvr>
                                        <p:cTn id="32" dur="1000"/>
                                        <p:tgtEl>
                                          <p:spTgt spid="14746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up)">
                                      <p:cBhvr>
                                        <p:cTn id="37" dur="10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47497"/>
                                        </p:tgtEl>
                                        <p:attrNameLst>
                                          <p:attrName>style.visibility</p:attrName>
                                        </p:attrNameLst>
                                      </p:cBhvr>
                                      <p:to>
                                        <p:strVal val="visible"/>
                                      </p:to>
                                    </p:set>
                                    <p:animEffect transition="in" filter="wipe(left)">
                                      <p:cBhvr>
                                        <p:cTn id="42" dur="1000"/>
                                        <p:tgtEl>
                                          <p:spTgt spid="14749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47496"/>
                                        </p:tgtEl>
                                        <p:attrNameLst>
                                          <p:attrName>style.visibility</p:attrName>
                                        </p:attrNameLst>
                                      </p:cBhvr>
                                      <p:to>
                                        <p:strVal val="visible"/>
                                      </p:to>
                                    </p:set>
                                    <p:animEffect transition="in" filter="wipe(left)">
                                      <p:cBhvr>
                                        <p:cTn id="47" dur="1000"/>
                                        <p:tgtEl>
                                          <p:spTgt spid="147496"/>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4"/>
                                        </p:tgtEl>
                                        <p:attrNameLst>
                                          <p:attrName>style.visibility</p:attrName>
                                        </p:attrNameLst>
                                      </p:cBhvr>
                                      <p:to>
                                        <p:strVal val="visible"/>
                                      </p:to>
                                    </p:set>
                                  </p:childTnLst>
                                </p:cTn>
                              </p:par>
                            </p:childTnLst>
                          </p:cTn>
                        </p:par>
                        <p:par>
                          <p:cTn id="52" fill="hold">
                            <p:stCondLst>
                              <p:cond delay="0"/>
                            </p:stCondLst>
                            <p:childTnLst>
                              <p:par>
                                <p:cTn id="53" presetID="0" presetClass="path" presetSubtype="0" accel="50000" decel="50000" fill="hold" nodeType="afterEffect">
                                  <p:stCondLst>
                                    <p:cond delay="0"/>
                                  </p:stCondLst>
                                  <p:childTnLst>
                                    <p:animMotion origin="layout" path="M -0.07118 -0.01318 L 0.56667 -0.01318 " pathEditMode="relative" rAng="0" ptsTypes="AA">
                                      <p:cBhvr>
                                        <p:cTn id="54" dur="2000" fill="hold"/>
                                        <p:tgtEl>
                                          <p:spTgt spid="4"/>
                                        </p:tgtEl>
                                        <p:attrNameLst>
                                          <p:attrName>ppt_x</p:attrName>
                                          <p:attrName>ppt_y</p:attrName>
                                        </p:attrNameLst>
                                      </p:cBhvr>
                                      <p:rCtr x="319" y="0"/>
                                    </p:animMotion>
                                  </p:childTnLst>
                                </p:cTn>
                              </p:par>
                            </p:childTnLst>
                          </p:cTn>
                        </p:par>
                        <p:par>
                          <p:cTn id="55" fill="hold">
                            <p:stCondLst>
                              <p:cond delay="2000"/>
                            </p:stCondLst>
                            <p:childTnLst>
                              <p:par>
                                <p:cTn id="56" presetID="22" presetClass="entr" presetSubtype="2" fill="hold" nodeType="afterEffect">
                                  <p:stCondLst>
                                    <p:cond delay="0"/>
                                  </p:stCondLst>
                                  <p:childTnLst>
                                    <p:set>
                                      <p:cBhvr>
                                        <p:cTn id="57" dur="1" fill="hold">
                                          <p:stCondLst>
                                            <p:cond delay="0"/>
                                          </p:stCondLst>
                                        </p:cTn>
                                        <p:tgtEl>
                                          <p:spTgt spid="2"/>
                                        </p:tgtEl>
                                        <p:attrNameLst>
                                          <p:attrName>style.visibility</p:attrName>
                                        </p:attrNameLst>
                                      </p:cBhvr>
                                      <p:to>
                                        <p:strVal val="visible"/>
                                      </p:to>
                                    </p:set>
                                    <p:animEffect transition="in" filter="wipe(right)">
                                      <p:cBhvr>
                                        <p:cTn id="58" dur="1000"/>
                                        <p:tgtEl>
                                          <p:spTgt spid="2"/>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47498"/>
                                        </p:tgtEl>
                                        <p:attrNameLst>
                                          <p:attrName>style.visibility</p:attrName>
                                        </p:attrNameLst>
                                      </p:cBhvr>
                                      <p:to>
                                        <p:strVal val="visible"/>
                                      </p:to>
                                    </p:set>
                                    <p:animEffect transition="in" filter="wipe(left)">
                                      <p:cBhvr>
                                        <p:cTn id="63" dur="1000"/>
                                        <p:tgtEl>
                                          <p:spTgt spid="147498"/>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47493"/>
                                        </p:tgtEl>
                                        <p:attrNameLst>
                                          <p:attrName>style.visibility</p:attrName>
                                        </p:attrNameLst>
                                      </p:cBhvr>
                                      <p:to>
                                        <p:strVal val="visible"/>
                                      </p:to>
                                    </p:set>
                                    <p:animEffect transition="in" filter="wipe(left)">
                                      <p:cBhvr>
                                        <p:cTn id="68" dur="1000"/>
                                        <p:tgtEl>
                                          <p:spTgt spid="147493"/>
                                        </p:tgtEl>
                                      </p:cBhvr>
                                    </p:animEffect>
                                  </p:childTnLst>
                                </p:cTn>
                              </p:par>
                            </p:childTnLst>
                          </p:cTn>
                        </p:par>
                      </p:childTnLst>
                    </p:cTn>
                  </p:par>
                  <p:par>
                    <p:cTn id="69" fill="hold">
                      <p:stCondLst>
                        <p:cond delay="indefinite"/>
                      </p:stCondLst>
                      <p:childTnLst>
                        <p:par>
                          <p:cTn id="70" fill="hold">
                            <p:stCondLst>
                              <p:cond delay="0"/>
                            </p:stCondLst>
                            <p:childTnLst>
                              <p:par>
                                <p:cTn id="71" presetID="6" presetClass="emph" presetSubtype="0" fill="hold" grpId="1" nodeType="clickEffect">
                                  <p:stCondLst>
                                    <p:cond delay="0"/>
                                  </p:stCondLst>
                                  <p:childTnLst>
                                    <p:animScale>
                                      <p:cBhvr>
                                        <p:cTn id="72" dur="1000" fill="hold"/>
                                        <p:tgtEl>
                                          <p:spTgt spid="14749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8" grpId="0"/>
      <p:bldP spid="147460" grpId="0"/>
      <p:bldP spid="147468" grpId="0" animBg="1"/>
      <p:bldP spid="147469" grpId="0"/>
      <p:bldP spid="147493" grpId="0"/>
      <p:bldP spid="147493" grpId="1"/>
      <p:bldP spid="147495" grpId="0"/>
      <p:bldP spid="147496" grpId="0"/>
      <p:bldP spid="147497" grpId="0"/>
      <p:bldP spid="147498" grpId="0"/>
      <p:bldP spid="14749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612775" y="404813"/>
            <a:ext cx="8280400" cy="549275"/>
          </a:xfrm>
          <a:prstGeom prst="rect">
            <a:avLst/>
          </a:prstGeom>
          <a:noFill/>
          <a:ln w="9525">
            <a:noFill/>
            <a:miter lim="800000"/>
            <a:headEnd/>
            <a:tailEnd/>
          </a:ln>
        </p:spPr>
        <p:txBody>
          <a:bodyPr>
            <a:spAutoFit/>
          </a:bodyPr>
          <a:lstStyle/>
          <a:p>
            <a:pPr indent="762000">
              <a:lnSpc>
                <a:spcPct val="125000"/>
              </a:lnSpc>
            </a:pPr>
            <a:r>
              <a:rPr kumimoji="1" lang="zh-CN" altLang="en-US" sz="2400">
                <a:latin typeface="Times New Roman" pitchFamily="18" charset="0"/>
              </a:rPr>
              <a:t>描述物体运动所选的标准物体或物体群叫做参考系。</a:t>
            </a:r>
          </a:p>
        </p:txBody>
      </p:sp>
      <p:sp>
        <p:nvSpPr>
          <p:cNvPr id="41987" name="Text Box 3"/>
          <p:cNvSpPr txBox="1">
            <a:spLocks noChangeArrowheads="1"/>
          </p:cNvSpPr>
          <p:nvPr/>
        </p:nvSpPr>
        <p:spPr bwMode="auto">
          <a:xfrm>
            <a:off x="233363" y="447675"/>
            <a:ext cx="1314450" cy="493713"/>
          </a:xfrm>
          <a:prstGeom prst="rect">
            <a:avLst/>
          </a:prstGeom>
          <a:noFill/>
          <a:ln w="9525" algn="ctr">
            <a:noFill/>
            <a:miter lim="800000"/>
            <a:headEnd/>
            <a:tailEnd/>
          </a:ln>
        </p:spPr>
        <p:txBody>
          <a:bodyPr>
            <a:spAutoFit/>
          </a:bodyPr>
          <a:lstStyle/>
          <a:p>
            <a:pPr>
              <a:lnSpc>
                <a:spcPct val="110000"/>
              </a:lnSpc>
            </a:pPr>
            <a:r>
              <a:rPr kumimoji="1" lang="zh-CN" altLang="en-US" sz="2400">
                <a:solidFill>
                  <a:srgbClr val="FF0000"/>
                </a:solidFill>
                <a:latin typeface="Times New Roman" pitchFamily="18" charset="0"/>
              </a:rPr>
              <a:t>参考系</a:t>
            </a:r>
          </a:p>
        </p:txBody>
      </p:sp>
      <p:sp>
        <p:nvSpPr>
          <p:cNvPr id="41990" name="Text Box 6"/>
          <p:cNvSpPr txBox="1">
            <a:spLocks noChangeArrowheads="1"/>
          </p:cNvSpPr>
          <p:nvPr/>
        </p:nvSpPr>
        <p:spPr bwMode="auto">
          <a:xfrm>
            <a:off x="323850" y="1533525"/>
            <a:ext cx="2133600" cy="457200"/>
          </a:xfrm>
          <a:prstGeom prst="rect">
            <a:avLst/>
          </a:prstGeom>
          <a:noFill/>
          <a:ln w="9525">
            <a:noFill/>
            <a:miter lim="800000"/>
            <a:headEnd/>
            <a:tailEnd/>
          </a:ln>
        </p:spPr>
        <p:txBody>
          <a:bodyPr>
            <a:spAutoFit/>
          </a:bodyPr>
          <a:lstStyle/>
          <a:p>
            <a:pPr>
              <a:spcBef>
                <a:spcPct val="50000"/>
              </a:spcBef>
              <a:buClr>
                <a:srgbClr val="CC0000"/>
              </a:buClr>
              <a:buFont typeface="Wingdings" pitchFamily="2" charset="2"/>
              <a:buNone/>
            </a:pPr>
            <a:r>
              <a:rPr kumimoji="1" lang="zh-CN" altLang="en-US" sz="2400">
                <a:solidFill>
                  <a:srgbClr val="FF0000"/>
                </a:solidFill>
                <a:latin typeface="Times New Roman" pitchFamily="18" charset="0"/>
              </a:rPr>
              <a:t> 说明：</a:t>
            </a:r>
            <a:endParaRPr kumimoji="1" lang="zh-CN" altLang="en-US" sz="2400">
              <a:solidFill>
                <a:srgbClr val="FF0000"/>
              </a:solidFill>
              <a:latin typeface="Times New Roman" pitchFamily="18" charset="0"/>
              <a:ea typeface="楷体_GB2312" pitchFamily="49" charset="-122"/>
            </a:endParaRPr>
          </a:p>
        </p:txBody>
      </p:sp>
      <p:sp>
        <p:nvSpPr>
          <p:cNvPr id="41996" name="AutoShape 12"/>
          <p:cNvSpPr>
            <a:spLocks noChangeArrowheads="1"/>
          </p:cNvSpPr>
          <p:nvPr/>
        </p:nvSpPr>
        <p:spPr bwMode="auto">
          <a:xfrm>
            <a:off x="107950" y="1484313"/>
            <a:ext cx="360363"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sp>
        <p:nvSpPr>
          <p:cNvPr id="41997" name="Text Box 13"/>
          <p:cNvSpPr txBox="1">
            <a:spLocks noChangeArrowheads="1"/>
          </p:cNvSpPr>
          <p:nvPr/>
        </p:nvSpPr>
        <p:spPr bwMode="auto">
          <a:xfrm>
            <a:off x="250825" y="979488"/>
            <a:ext cx="1250950" cy="493712"/>
          </a:xfrm>
          <a:prstGeom prst="rect">
            <a:avLst/>
          </a:prstGeom>
          <a:noFill/>
          <a:ln w="9525" algn="ctr">
            <a:noFill/>
            <a:miter lim="800000"/>
            <a:headEnd/>
            <a:tailEnd/>
          </a:ln>
        </p:spPr>
        <p:txBody>
          <a:bodyPr>
            <a:spAutoFit/>
          </a:bodyPr>
          <a:lstStyle/>
          <a:p>
            <a:pPr>
              <a:lnSpc>
                <a:spcPct val="110000"/>
              </a:lnSpc>
            </a:pPr>
            <a:r>
              <a:rPr kumimoji="1" lang="zh-CN" altLang="en-US" sz="2400">
                <a:solidFill>
                  <a:srgbClr val="FF0000"/>
                </a:solidFill>
                <a:latin typeface="Times New Roman" pitchFamily="18" charset="0"/>
              </a:rPr>
              <a:t>坐标系</a:t>
            </a:r>
          </a:p>
        </p:txBody>
      </p:sp>
      <p:sp>
        <p:nvSpPr>
          <p:cNvPr id="41998" name="Text Box 14"/>
          <p:cNvSpPr txBox="1">
            <a:spLocks noChangeArrowheads="1"/>
          </p:cNvSpPr>
          <p:nvPr/>
        </p:nvSpPr>
        <p:spPr bwMode="auto">
          <a:xfrm>
            <a:off x="611188" y="908050"/>
            <a:ext cx="5564187" cy="549275"/>
          </a:xfrm>
          <a:prstGeom prst="rect">
            <a:avLst/>
          </a:prstGeom>
          <a:noFill/>
          <a:ln w="9525" algn="ctr">
            <a:noFill/>
            <a:miter lim="800000"/>
            <a:headEnd/>
            <a:tailEnd/>
          </a:ln>
        </p:spPr>
        <p:txBody>
          <a:bodyPr>
            <a:spAutoFit/>
          </a:bodyPr>
          <a:lstStyle/>
          <a:p>
            <a:pPr indent="762000">
              <a:lnSpc>
                <a:spcPct val="125000"/>
              </a:lnSpc>
            </a:pPr>
            <a:r>
              <a:rPr kumimoji="1" lang="zh-CN" altLang="en-US" sz="2400">
                <a:latin typeface="Times New Roman" pitchFamily="18" charset="0"/>
              </a:rPr>
              <a:t>为定量地描述物体位置而引入。</a:t>
            </a:r>
          </a:p>
        </p:txBody>
      </p:sp>
      <p:sp>
        <p:nvSpPr>
          <p:cNvPr id="41999" name="Text Box 15"/>
          <p:cNvSpPr txBox="1">
            <a:spLocks noChangeArrowheads="1"/>
          </p:cNvSpPr>
          <p:nvPr/>
        </p:nvSpPr>
        <p:spPr bwMode="auto">
          <a:xfrm>
            <a:off x="250825" y="2044700"/>
            <a:ext cx="5257800" cy="936625"/>
          </a:xfrm>
          <a:prstGeom prst="rect">
            <a:avLst/>
          </a:prstGeom>
          <a:noFill/>
          <a:ln w="9525">
            <a:noFill/>
            <a:miter lim="800000"/>
            <a:headEnd/>
            <a:tailEnd/>
          </a:ln>
          <a:effectLst/>
        </p:spPr>
        <p:txBody>
          <a:bodyPr anchor="ctr">
            <a:spAutoFit/>
          </a:bodyPr>
          <a:lstStyle/>
          <a:p>
            <a:pPr marL="457200" indent="-457200">
              <a:lnSpc>
                <a:spcPct val="120000"/>
              </a:lnSpc>
              <a:buFontTx/>
              <a:buAutoNum type="arabicParenBoth"/>
              <a:defRPr/>
            </a:pPr>
            <a:r>
              <a:rPr kumimoji="1" lang="zh-CN" altLang="en-US" sz="2400">
                <a:solidFill>
                  <a:schemeClr val="tx2"/>
                </a:solidFill>
                <a:latin typeface="Times New Roman" pitchFamily="18" charset="0"/>
                <a:ea typeface="+mn-ea"/>
              </a:rPr>
              <a:t>运动学中参考系可任选。通常以对</a:t>
            </a:r>
          </a:p>
          <a:p>
            <a:pPr marL="457200" indent="-457200">
              <a:lnSpc>
                <a:spcPct val="120000"/>
              </a:lnSpc>
              <a:defRPr/>
            </a:pPr>
            <a:r>
              <a:rPr kumimoji="1" lang="zh-CN" altLang="en-US" sz="2400">
                <a:solidFill>
                  <a:schemeClr val="tx2"/>
                </a:solidFill>
                <a:latin typeface="Times New Roman" pitchFamily="18" charset="0"/>
                <a:ea typeface="+mn-ea"/>
              </a:rPr>
              <a:t>      问题的研究最方便、最简单为原则。</a:t>
            </a:r>
            <a:endParaRPr kumimoji="1" lang="en-US" altLang="zh-CN" sz="2400">
              <a:solidFill>
                <a:schemeClr val="tx2"/>
              </a:solidFill>
              <a:latin typeface="Times New Roman" pitchFamily="18" charset="0"/>
              <a:ea typeface="+mn-ea"/>
            </a:endParaRPr>
          </a:p>
        </p:txBody>
      </p:sp>
      <p:sp>
        <p:nvSpPr>
          <p:cNvPr id="42000" name="Text Box 16"/>
          <p:cNvSpPr txBox="1">
            <a:spLocks noChangeArrowheads="1"/>
          </p:cNvSpPr>
          <p:nvPr/>
        </p:nvSpPr>
        <p:spPr bwMode="auto">
          <a:xfrm>
            <a:off x="250825" y="3068638"/>
            <a:ext cx="5257800" cy="1938337"/>
          </a:xfrm>
          <a:prstGeom prst="rect">
            <a:avLst/>
          </a:prstGeom>
          <a:noFill/>
          <a:ln w="9525">
            <a:noFill/>
            <a:miter lim="800000"/>
            <a:headEnd/>
            <a:tailEnd/>
          </a:ln>
          <a:effectLst/>
        </p:spPr>
        <p:txBody>
          <a:bodyPr>
            <a:spAutoFit/>
          </a:bodyPr>
          <a:lstStyle/>
          <a:p>
            <a:pPr marL="385763" indent="-385763">
              <a:lnSpc>
                <a:spcPct val="125000"/>
              </a:lnSpc>
              <a:spcBef>
                <a:spcPct val="50000"/>
              </a:spcBef>
              <a:defRPr/>
            </a:pPr>
            <a:r>
              <a:rPr kumimoji="1" lang="en-US" altLang="zh-CN" sz="2400" dirty="0">
                <a:solidFill>
                  <a:schemeClr val="tx2"/>
                </a:solidFill>
                <a:latin typeface="Times New Roman" pitchFamily="18" charset="0"/>
                <a:ea typeface="+mn-ea"/>
              </a:rPr>
              <a:t>(2) </a:t>
            </a:r>
            <a:r>
              <a:rPr kumimoji="1" lang="zh-CN" altLang="en-US" sz="2400" dirty="0">
                <a:solidFill>
                  <a:schemeClr val="tx2"/>
                </a:solidFill>
                <a:latin typeface="Times New Roman" pitchFamily="18" charset="0"/>
                <a:ea typeface="+mn-ea"/>
              </a:rPr>
              <a:t>参考物选定后，坐标系可任选。运动形式相同，数学表述不同。在讲述物体运动情况时，必须指明是对什么参考系而言的。</a:t>
            </a:r>
          </a:p>
        </p:txBody>
      </p:sp>
      <p:sp>
        <p:nvSpPr>
          <p:cNvPr id="42001" name="Line 17"/>
          <p:cNvSpPr>
            <a:spLocks noChangeShapeType="1"/>
          </p:cNvSpPr>
          <p:nvPr/>
        </p:nvSpPr>
        <p:spPr bwMode="auto">
          <a:xfrm flipV="1">
            <a:off x="6623050" y="1519238"/>
            <a:ext cx="0" cy="1600200"/>
          </a:xfrm>
          <a:prstGeom prst="line">
            <a:avLst/>
          </a:prstGeom>
          <a:noFill/>
          <a:ln w="28575">
            <a:solidFill>
              <a:schemeClr val="accent2"/>
            </a:solidFill>
            <a:round/>
            <a:headEnd/>
            <a:tailEnd type="triangle" w="med" len="lg"/>
          </a:ln>
        </p:spPr>
        <p:txBody>
          <a:bodyPr wrap="none" anchor="ctr"/>
          <a:lstStyle/>
          <a:p>
            <a:endParaRPr lang="zh-CN" altLang="en-US"/>
          </a:p>
        </p:txBody>
      </p:sp>
      <p:sp>
        <p:nvSpPr>
          <p:cNvPr id="42002" name="Line 18"/>
          <p:cNvSpPr>
            <a:spLocks noChangeShapeType="1"/>
          </p:cNvSpPr>
          <p:nvPr/>
        </p:nvSpPr>
        <p:spPr bwMode="auto">
          <a:xfrm>
            <a:off x="6623050" y="3119438"/>
            <a:ext cx="1981200" cy="0"/>
          </a:xfrm>
          <a:prstGeom prst="line">
            <a:avLst/>
          </a:prstGeom>
          <a:noFill/>
          <a:ln w="28575">
            <a:solidFill>
              <a:schemeClr val="accent2"/>
            </a:solidFill>
            <a:round/>
            <a:headEnd/>
            <a:tailEnd type="triangle" w="med" len="lg"/>
          </a:ln>
        </p:spPr>
        <p:txBody>
          <a:bodyPr wrap="none" anchor="ctr"/>
          <a:lstStyle/>
          <a:p>
            <a:endParaRPr lang="zh-CN" altLang="en-US"/>
          </a:p>
        </p:txBody>
      </p:sp>
      <p:sp>
        <p:nvSpPr>
          <p:cNvPr id="42003" name="Freeform 19"/>
          <p:cNvSpPr>
            <a:spLocks/>
          </p:cNvSpPr>
          <p:nvPr/>
        </p:nvSpPr>
        <p:spPr bwMode="auto">
          <a:xfrm>
            <a:off x="5861050" y="2509838"/>
            <a:ext cx="1387475" cy="1066800"/>
          </a:xfrm>
          <a:custGeom>
            <a:avLst/>
            <a:gdLst>
              <a:gd name="T0" fmla="*/ 1456650302 w 874"/>
              <a:gd name="T1" fmla="*/ 0 h 672"/>
              <a:gd name="T2" fmla="*/ 609877841 w 874"/>
              <a:gd name="T3" fmla="*/ 120967506 h 672"/>
              <a:gd name="T4" fmla="*/ 488910374 w 874"/>
              <a:gd name="T5" fmla="*/ 161289991 h 672"/>
              <a:gd name="T6" fmla="*/ 246975343 w 874"/>
              <a:gd name="T7" fmla="*/ 201612476 h 672"/>
              <a:gd name="T8" fmla="*/ 166330316 w 874"/>
              <a:gd name="T9" fmla="*/ 282257497 h 672"/>
              <a:gd name="T10" fmla="*/ 45362812 w 874"/>
              <a:gd name="T11" fmla="*/ 322579982 h 672"/>
              <a:gd name="T12" fmla="*/ 5040313 w 874"/>
              <a:gd name="T13" fmla="*/ 524192508 h 672"/>
              <a:gd name="T14" fmla="*/ 710684062 w 874"/>
              <a:gd name="T15" fmla="*/ 1391126141 h 672"/>
              <a:gd name="T16" fmla="*/ 1073586659 w 874"/>
              <a:gd name="T17" fmla="*/ 1633061054 h 672"/>
              <a:gd name="T18" fmla="*/ 1718746876 w 874"/>
              <a:gd name="T19" fmla="*/ 1693545178 h 672"/>
              <a:gd name="T20" fmla="*/ 1819553098 w 874"/>
              <a:gd name="T21" fmla="*/ 1653222296 h 672"/>
              <a:gd name="T22" fmla="*/ 1880036831 w 874"/>
              <a:gd name="T23" fmla="*/ 1370964899 h 672"/>
              <a:gd name="T24" fmla="*/ 2001004297 w 874"/>
              <a:gd name="T25" fmla="*/ 1108868744 h 672"/>
              <a:gd name="T26" fmla="*/ 2041326786 w 874"/>
              <a:gd name="T27" fmla="*/ 947578803 h 672"/>
              <a:gd name="T28" fmla="*/ 2147483647 w 874"/>
              <a:gd name="T29" fmla="*/ 665321207 h 672"/>
              <a:gd name="T30" fmla="*/ 2121971764 w 874"/>
              <a:gd name="T31" fmla="*/ 403224953 h 672"/>
              <a:gd name="T32" fmla="*/ 1900198075 w 874"/>
              <a:gd name="T33" fmla="*/ 302418739 h 672"/>
              <a:gd name="T34" fmla="*/ 1718746876 w 874"/>
              <a:gd name="T35" fmla="*/ 161289991 h 672"/>
              <a:gd name="T36" fmla="*/ 1456650302 w 874"/>
              <a:gd name="T37" fmla="*/ 0 h 6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74"/>
              <a:gd name="T58" fmla="*/ 0 h 672"/>
              <a:gd name="T59" fmla="*/ 874 w 874"/>
              <a:gd name="T60" fmla="*/ 672 h 6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74" h="672">
                <a:moveTo>
                  <a:pt x="578" y="0"/>
                </a:moveTo>
                <a:cubicBezTo>
                  <a:pt x="466" y="16"/>
                  <a:pt x="354" y="32"/>
                  <a:pt x="242" y="48"/>
                </a:cubicBezTo>
                <a:cubicBezTo>
                  <a:pt x="226" y="53"/>
                  <a:pt x="210" y="60"/>
                  <a:pt x="194" y="64"/>
                </a:cubicBezTo>
                <a:cubicBezTo>
                  <a:pt x="162" y="71"/>
                  <a:pt x="98" y="80"/>
                  <a:pt x="98" y="80"/>
                </a:cubicBezTo>
                <a:cubicBezTo>
                  <a:pt x="87" y="91"/>
                  <a:pt x="79" y="104"/>
                  <a:pt x="66" y="112"/>
                </a:cubicBezTo>
                <a:cubicBezTo>
                  <a:pt x="52" y="121"/>
                  <a:pt x="29" y="115"/>
                  <a:pt x="18" y="128"/>
                </a:cubicBezTo>
                <a:cubicBezTo>
                  <a:pt x="0" y="148"/>
                  <a:pt x="9" y="182"/>
                  <a:pt x="2" y="208"/>
                </a:cubicBezTo>
                <a:cubicBezTo>
                  <a:pt x="21" y="397"/>
                  <a:pt x="117" y="469"/>
                  <a:pt x="282" y="552"/>
                </a:cubicBezTo>
                <a:cubicBezTo>
                  <a:pt x="330" y="576"/>
                  <a:pt x="377" y="635"/>
                  <a:pt x="426" y="648"/>
                </a:cubicBezTo>
                <a:cubicBezTo>
                  <a:pt x="507" y="670"/>
                  <a:pt x="599" y="664"/>
                  <a:pt x="682" y="672"/>
                </a:cubicBezTo>
                <a:cubicBezTo>
                  <a:pt x="695" y="667"/>
                  <a:pt x="714" y="668"/>
                  <a:pt x="722" y="656"/>
                </a:cubicBezTo>
                <a:cubicBezTo>
                  <a:pt x="734" y="639"/>
                  <a:pt x="740" y="568"/>
                  <a:pt x="746" y="544"/>
                </a:cubicBezTo>
                <a:cubicBezTo>
                  <a:pt x="757" y="501"/>
                  <a:pt x="781" y="480"/>
                  <a:pt x="794" y="440"/>
                </a:cubicBezTo>
                <a:cubicBezTo>
                  <a:pt x="801" y="419"/>
                  <a:pt x="802" y="396"/>
                  <a:pt x="810" y="376"/>
                </a:cubicBezTo>
                <a:cubicBezTo>
                  <a:pt x="827" y="336"/>
                  <a:pt x="860" y="307"/>
                  <a:pt x="874" y="264"/>
                </a:cubicBezTo>
                <a:cubicBezTo>
                  <a:pt x="870" y="235"/>
                  <a:pt x="869" y="183"/>
                  <a:pt x="842" y="160"/>
                </a:cubicBezTo>
                <a:cubicBezTo>
                  <a:pt x="817" y="139"/>
                  <a:pt x="783" y="134"/>
                  <a:pt x="754" y="120"/>
                </a:cubicBezTo>
                <a:cubicBezTo>
                  <a:pt x="726" y="106"/>
                  <a:pt x="708" y="81"/>
                  <a:pt x="682" y="64"/>
                </a:cubicBezTo>
                <a:cubicBezTo>
                  <a:pt x="658" y="29"/>
                  <a:pt x="619" y="10"/>
                  <a:pt x="578" y="0"/>
                </a:cubicBezTo>
                <a:close/>
              </a:path>
            </a:pathLst>
          </a:custGeom>
          <a:solidFill>
            <a:srgbClr val="660066">
              <a:alpha val="50195"/>
            </a:srgbClr>
          </a:solidFill>
          <a:ln w="9525">
            <a:noFill/>
            <a:round/>
            <a:headEnd/>
            <a:tailEnd/>
          </a:ln>
        </p:spPr>
        <p:txBody>
          <a:bodyPr wrap="none" anchor="ctr"/>
          <a:lstStyle/>
          <a:p>
            <a:endParaRPr lang="zh-CN" altLang="en-US"/>
          </a:p>
        </p:txBody>
      </p:sp>
      <p:sp>
        <p:nvSpPr>
          <p:cNvPr id="42004" name="Arc 20"/>
          <p:cNvSpPr>
            <a:spLocks/>
          </p:cNvSpPr>
          <p:nvPr/>
        </p:nvSpPr>
        <p:spPr bwMode="auto">
          <a:xfrm flipV="1">
            <a:off x="5365750" y="1758950"/>
            <a:ext cx="2878138" cy="1144588"/>
          </a:xfrm>
          <a:custGeom>
            <a:avLst/>
            <a:gdLst>
              <a:gd name="T0" fmla="*/ 0 w 20496"/>
              <a:gd name="T1" fmla="*/ 0 h 21600"/>
              <a:gd name="T2" fmla="*/ 2147483647 w 20496"/>
              <a:gd name="T3" fmla="*/ 2147483647 h 21600"/>
              <a:gd name="T4" fmla="*/ 0 w 20496"/>
              <a:gd name="T5" fmla="*/ 2147483647 h 21600"/>
              <a:gd name="T6" fmla="*/ 0 60000 65536"/>
              <a:gd name="T7" fmla="*/ 0 60000 65536"/>
              <a:gd name="T8" fmla="*/ 0 60000 65536"/>
              <a:gd name="T9" fmla="*/ 0 w 20496"/>
              <a:gd name="T10" fmla="*/ 0 h 21600"/>
              <a:gd name="T11" fmla="*/ 20496 w 20496"/>
              <a:gd name="T12" fmla="*/ 21600 h 21600"/>
            </a:gdLst>
            <a:ahLst/>
            <a:cxnLst>
              <a:cxn ang="T6">
                <a:pos x="T0" y="T1"/>
              </a:cxn>
              <a:cxn ang="T7">
                <a:pos x="T2" y="T3"/>
              </a:cxn>
              <a:cxn ang="T8">
                <a:pos x="T4" y="T5"/>
              </a:cxn>
            </a:cxnLst>
            <a:rect l="T9" t="T10" r="T11" b="T12"/>
            <a:pathLst>
              <a:path w="20496" h="21600" fill="none" extrusionOk="0">
                <a:moveTo>
                  <a:pt x="-1" y="0"/>
                </a:moveTo>
                <a:cubicBezTo>
                  <a:pt x="9302" y="0"/>
                  <a:pt x="17560" y="5956"/>
                  <a:pt x="20496" y="14783"/>
                </a:cubicBezTo>
              </a:path>
              <a:path w="20496" h="21600" stroke="0" extrusionOk="0">
                <a:moveTo>
                  <a:pt x="-1" y="0"/>
                </a:moveTo>
                <a:cubicBezTo>
                  <a:pt x="9302" y="0"/>
                  <a:pt x="17560" y="5956"/>
                  <a:pt x="20496" y="14783"/>
                </a:cubicBezTo>
                <a:lnTo>
                  <a:pt x="0" y="21600"/>
                </a:lnTo>
                <a:close/>
              </a:path>
            </a:pathLst>
          </a:custGeom>
          <a:noFill/>
          <a:ln w="38100">
            <a:solidFill>
              <a:schemeClr val="hlink"/>
            </a:solidFill>
            <a:prstDash val="dash"/>
            <a:round/>
            <a:headEnd/>
            <a:tailEnd/>
          </a:ln>
        </p:spPr>
        <p:txBody>
          <a:bodyPr wrap="none" anchor="ctr"/>
          <a:lstStyle/>
          <a:p>
            <a:endParaRPr lang="zh-CN" altLang="en-US"/>
          </a:p>
        </p:txBody>
      </p:sp>
      <p:sp>
        <p:nvSpPr>
          <p:cNvPr id="42005" name="Rectangle 21"/>
          <p:cNvSpPr>
            <a:spLocks noChangeArrowheads="1"/>
          </p:cNvSpPr>
          <p:nvPr/>
        </p:nvSpPr>
        <p:spPr bwMode="auto">
          <a:xfrm>
            <a:off x="6013450" y="3619500"/>
            <a:ext cx="336550" cy="457200"/>
          </a:xfrm>
          <a:prstGeom prst="rect">
            <a:avLst/>
          </a:prstGeom>
          <a:noFill/>
          <a:ln w="9525">
            <a:noFill/>
            <a:miter lim="800000"/>
            <a:headEnd/>
            <a:tailEnd/>
          </a:ln>
        </p:spPr>
        <p:txBody>
          <a:bodyPr wrap="none">
            <a:spAutoFit/>
          </a:bodyPr>
          <a:lstStyle/>
          <a:p>
            <a:pPr algn="ctr"/>
            <a:r>
              <a:rPr kumimoji="1" lang="en-US" altLang="zh-CN" sz="2400" i="1">
                <a:solidFill>
                  <a:schemeClr val="accent2"/>
                </a:solidFill>
                <a:latin typeface="Times New Roman" pitchFamily="18" charset="0"/>
                <a:ea typeface="楷体_GB2312" pitchFamily="49" charset="-122"/>
              </a:rPr>
              <a:t>x</a:t>
            </a:r>
            <a:endParaRPr kumimoji="1" lang="en-US" altLang="zh-CN" sz="2400">
              <a:solidFill>
                <a:schemeClr val="accent2"/>
              </a:solidFill>
              <a:latin typeface="Times New Roman" pitchFamily="18" charset="0"/>
              <a:ea typeface="楷体_GB2312" pitchFamily="49" charset="-122"/>
            </a:endParaRPr>
          </a:p>
        </p:txBody>
      </p:sp>
      <p:sp>
        <p:nvSpPr>
          <p:cNvPr id="42006" name="Rectangle 22"/>
          <p:cNvSpPr>
            <a:spLocks noChangeArrowheads="1"/>
          </p:cNvSpPr>
          <p:nvPr/>
        </p:nvSpPr>
        <p:spPr bwMode="auto">
          <a:xfrm>
            <a:off x="8234363" y="2586038"/>
            <a:ext cx="319087" cy="457200"/>
          </a:xfrm>
          <a:prstGeom prst="rect">
            <a:avLst/>
          </a:prstGeom>
          <a:noFill/>
          <a:ln w="9525">
            <a:noFill/>
            <a:miter lim="800000"/>
            <a:headEnd/>
            <a:tailEnd/>
          </a:ln>
        </p:spPr>
        <p:txBody>
          <a:bodyPr wrap="none">
            <a:spAutoFit/>
          </a:bodyPr>
          <a:lstStyle/>
          <a:p>
            <a:pPr algn="ctr"/>
            <a:r>
              <a:rPr kumimoji="1" lang="en-US" altLang="zh-CN" sz="2400" i="1">
                <a:solidFill>
                  <a:schemeClr val="accent2"/>
                </a:solidFill>
                <a:latin typeface="Times New Roman" pitchFamily="18" charset="0"/>
                <a:ea typeface="楷体_GB2312" pitchFamily="49" charset="-122"/>
              </a:rPr>
              <a:t>y</a:t>
            </a:r>
            <a:endParaRPr kumimoji="1" lang="en-US" altLang="zh-CN" sz="2400">
              <a:solidFill>
                <a:schemeClr val="accent2"/>
              </a:solidFill>
              <a:latin typeface="Times New Roman" pitchFamily="18" charset="0"/>
              <a:ea typeface="楷体_GB2312" pitchFamily="49" charset="-122"/>
            </a:endParaRPr>
          </a:p>
        </p:txBody>
      </p:sp>
      <p:sp>
        <p:nvSpPr>
          <p:cNvPr id="42007" name="Rectangle 23"/>
          <p:cNvSpPr>
            <a:spLocks noChangeArrowheads="1"/>
          </p:cNvSpPr>
          <p:nvPr/>
        </p:nvSpPr>
        <p:spPr bwMode="auto">
          <a:xfrm>
            <a:off x="6089650" y="1519238"/>
            <a:ext cx="303213" cy="457200"/>
          </a:xfrm>
          <a:prstGeom prst="rect">
            <a:avLst/>
          </a:prstGeom>
          <a:noFill/>
          <a:ln w="9525">
            <a:noFill/>
            <a:miter lim="800000"/>
            <a:headEnd/>
            <a:tailEnd/>
          </a:ln>
        </p:spPr>
        <p:txBody>
          <a:bodyPr wrap="none">
            <a:spAutoFit/>
          </a:bodyPr>
          <a:lstStyle/>
          <a:p>
            <a:pPr algn="ctr"/>
            <a:r>
              <a:rPr kumimoji="1" lang="en-US" altLang="zh-CN" sz="2400" i="1">
                <a:solidFill>
                  <a:schemeClr val="accent2"/>
                </a:solidFill>
                <a:latin typeface="Times New Roman" pitchFamily="18" charset="0"/>
                <a:ea typeface="楷体_GB2312" pitchFamily="49" charset="-122"/>
              </a:rPr>
              <a:t>z</a:t>
            </a:r>
            <a:endParaRPr kumimoji="1" lang="en-US" altLang="zh-CN" sz="2400">
              <a:solidFill>
                <a:schemeClr val="accent2"/>
              </a:solidFill>
              <a:latin typeface="Times New Roman" pitchFamily="18" charset="0"/>
              <a:ea typeface="楷体_GB2312" pitchFamily="49" charset="-122"/>
            </a:endParaRPr>
          </a:p>
        </p:txBody>
      </p:sp>
      <p:sp>
        <p:nvSpPr>
          <p:cNvPr id="42008" name="Rectangle 24"/>
          <p:cNvSpPr>
            <a:spLocks noChangeArrowheads="1"/>
          </p:cNvSpPr>
          <p:nvPr/>
        </p:nvSpPr>
        <p:spPr bwMode="auto">
          <a:xfrm>
            <a:off x="6208713" y="2827338"/>
            <a:ext cx="404812" cy="457200"/>
          </a:xfrm>
          <a:prstGeom prst="rect">
            <a:avLst/>
          </a:prstGeom>
          <a:noFill/>
          <a:ln w="9525">
            <a:noFill/>
            <a:miter lim="800000"/>
            <a:headEnd/>
            <a:tailEnd/>
          </a:ln>
        </p:spPr>
        <p:txBody>
          <a:bodyPr wrap="none">
            <a:spAutoFit/>
          </a:bodyPr>
          <a:lstStyle/>
          <a:p>
            <a:pPr algn="ctr"/>
            <a:r>
              <a:rPr kumimoji="1" lang="en-US" altLang="zh-CN" sz="2400" i="1">
                <a:solidFill>
                  <a:schemeClr val="accent2"/>
                </a:solidFill>
                <a:latin typeface="Times New Roman" pitchFamily="18" charset="0"/>
                <a:ea typeface="楷体_GB2312" pitchFamily="49" charset="-122"/>
              </a:rPr>
              <a:t>O</a:t>
            </a:r>
          </a:p>
        </p:txBody>
      </p:sp>
      <p:sp>
        <p:nvSpPr>
          <p:cNvPr id="42009" name="Rectangle 25"/>
          <p:cNvSpPr>
            <a:spLocks noChangeArrowheads="1"/>
          </p:cNvSpPr>
          <p:nvPr/>
        </p:nvSpPr>
        <p:spPr bwMode="auto">
          <a:xfrm>
            <a:off x="7945438" y="1484313"/>
            <a:ext cx="369887" cy="457200"/>
          </a:xfrm>
          <a:prstGeom prst="rect">
            <a:avLst/>
          </a:prstGeom>
          <a:noFill/>
          <a:ln w="9525">
            <a:noFill/>
            <a:miter lim="800000"/>
            <a:headEnd/>
            <a:tailEnd/>
          </a:ln>
        </p:spPr>
        <p:txBody>
          <a:bodyPr wrap="none">
            <a:spAutoFit/>
          </a:bodyPr>
          <a:lstStyle/>
          <a:p>
            <a:pPr algn="ctr"/>
            <a:r>
              <a:rPr kumimoji="1" lang="en-US" altLang="zh-CN" sz="2400" i="1">
                <a:solidFill>
                  <a:srgbClr val="FF0000"/>
                </a:solidFill>
                <a:latin typeface="Times New Roman" pitchFamily="18" charset="0"/>
                <a:ea typeface="楷体_GB2312" pitchFamily="49" charset="-122"/>
              </a:rPr>
              <a:t>P</a:t>
            </a:r>
            <a:endParaRPr kumimoji="1" lang="en-US" altLang="zh-CN" sz="2400">
              <a:solidFill>
                <a:srgbClr val="FF0000"/>
              </a:solidFill>
              <a:latin typeface="Times New Roman" pitchFamily="18" charset="0"/>
              <a:ea typeface="楷体_GB2312" pitchFamily="49" charset="-122"/>
            </a:endParaRPr>
          </a:p>
        </p:txBody>
      </p:sp>
      <p:sp>
        <p:nvSpPr>
          <p:cNvPr id="42010" name="Rectangle 26"/>
          <p:cNvSpPr>
            <a:spLocks noChangeArrowheads="1"/>
          </p:cNvSpPr>
          <p:nvPr/>
        </p:nvSpPr>
        <p:spPr bwMode="auto">
          <a:xfrm>
            <a:off x="6084888" y="3271838"/>
            <a:ext cx="2305050" cy="396875"/>
          </a:xfrm>
          <a:prstGeom prst="rect">
            <a:avLst/>
          </a:prstGeom>
          <a:noFill/>
          <a:ln w="9525">
            <a:noFill/>
            <a:miter lim="800000"/>
            <a:headEnd/>
            <a:tailEnd/>
          </a:ln>
        </p:spPr>
        <p:txBody>
          <a:bodyPr>
            <a:spAutoFit/>
          </a:bodyPr>
          <a:lstStyle/>
          <a:p>
            <a:pPr algn="ctr"/>
            <a:r>
              <a:rPr kumimoji="1" lang="zh-CN" altLang="en-US" sz="2000">
                <a:solidFill>
                  <a:schemeClr val="accent2"/>
                </a:solidFill>
                <a:latin typeface="Times New Roman" pitchFamily="18" charset="0"/>
                <a:ea typeface="楷体_GB2312" pitchFamily="49" charset="-122"/>
              </a:rPr>
              <a:t>参照物</a:t>
            </a:r>
            <a:r>
              <a:rPr kumimoji="1" lang="en-US" altLang="zh-CN" sz="2000">
                <a:solidFill>
                  <a:schemeClr val="accent2"/>
                </a:solidFill>
                <a:latin typeface="Times New Roman" pitchFamily="18" charset="0"/>
                <a:ea typeface="楷体_GB2312" pitchFamily="49" charset="-122"/>
              </a:rPr>
              <a:t>(</a:t>
            </a:r>
            <a:r>
              <a:rPr kumimoji="1" lang="zh-CN" altLang="en-US" sz="2000">
                <a:solidFill>
                  <a:schemeClr val="accent2"/>
                </a:solidFill>
                <a:latin typeface="Times New Roman" pitchFamily="18" charset="0"/>
                <a:ea typeface="楷体_GB2312" pitchFamily="49" charset="-122"/>
              </a:rPr>
              <a:t>参考系</a:t>
            </a:r>
            <a:r>
              <a:rPr kumimoji="1" lang="en-US" altLang="zh-CN" sz="2000">
                <a:solidFill>
                  <a:schemeClr val="accent2"/>
                </a:solidFill>
                <a:latin typeface="Times New Roman" pitchFamily="18" charset="0"/>
                <a:ea typeface="楷体_GB2312" pitchFamily="49" charset="-122"/>
              </a:rPr>
              <a:t>)</a:t>
            </a:r>
          </a:p>
        </p:txBody>
      </p:sp>
      <p:sp>
        <p:nvSpPr>
          <p:cNvPr id="42011" name="Line 27"/>
          <p:cNvSpPr>
            <a:spLocks noChangeShapeType="1"/>
          </p:cNvSpPr>
          <p:nvPr/>
        </p:nvSpPr>
        <p:spPr bwMode="auto">
          <a:xfrm flipH="1">
            <a:off x="5784850" y="3119438"/>
            <a:ext cx="838200" cy="762000"/>
          </a:xfrm>
          <a:prstGeom prst="line">
            <a:avLst/>
          </a:prstGeom>
          <a:noFill/>
          <a:ln w="28575">
            <a:solidFill>
              <a:schemeClr val="accent2"/>
            </a:solidFill>
            <a:round/>
            <a:headEnd/>
            <a:tailEnd type="triangle" w="med" len="lg"/>
          </a:ln>
        </p:spPr>
        <p:txBody>
          <a:bodyPr wrap="none" anchor="ctr"/>
          <a:lstStyle/>
          <a:p>
            <a:endParaRPr lang="zh-CN" altLang="en-US"/>
          </a:p>
        </p:txBody>
      </p:sp>
      <p:sp>
        <p:nvSpPr>
          <p:cNvPr id="42012" name="Rectangle 28"/>
          <p:cNvSpPr>
            <a:spLocks noChangeArrowheads="1"/>
          </p:cNvSpPr>
          <p:nvPr/>
        </p:nvSpPr>
        <p:spPr bwMode="auto">
          <a:xfrm rot="-1680894">
            <a:off x="7767638" y="1630363"/>
            <a:ext cx="981075" cy="1006475"/>
          </a:xfrm>
          <a:prstGeom prst="rect">
            <a:avLst/>
          </a:prstGeom>
          <a:noFill/>
          <a:ln w="9525" algn="ctr">
            <a:noFill/>
            <a:miter lim="800000"/>
            <a:headEnd/>
            <a:tailEnd/>
          </a:ln>
        </p:spPr>
        <p:txBody>
          <a:bodyPr>
            <a:spAutoFit/>
          </a:bodyPr>
          <a:lstStyle/>
          <a:p>
            <a:r>
              <a:rPr kumimoji="1" lang="zh-CN" altLang="en-US" sz="6000">
                <a:solidFill>
                  <a:srgbClr val="FF0000"/>
                </a:solidFill>
                <a:sym typeface="Wingdings" pitchFamily="2" charset="2"/>
              </a:rPr>
              <a:t></a:t>
            </a:r>
          </a:p>
        </p:txBody>
      </p:sp>
      <p:sp>
        <p:nvSpPr>
          <p:cNvPr id="42014" name="Text Box 30"/>
          <p:cNvSpPr txBox="1">
            <a:spLocks noChangeArrowheads="1"/>
          </p:cNvSpPr>
          <p:nvPr/>
        </p:nvSpPr>
        <p:spPr bwMode="auto">
          <a:xfrm>
            <a:off x="250825" y="5021263"/>
            <a:ext cx="3182938" cy="479425"/>
          </a:xfrm>
          <a:prstGeom prst="rect">
            <a:avLst/>
          </a:prstGeom>
          <a:noFill/>
          <a:ln w="9525">
            <a:noFill/>
            <a:miter lim="800000"/>
            <a:headEnd/>
            <a:tailEnd/>
          </a:ln>
        </p:spPr>
        <p:txBody>
          <a:bodyPr>
            <a:spAutoFit/>
          </a:bodyPr>
          <a:lstStyle/>
          <a:p>
            <a:pPr algn="just">
              <a:lnSpc>
                <a:spcPct val="115000"/>
              </a:lnSpc>
            </a:pPr>
            <a:r>
              <a:rPr kumimoji="1" lang="en-US" altLang="zh-CN" sz="2400">
                <a:latin typeface="Times New Roman" pitchFamily="18" charset="0"/>
              </a:rPr>
              <a:t>(3) </a:t>
            </a:r>
            <a:r>
              <a:rPr kumimoji="1" lang="zh-CN" altLang="en-US" sz="2400">
                <a:latin typeface="Times New Roman" pitchFamily="18" charset="0"/>
              </a:rPr>
              <a:t>常用坐标系</a:t>
            </a:r>
          </a:p>
        </p:txBody>
      </p:sp>
      <p:sp>
        <p:nvSpPr>
          <p:cNvPr id="42015" name="Text Box 31"/>
          <p:cNvSpPr txBox="1">
            <a:spLocks noChangeArrowheads="1"/>
          </p:cNvSpPr>
          <p:nvPr/>
        </p:nvSpPr>
        <p:spPr bwMode="auto">
          <a:xfrm>
            <a:off x="1116013" y="5522913"/>
            <a:ext cx="7543800" cy="479425"/>
          </a:xfrm>
          <a:prstGeom prst="rect">
            <a:avLst/>
          </a:prstGeom>
          <a:noFill/>
          <a:ln w="9525">
            <a:noFill/>
            <a:miter lim="800000"/>
            <a:headEnd/>
            <a:tailEnd/>
          </a:ln>
        </p:spPr>
        <p:txBody>
          <a:bodyPr>
            <a:spAutoFit/>
          </a:bodyPr>
          <a:lstStyle/>
          <a:p>
            <a:pPr>
              <a:lnSpc>
                <a:spcPct val="115000"/>
              </a:lnSpc>
            </a:pPr>
            <a:r>
              <a:rPr kumimoji="1" lang="zh-CN" altLang="en-US" sz="2400">
                <a:latin typeface="Times New Roman" pitchFamily="18" charset="0"/>
              </a:rPr>
              <a:t>直角坐标系</a:t>
            </a:r>
            <a:r>
              <a:rPr kumimoji="1" lang="zh-CN" altLang="en-US" sz="2400">
                <a:solidFill>
                  <a:srgbClr val="FF6600"/>
                </a:solidFill>
                <a:latin typeface="Times New Roman" pitchFamily="18" charset="0"/>
              </a:rPr>
              <a:t>（ </a:t>
            </a:r>
            <a:r>
              <a:rPr kumimoji="1" lang="en-US" altLang="zh-CN" sz="2400" i="1">
                <a:solidFill>
                  <a:srgbClr val="FF6600"/>
                </a:solidFill>
                <a:latin typeface="Times New Roman" pitchFamily="18" charset="0"/>
              </a:rPr>
              <a:t>x , y , z</a:t>
            </a:r>
            <a:r>
              <a:rPr kumimoji="1" lang="en-US" altLang="zh-CN" sz="2400">
                <a:solidFill>
                  <a:srgbClr val="FF6600"/>
                </a:solidFill>
                <a:latin typeface="Times New Roman" pitchFamily="18" charset="0"/>
              </a:rPr>
              <a:t> </a:t>
            </a:r>
            <a:r>
              <a:rPr kumimoji="1" lang="zh-CN" altLang="en-US" sz="2400">
                <a:solidFill>
                  <a:srgbClr val="FF6600"/>
                </a:solidFill>
                <a:latin typeface="Times New Roman" pitchFamily="18" charset="0"/>
              </a:rPr>
              <a:t>）</a:t>
            </a:r>
            <a:r>
              <a:rPr kumimoji="1" lang="zh-CN" altLang="en-US" sz="2400">
                <a:latin typeface="Times New Roman" pitchFamily="18" charset="0"/>
              </a:rPr>
              <a:t>   球坐标系</a:t>
            </a:r>
            <a:r>
              <a:rPr kumimoji="1" lang="zh-CN" altLang="en-US" sz="2400">
                <a:solidFill>
                  <a:srgbClr val="FF6600"/>
                </a:solidFill>
                <a:latin typeface="Times New Roman" pitchFamily="18" charset="0"/>
              </a:rPr>
              <a:t>（ </a:t>
            </a:r>
            <a:r>
              <a:rPr kumimoji="1" lang="en-US" altLang="zh-CN" sz="2400" i="1">
                <a:solidFill>
                  <a:srgbClr val="FF6600"/>
                </a:solidFill>
                <a:latin typeface="Times New Roman" pitchFamily="18" charset="0"/>
              </a:rPr>
              <a:t>r</a:t>
            </a:r>
            <a:r>
              <a:rPr kumimoji="1" lang="en-US" altLang="zh-CN" sz="2400">
                <a:solidFill>
                  <a:srgbClr val="FF6600"/>
                </a:solidFill>
                <a:latin typeface="Times New Roman" pitchFamily="18" charset="0"/>
              </a:rPr>
              <a:t>,</a:t>
            </a:r>
            <a:r>
              <a:rPr kumimoji="1" lang="en-US" altLang="zh-CN" sz="2400" i="1">
                <a:solidFill>
                  <a:srgbClr val="FF6600"/>
                </a:solidFill>
                <a:latin typeface="Times New Roman" pitchFamily="18" charset="0"/>
              </a:rPr>
              <a:t>θ</a:t>
            </a:r>
            <a:r>
              <a:rPr kumimoji="1" lang="en-US" altLang="zh-CN" sz="2400">
                <a:solidFill>
                  <a:srgbClr val="FF6600"/>
                </a:solidFill>
                <a:latin typeface="Times New Roman" pitchFamily="18" charset="0"/>
              </a:rPr>
              <a:t>, </a:t>
            </a:r>
            <a:r>
              <a:rPr kumimoji="1" lang="en-US" altLang="zh-CN" sz="2400" i="1">
                <a:solidFill>
                  <a:srgbClr val="FF6600"/>
                </a:solidFill>
                <a:latin typeface="Times New Roman" pitchFamily="18" charset="0"/>
                <a:sym typeface="Symbol" pitchFamily="18" charset="2"/>
              </a:rPr>
              <a:t></a:t>
            </a:r>
            <a:r>
              <a:rPr kumimoji="1" lang="en-US" altLang="zh-CN" sz="2400" i="1">
                <a:solidFill>
                  <a:srgbClr val="FF6600"/>
                </a:solidFill>
                <a:latin typeface="Times New Roman" pitchFamily="18" charset="0"/>
              </a:rPr>
              <a:t> </a:t>
            </a:r>
            <a:r>
              <a:rPr kumimoji="1" lang="zh-CN" altLang="en-US" sz="2400">
                <a:solidFill>
                  <a:srgbClr val="FF6600"/>
                </a:solidFill>
                <a:latin typeface="Times New Roman" pitchFamily="18" charset="0"/>
              </a:rPr>
              <a:t>）</a:t>
            </a:r>
          </a:p>
        </p:txBody>
      </p:sp>
      <p:sp>
        <p:nvSpPr>
          <p:cNvPr id="42016" name="Text Box 32"/>
          <p:cNvSpPr txBox="1">
            <a:spLocks noChangeArrowheads="1"/>
          </p:cNvSpPr>
          <p:nvPr/>
        </p:nvSpPr>
        <p:spPr bwMode="auto">
          <a:xfrm>
            <a:off x="1150938" y="5994400"/>
            <a:ext cx="6934200" cy="479425"/>
          </a:xfrm>
          <a:prstGeom prst="rect">
            <a:avLst/>
          </a:prstGeom>
          <a:noFill/>
          <a:ln w="9525">
            <a:noFill/>
            <a:miter lim="800000"/>
            <a:headEnd/>
            <a:tailEnd/>
          </a:ln>
        </p:spPr>
        <p:txBody>
          <a:bodyPr>
            <a:spAutoFit/>
          </a:bodyPr>
          <a:lstStyle/>
          <a:p>
            <a:pPr>
              <a:lnSpc>
                <a:spcPct val="115000"/>
              </a:lnSpc>
            </a:pPr>
            <a:r>
              <a:rPr kumimoji="1" lang="zh-CN" altLang="en-US" sz="2400">
                <a:latin typeface="Times New Roman" pitchFamily="18" charset="0"/>
              </a:rPr>
              <a:t>柱坐标系</a:t>
            </a:r>
            <a:r>
              <a:rPr kumimoji="1" lang="zh-CN" altLang="en-US" sz="2400">
                <a:solidFill>
                  <a:srgbClr val="FF6600"/>
                </a:solidFill>
                <a:latin typeface="Times New Roman" pitchFamily="18" charset="0"/>
              </a:rPr>
              <a:t>（</a:t>
            </a:r>
            <a:r>
              <a:rPr kumimoji="1" lang="zh-CN" altLang="en-US" sz="2400" i="1">
                <a:solidFill>
                  <a:srgbClr val="FF6600"/>
                </a:solidFill>
                <a:latin typeface="Times New Roman" pitchFamily="18" charset="0"/>
                <a:sym typeface="Symbol" pitchFamily="18" charset="2"/>
              </a:rPr>
              <a:t> </a:t>
            </a:r>
            <a:r>
              <a:rPr kumimoji="1" lang="en-US" altLang="zh-CN" sz="2400" i="1">
                <a:solidFill>
                  <a:srgbClr val="FF6600"/>
                </a:solidFill>
                <a:latin typeface="Times New Roman" pitchFamily="18" charset="0"/>
              </a:rPr>
              <a:t>, </a:t>
            </a:r>
            <a:r>
              <a:rPr kumimoji="1" lang="en-US" altLang="zh-CN" sz="2400" i="1">
                <a:solidFill>
                  <a:srgbClr val="FF6600"/>
                </a:solidFill>
                <a:latin typeface="Times New Roman" pitchFamily="18" charset="0"/>
                <a:sym typeface="Symbol" pitchFamily="18" charset="2"/>
              </a:rPr>
              <a:t>  </a:t>
            </a:r>
            <a:r>
              <a:rPr kumimoji="1" lang="en-US" altLang="zh-CN" sz="2400" i="1">
                <a:solidFill>
                  <a:srgbClr val="FF6600"/>
                </a:solidFill>
                <a:latin typeface="Times New Roman" pitchFamily="18" charset="0"/>
              </a:rPr>
              <a:t>, z </a:t>
            </a:r>
            <a:r>
              <a:rPr kumimoji="1" lang="zh-CN" altLang="en-US" sz="2400">
                <a:solidFill>
                  <a:srgbClr val="FF6600"/>
                </a:solidFill>
                <a:latin typeface="Times New Roman" pitchFamily="18" charset="0"/>
              </a:rPr>
              <a:t>）</a:t>
            </a:r>
            <a:r>
              <a:rPr kumimoji="1" lang="zh-CN" altLang="en-US" sz="2400">
                <a:latin typeface="Times New Roman" pitchFamily="18" charset="0"/>
              </a:rPr>
              <a:t>      自然坐标系 </a:t>
            </a:r>
            <a:r>
              <a:rPr kumimoji="1" lang="en-US" altLang="zh-CN" sz="2400">
                <a:solidFill>
                  <a:srgbClr val="FF6600"/>
                </a:solidFill>
                <a:latin typeface="Times New Roman" pitchFamily="18" charset="0"/>
              </a:rPr>
              <a:t>(</a:t>
            </a:r>
            <a:r>
              <a:rPr kumimoji="1" lang="en-US" altLang="zh-CN" sz="2400" i="1">
                <a:solidFill>
                  <a:srgbClr val="FF6600"/>
                </a:solidFill>
                <a:latin typeface="Times New Roman" pitchFamily="18" charset="0"/>
              </a:rPr>
              <a:t> s</a:t>
            </a:r>
            <a:r>
              <a:rPr kumimoji="1" lang="en-US" altLang="zh-CN" sz="2400">
                <a:solidFill>
                  <a:srgbClr val="FF6600"/>
                </a:solidFill>
                <a:latin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41987"/>
                                        </p:tgtEl>
                                        <p:attrNameLst>
                                          <p:attrName>style.visibility</p:attrName>
                                        </p:attrNameLst>
                                      </p:cBhvr>
                                      <p:to>
                                        <p:strVal val="visible"/>
                                      </p:to>
                                    </p:set>
                                    <p:anim calcmode="lin" valueType="num">
                                      <p:cBhvr>
                                        <p:cTn id="7" dur="500" fill="hold"/>
                                        <p:tgtEl>
                                          <p:spTgt spid="41987"/>
                                        </p:tgtEl>
                                        <p:attrNameLst>
                                          <p:attrName>ppt_w</p:attrName>
                                        </p:attrNameLst>
                                      </p:cBhvr>
                                      <p:tavLst>
                                        <p:tav tm="0">
                                          <p:val>
                                            <p:fltVal val="0"/>
                                          </p:val>
                                        </p:tav>
                                        <p:tav tm="100000">
                                          <p:val>
                                            <p:strVal val="#ppt_w"/>
                                          </p:val>
                                        </p:tav>
                                      </p:tavLst>
                                    </p:anim>
                                    <p:anim calcmode="lin" valueType="num">
                                      <p:cBhvr>
                                        <p:cTn id="8" dur="500" fill="hold"/>
                                        <p:tgtEl>
                                          <p:spTgt spid="41987"/>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41986"/>
                                        </p:tgtEl>
                                        <p:attrNameLst>
                                          <p:attrName>style.visibility</p:attrName>
                                        </p:attrNameLst>
                                      </p:cBhvr>
                                      <p:to>
                                        <p:strVal val="visible"/>
                                      </p:to>
                                    </p:set>
                                    <p:anim calcmode="lin" valueType="num">
                                      <p:cBhvr>
                                        <p:cTn id="13" dur="500" fill="hold"/>
                                        <p:tgtEl>
                                          <p:spTgt spid="41986"/>
                                        </p:tgtEl>
                                        <p:attrNameLst>
                                          <p:attrName>ppt_w</p:attrName>
                                        </p:attrNameLst>
                                      </p:cBhvr>
                                      <p:tavLst>
                                        <p:tav tm="0">
                                          <p:val>
                                            <p:fltVal val="0"/>
                                          </p:val>
                                        </p:tav>
                                        <p:tav tm="100000">
                                          <p:val>
                                            <p:strVal val="#ppt_w"/>
                                          </p:val>
                                        </p:tav>
                                      </p:tavLst>
                                    </p:anim>
                                    <p:anim calcmode="lin" valueType="num">
                                      <p:cBhvr>
                                        <p:cTn id="14" dur="500" fill="hold"/>
                                        <p:tgtEl>
                                          <p:spTgt spid="41986"/>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41997"/>
                                        </p:tgtEl>
                                        <p:attrNameLst>
                                          <p:attrName>style.visibility</p:attrName>
                                        </p:attrNameLst>
                                      </p:cBhvr>
                                      <p:to>
                                        <p:strVal val="visible"/>
                                      </p:to>
                                    </p:set>
                                    <p:animEffect transition="in" filter="box(in)">
                                      <p:cBhvr>
                                        <p:cTn id="19" dur="500"/>
                                        <p:tgtEl>
                                          <p:spTgt spid="41997"/>
                                        </p:tgtEl>
                                      </p:cBhvr>
                                    </p:animEffect>
                                  </p:childTnLst>
                                  <p:subTnLst>
                                    <p:audio>
                                      <p:cMediaNode mute="1">
                                        <p:cTn display="0" masterRel="sameClick">
                                          <p:stCondLst>
                                            <p:cond evt="begin" delay="0">
                                              <p:tn val="17"/>
                                            </p:cond>
                                          </p:stCondLst>
                                          <p:endCondLst>
                                            <p:cond evt="onStopAudio" delay="0">
                                              <p:tgtEl>
                                                <p:sldTgt/>
                                              </p:tgtEl>
                                            </p:cond>
                                          </p:endCondLst>
                                        </p:cTn>
                                        <p:tgtEl>
                                          <p:sndTgt r:embed="rId2" name="camera.wav" builtIn="1"/>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41998"/>
                                        </p:tgtEl>
                                        <p:attrNameLst>
                                          <p:attrName>style.visibility</p:attrName>
                                        </p:attrNameLst>
                                      </p:cBhvr>
                                      <p:to>
                                        <p:strVal val="visible"/>
                                      </p:to>
                                    </p:set>
                                    <p:animEffect transition="in" filter="box(in)">
                                      <p:cBhvr>
                                        <p:cTn id="24" dur="500"/>
                                        <p:tgtEl>
                                          <p:spTgt spid="41998"/>
                                        </p:tgtEl>
                                      </p:cBhvr>
                                    </p:animEffect>
                                  </p:childTnLst>
                                  <p:subTnLst>
                                    <p:audio>
                                      <p:cMediaNode mute="1">
                                        <p:cTn display="0" masterRel="sameClick">
                                          <p:stCondLst>
                                            <p:cond evt="begin" delay="0">
                                              <p:tn val="22"/>
                                            </p:cond>
                                          </p:stCondLst>
                                          <p:endCondLst>
                                            <p:cond evt="onStopAudio" delay="0">
                                              <p:tgtEl>
                                                <p:sldTgt/>
                                              </p:tgtEl>
                                            </p:cond>
                                          </p:endCondLst>
                                        </p:cTn>
                                        <p:tgtEl>
                                          <p:sndTgt r:embed="rId2" name="camera.wav" builtIn="1"/>
                                        </p:tgtEl>
                                      </p:cMediaNode>
                                    </p:audio>
                                  </p:sub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42003"/>
                                        </p:tgtEl>
                                        <p:attrNameLst>
                                          <p:attrName>style.visibility</p:attrName>
                                        </p:attrNameLst>
                                      </p:cBhvr>
                                      <p:to>
                                        <p:strVal val="visible"/>
                                      </p:to>
                                    </p:set>
                                    <p:animEffect transition="in" filter="dissolve">
                                      <p:cBhvr>
                                        <p:cTn id="29" dur="500"/>
                                        <p:tgtEl>
                                          <p:spTgt spid="42003"/>
                                        </p:tgtEl>
                                      </p:cBhvr>
                                    </p:animEffect>
                                  </p:childTnLst>
                                </p:cTn>
                              </p:par>
                            </p:childTnLst>
                          </p:cTn>
                        </p:par>
                        <p:par>
                          <p:cTn id="30" fill="hold">
                            <p:stCondLst>
                              <p:cond delay="500"/>
                            </p:stCondLst>
                            <p:childTnLst>
                              <p:par>
                                <p:cTn id="31" presetID="22" presetClass="entr" presetSubtype="8" fill="hold" grpId="0" nodeType="afterEffect">
                                  <p:stCondLst>
                                    <p:cond delay="0"/>
                                  </p:stCondLst>
                                  <p:childTnLst>
                                    <p:set>
                                      <p:cBhvr>
                                        <p:cTn id="32" dur="1" fill="hold">
                                          <p:stCondLst>
                                            <p:cond delay="0"/>
                                          </p:stCondLst>
                                        </p:cTn>
                                        <p:tgtEl>
                                          <p:spTgt spid="42010"/>
                                        </p:tgtEl>
                                        <p:attrNameLst>
                                          <p:attrName>style.visibility</p:attrName>
                                        </p:attrNameLst>
                                      </p:cBhvr>
                                      <p:to>
                                        <p:strVal val="visible"/>
                                      </p:to>
                                    </p:set>
                                    <p:animEffect transition="in" filter="wipe(left)">
                                      <p:cBhvr>
                                        <p:cTn id="33" dur="500"/>
                                        <p:tgtEl>
                                          <p:spTgt spid="42010"/>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42012"/>
                                        </p:tgtEl>
                                        <p:attrNameLst>
                                          <p:attrName>style.visibility</p:attrName>
                                        </p:attrNameLst>
                                      </p:cBhvr>
                                      <p:to>
                                        <p:strVal val="visible"/>
                                      </p:to>
                                    </p:set>
                                  </p:childTnLst>
                                </p:cTn>
                              </p:par>
                              <p:par>
                                <p:cTn id="38" presetID="0" presetClass="path" presetSubtype="0" accel="50000" decel="50000" fill="hold" grpId="1" nodeType="withEffect">
                                  <p:stCondLst>
                                    <p:cond delay="0"/>
                                  </p:stCondLst>
                                  <p:childTnLst>
                                    <p:animMotion origin="layout" path="M -0.3092 0.10055 C -0.29166 0.10032 -0.27413 0.10032 -0.2493 0.09708 C -0.22447 0.09383 -0.18559 0.08758 -0.15972 0.08132 C -0.13385 0.07507 -0.11631 0.06881 -0.09357 0.05885 C -0.07083 0.04888 -0.03906 0.03058 -0.02343 0.02085 C -0.00781 0.01112 -0.00399 0.00556 -4.44444E-6 2.92864E-6 " pathEditMode="relative" rAng="0" ptsTypes="aaaaaA">
                                      <p:cBhvr>
                                        <p:cTn id="39" dur="3000" fill="hold"/>
                                        <p:tgtEl>
                                          <p:spTgt spid="42012"/>
                                        </p:tgtEl>
                                        <p:attrNameLst>
                                          <p:attrName>ppt_x</p:attrName>
                                          <p:attrName>ppt_y</p:attrName>
                                        </p:attrNameLst>
                                      </p:cBhvr>
                                      <p:rCtr x="155" y="-50"/>
                                    </p:animMotion>
                                  </p:childTnLst>
                                </p:cTn>
                              </p:par>
                            </p:childTnLst>
                          </p:cTn>
                        </p:par>
                        <p:par>
                          <p:cTn id="40" fill="hold">
                            <p:stCondLst>
                              <p:cond delay="3000"/>
                            </p:stCondLst>
                            <p:childTnLst>
                              <p:par>
                                <p:cTn id="41" presetID="22" presetClass="entr" presetSubtype="8" fill="hold" grpId="0" nodeType="afterEffect">
                                  <p:stCondLst>
                                    <p:cond delay="0"/>
                                  </p:stCondLst>
                                  <p:childTnLst>
                                    <p:set>
                                      <p:cBhvr>
                                        <p:cTn id="42" dur="1" fill="hold">
                                          <p:stCondLst>
                                            <p:cond delay="0"/>
                                          </p:stCondLst>
                                        </p:cTn>
                                        <p:tgtEl>
                                          <p:spTgt spid="42004"/>
                                        </p:tgtEl>
                                        <p:attrNameLst>
                                          <p:attrName>style.visibility</p:attrName>
                                        </p:attrNameLst>
                                      </p:cBhvr>
                                      <p:to>
                                        <p:strVal val="visible"/>
                                      </p:to>
                                    </p:set>
                                    <p:animEffect transition="in" filter="wipe(left)">
                                      <p:cBhvr>
                                        <p:cTn id="43" dur="500"/>
                                        <p:tgtEl>
                                          <p:spTgt spid="42004"/>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42008">
                                            <p:txEl>
                                              <p:pRg st="0" end="0"/>
                                            </p:txEl>
                                          </p:spTgt>
                                        </p:tgtEl>
                                        <p:attrNameLst>
                                          <p:attrName>style.visibility</p:attrName>
                                        </p:attrNameLst>
                                      </p:cBhvr>
                                      <p:to>
                                        <p:strVal val="visible"/>
                                      </p:to>
                                    </p:set>
                                    <p:animEffect transition="in" filter="dissolve">
                                      <p:cBhvr>
                                        <p:cTn id="48" dur="500"/>
                                        <p:tgtEl>
                                          <p:spTgt spid="42008">
                                            <p:txEl>
                                              <p:pRg st="0" end="0"/>
                                            </p:txEl>
                                          </p:spTgt>
                                        </p:tgtEl>
                                      </p:cBhvr>
                                    </p:animEffect>
                                  </p:childTnLst>
                                </p:cTn>
                              </p:par>
                            </p:childTnLst>
                          </p:cTn>
                        </p:par>
                        <p:par>
                          <p:cTn id="49" fill="hold">
                            <p:stCondLst>
                              <p:cond delay="500"/>
                            </p:stCondLst>
                            <p:childTnLst>
                              <p:par>
                                <p:cTn id="50" presetID="18" presetClass="entr" presetSubtype="12" fill="hold" grpId="0" nodeType="afterEffect">
                                  <p:stCondLst>
                                    <p:cond delay="0"/>
                                  </p:stCondLst>
                                  <p:childTnLst>
                                    <p:set>
                                      <p:cBhvr>
                                        <p:cTn id="51" dur="1" fill="hold">
                                          <p:stCondLst>
                                            <p:cond delay="0"/>
                                          </p:stCondLst>
                                        </p:cTn>
                                        <p:tgtEl>
                                          <p:spTgt spid="42011"/>
                                        </p:tgtEl>
                                        <p:attrNameLst>
                                          <p:attrName>style.visibility</p:attrName>
                                        </p:attrNameLst>
                                      </p:cBhvr>
                                      <p:to>
                                        <p:strVal val="visible"/>
                                      </p:to>
                                    </p:set>
                                    <p:animEffect transition="in" filter="strips(downLeft)">
                                      <p:cBhvr>
                                        <p:cTn id="52" dur="500"/>
                                        <p:tgtEl>
                                          <p:spTgt spid="42011"/>
                                        </p:tgtEl>
                                      </p:cBhvr>
                                    </p:animEffect>
                                  </p:childTnLst>
                                </p:cTn>
                              </p:par>
                            </p:childTnLst>
                          </p:cTn>
                        </p:par>
                        <p:par>
                          <p:cTn id="53" fill="hold">
                            <p:stCondLst>
                              <p:cond delay="1000"/>
                            </p:stCondLst>
                            <p:childTnLst>
                              <p:par>
                                <p:cTn id="54" presetID="9" presetClass="entr" presetSubtype="0" fill="hold" grpId="0" nodeType="afterEffect">
                                  <p:stCondLst>
                                    <p:cond delay="0"/>
                                  </p:stCondLst>
                                  <p:childTnLst>
                                    <p:set>
                                      <p:cBhvr>
                                        <p:cTn id="55" dur="1" fill="hold">
                                          <p:stCondLst>
                                            <p:cond delay="0"/>
                                          </p:stCondLst>
                                        </p:cTn>
                                        <p:tgtEl>
                                          <p:spTgt spid="42005">
                                            <p:txEl>
                                              <p:pRg st="0" end="0"/>
                                            </p:txEl>
                                          </p:spTgt>
                                        </p:tgtEl>
                                        <p:attrNameLst>
                                          <p:attrName>style.visibility</p:attrName>
                                        </p:attrNameLst>
                                      </p:cBhvr>
                                      <p:to>
                                        <p:strVal val="visible"/>
                                      </p:to>
                                    </p:set>
                                    <p:animEffect transition="in" filter="dissolve">
                                      <p:cBhvr>
                                        <p:cTn id="56" dur="500"/>
                                        <p:tgtEl>
                                          <p:spTgt spid="42005">
                                            <p:txEl>
                                              <p:pRg st="0" end="0"/>
                                            </p:txEl>
                                          </p:spTgt>
                                        </p:tgtEl>
                                      </p:cBhvr>
                                    </p:animEffect>
                                  </p:childTnLst>
                                </p:cTn>
                              </p:par>
                            </p:childTnLst>
                          </p:cTn>
                        </p:par>
                        <p:par>
                          <p:cTn id="57" fill="hold">
                            <p:stCondLst>
                              <p:cond delay="1500"/>
                            </p:stCondLst>
                            <p:childTnLst>
                              <p:par>
                                <p:cTn id="58" presetID="22" presetClass="entr" presetSubtype="8" fill="hold" grpId="0" nodeType="afterEffect">
                                  <p:stCondLst>
                                    <p:cond delay="0"/>
                                  </p:stCondLst>
                                  <p:childTnLst>
                                    <p:set>
                                      <p:cBhvr>
                                        <p:cTn id="59" dur="1" fill="hold">
                                          <p:stCondLst>
                                            <p:cond delay="0"/>
                                          </p:stCondLst>
                                        </p:cTn>
                                        <p:tgtEl>
                                          <p:spTgt spid="42002"/>
                                        </p:tgtEl>
                                        <p:attrNameLst>
                                          <p:attrName>style.visibility</p:attrName>
                                        </p:attrNameLst>
                                      </p:cBhvr>
                                      <p:to>
                                        <p:strVal val="visible"/>
                                      </p:to>
                                    </p:set>
                                    <p:animEffect transition="in" filter="wipe(left)">
                                      <p:cBhvr>
                                        <p:cTn id="60" dur="500"/>
                                        <p:tgtEl>
                                          <p:spTgt spid="42002"/>
                                        </p:tgtEl>
                                      </p:cBhvr>
                                    </p:animEffect>
                                  </p:childTnLst>
                                </p:cTn>
                              </p:par>
                            </p:childTnLst>
                          </p:cTn>
                        </p:par>
                        <p:par>
                          <p:cTn id="61" fill="hold">
                            <p:stCondLst>
                              <p:cond delay="2000"/>
                            </p:stCondLst>
                            <p:childTnLst>
                              <p:par>
                                <p:cTn id="62" presetID="9" presetClass="entr" presetSubtype="0" fill="hold" grpId="0" nodeType="afterEffect">
                                  <p:stCondLst>
                                    <p:cond delay="0"/>
                                  </p:stCondLst>
                                  <p:childTnLst>
                                    <p:set>
                                      <p:cBhvr>
                                        <p:cTn id="63" dur="1" fill="hold">
                                          <p:stCondLst>
                                            <p:cond delay="0"/>
                                          </p:stCondLst>
                                        </p:cTn>
                                        <p:tgtEl>
                                          <p:spTgt spid="42006">
                                            <p:txEl>
                                              <p:pRg st="0" end="0"/>
                                            </p:txEl>
                                          </p:spTgt>
                                        </p:tgtEl>
                                        <p:attrNameLst>
                                          <p:attrName>style.visibility</p:attrName>
                                        </p:attrNameLst>
                                      </p:cBhvr>
                                      <p:to>
                                        <p:strVal val="visible"/>
                                      </p:to>
                                    </p:set>
                                    <p:animEffect transition="in" filter="dissolve">
                                      <p:cBhvr>
                                        <p:cTn id="64" dur="500"/>
                                        <p:tgtEl>
                                          <p:spTgt spid="42006">
                                            <p:txEl>
                                              <p:pRg st="0" end="0"/>
                                            </p:txEl>
                                          </p:spTgt>
                                        </p:tgtEl>
                                      </p:cBhvr>
                                    </p:animEffect>
                                  </p:childTnLst>
                                </p:cTn>
                              </p:par>
                            </p:childTnLst>
                          </p:cTn>
                        </p:par>
                        <p:par>
                          <p:cTn id="65" fill="hold">
                            <p:stCondLst>
                              <p:cond delay="2500"/>
                            </p:stCondLst>
                            <p:childTnLst>
                              <p:par>
                                <p:cTn id="66" presetID="22" presetClass="entr" presetSubtype="4" fill="hold" grpId="0" nodeType="afterEffect">
                                  <p:stCondLst>
                                    <p:cond delay="0"/>
                                  </p:stCondLst>
                                  <p:childTnLst>
                                    <p:set>
                                      <p:cBhvr>
                                        <p:cTn id="67" dur="1" fill="hold">
                                          <p:stCondLst>
                                            <p:cond delay="0"/>
                                          </p:stCondLst>
                                        </p:cTn>
                                        <p:tgtEl>
                                          <p:spTgt spid="42001"/>
                                        </p:tgtEl>
                                        <p:attrNameLst>
                                          <p:attrName>style.visibility</p:attrName>
                                        </p:attrNameLst>
                                      </p:cBhvr>
                                      <p:to>
                                        <p:strVal val="visible"/>
                                      </p:to>
                                    </p:set>
                                    <p:animEffect transition="in" filter="wipe(down)">
                                      <p:cBhvr>
                                        <p:cTn id="68" dur="500"/>
                                        <p:tgtEl>
                                          <p:spTgt spid="42001"/>
                                        </p:tgtEl>
                                      </p:cBhvr>
                                    </p:animEffect>
                                  </p:childTnLst>
                                </p:cTn>
                              </p:par>
                            </p:childTnLst>
                          </p:cTn>
                        </p:par>
                        <p:par>
                          <p:cTn id="69" fill="hold">
                            <p:stCondLst>
                              <p:cond delay="3000"/>
                            </p:stCondLst>
                            <p:childTnLst>
                              <p:par>
                                <p:cTn id="70" presetID="9" presetClass="entr" presetSubtype="0" fill="hold" grpId="0" nodeType="afterEffect">
                                  <p:stCondLst>
                                    <p:cond delay="0"/>
                                  </p:stCondLst>
                                  <p:childTnLst>
                                    <p:set>
                                      <p:cBhvr>
                                        <p:cTn id="71" dur="1" fill="hold">
                                          <p:stCondLst>
                                            <p:cond delay="0"/>
                                          </p:stCondLst>
                                        </p:cTn>
                                        <p:tgtEl>
                                          <p:spTgt spid="42007">
                                            <p:txEl>
                                              <p:pRg st="0" end="0"/>
                                            </p:txEl>
                                          </p:spTgt>
                                        </p:tgtEl>
                                        <p:attrNameLst>
                                          <p:attrName>style.visibility</p:attrName>
                                        </p:attrNameLst>
                                      </p:cBhvr>
                                      <p:to>
                                        <p:strVal val="visible"/>
                                      </p:to>
                                    </p:set>
                                    <p:animEffect transition="in" filter="dissolve">
                                      <p:cBhvr>
                                        <p:cTn id="72" dur="500"/>
                                        <p:tgtEl>
                                          <p:spTgt spid="42007">
                                            <p:txEl>
                                              <p:pRg st="0" end="0"/>
                                            </p:txEl>
                                          </p:spTgt>
                                        </p:tgtEl>
                                      </p:cBhvr>
                                    </p:animEffect>
                                  </p:childTnLst>
                                </p:cTn>
                              </p:par>
                            </p:childTnLst>
                          </p:cTn>
                        </p:par>
                        <p:par>
                          <p:cTn id="73" fill="hold">
                            <p:stCondLst>
                              <p:cond delay="3500"/>
                            </p:stCondLst>
                            <p:childTnLst>
                              <p:par>
                                <p:cTn id="74" presetID="9" presetClass="entr" presetSubtype="0" fill="hold" grpId="0" nodeType="afterEffect">
                                  <p:stCondLst>
                                    <p:cond delay="0"/>
                                  </p:stCondLst>
                                  <p:childTnLst>
                                    <p:set>
                                      <p:cBhvr>
                                        <p:cTn id="75" dur="1" fill="hold">
                                          <p:stCondLst>
                                            <p:cond delay="0"/>
                                          </p:stCondLst>
                                        </p:cTn>
                                        <p:tgtEl>
                                          <p:spTgt spid="42009">
                                            <p:txEl>
                                              <p:pRg st="0" end="0"/>
                                            </p:txEl>
                                          </p:spTgt>
                                        </p:tgtEl>
                                        <p:attrNameLst>
                                          <p:attrName>style.visibility</p:attrName>
                                        </p:attrNameLst>
                                      </p:cBhvr>
                                      <p:to>
                                        <p:strVal val="visible"/>
                                      </p:to>
                                    </p:set>
                                    <p:animEffect transition="in" filter="dissolve">
                                      <p:cBhvr>
                                        <p:cTn id="76" dur="500"/>
                                        <p:tgtEl>
                                          <p:spTgt spid="42009">
                                            <p:txEl>
                                              <p:pRg st="0" end="0"/>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9" presetClass="entr" presetSubtype="0" fill="hold" grpId="0" nodeType="clickEffect">
                                  <p:stCondLst>
                                    <p:cond delay="0"/>
                                  </p:stCondLst>
                                  <p:childTnLst>
                                    <p:set>
                                      <p:cBhvr>
                                        <p:cTn id="80" dur="1" fill="hold">
                                          <p:stCondLst>
                                            <p:cond delay="0"/>
                                          </p:stCondLst>
                                        </p:cTn>
                                        <p:tgtEl>
                                          <p:spTgt spid="41996"/>
                                        </p:tgtEl>
                                        <p:attrNameLst>
                                          <p:attrName>style.visibility</p:attrName>
                                        </p:attrNameLst>
                                      </p:cBhvr>
                                      <p:to>
                                        <p:strVal val="visible"/>
                                      </p:to>
                                    </p:set>
                                    <p:animEffect transition="in" filter="dissolve">
                                      <p:cBhvr>
                                        <p:cTn id="81" dur="1000"/>
                                        <p:tgtEl>
                                          <p:spTgt spid="41996"/>
                                        </p:tgtEl>
                                      </p:cBhvr>
                                    </p:animEffect>
                                  </p:childTnLst>
                                </p:cTn>
                              </p:par>
                            </p:childTnLst>
                          </p:cTn>
                        </p:par>
                        <p:par>
                          <p:cTn id="82" fill="hold">
                            <p:stCondLst>
                              <p:cond delay="1000"/>
                            </p:stCondLst>
                            <p:childTnLst>
                              <p:par>
                                <p:cTn id="83" presetID="22" presetClass="entr" presetSubtype="8" fill="hold" grpId="0" nodeType="afterEffect">
                                  <p:stCondLst>
                                    <p:cond delay="0"/>
                                  </p:stCondLst>
                                  <p:childTnLst>
                                    <p:set>
                                      <p:cBhvr>
                                        <p:cTn id="84" dur="1" fill="hold">
                                          <p:stCondLst>
                                            <p:cond delay="0"/>
                                          </p:stCondLst>
                                        </p:cTn>
                                        <p:tgtEl>
                                          <p:spTgt spid="41990"/>
                                        </p:tgtEl>
                                        <p:attrNameLst>
                                          <p:attrName>style.visibility</p:attrName>
                                        </p:attrNameLst>
                                      </p:cBhvr>
                                      <p:to>
                                        <p:strVal val="visible"/>
                                      </p:to>
                                    </p:set>
                                    <p:animEffect transition="in" filter="wipe(left)">
                                      <p:cBhvr>
                                        <p:cTn id="85" dur="500"/>
                                        <p:tgtEl>
                                          <p:spTgt spid="41990"/>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41999"/>
                                        </p:tgtEl>
                                        <p:attrNameLst>
                                          <p:attrName>style.visibility</p:attrName>
                                        </p:attrNameLst>
                                      </p:cBhvr>
                                      <p:to>
                                        <p:strVal val="visible"/>
                                      </p:to>
                                    </p:set>
                                    <p:animEffect transition="in" filter="wipe(left)">
                                      <p:cBhvr>
                                        <p:cTn id="90" dur="500"/>
                                        <p:tgtEl>
                                          <p:spTgt spid="41999"/>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42000">
                                            <p:txEl>
                                              <p:pRg st="0" end="0"/>
                                            </p:txEl>
                                          </p:spTgt>
                                        </p:tgtEl>
                                        <p:attrNameLst>
                                          <p:attrName>style.visibility</p:attrName>
                                        </p:attrNameLst>
                                      </p:cBhvr>
                                      <p:to>
                                        <p:strVal val="visible"/>
                                      </p:to>
                                    </p:set>
                                    <p:animEffect transition="in" filter="wipe(left)">
                                      <p:cBhvr>
                                        <p:cTn id="95" dur="500"/>
                                        <p:tgtEl>
                                          <p:spTgt spid="42000">
                                            <p:txEl>
                                              <p:pRg st="0" end="0"/>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42014"/>
                                        </p:tgtEl>
                                        <p:attrNameLst>
                                          <p:attrName>style.visibility</p:attrName>
                                        </p:attrNameLst>
                                      </p:cBhvr>
                                      <p:to>
                                        <p:strVal val="visible"/>
                                      </p:to>
                                    </p:set>
                                    <p:animEffect transition="in" filter="wipe(left)">
                                      <p:cBhvr>
                                        <p:cTn id="100" dur="500"/>
                                        <p:tgtEl>
                                          <p:spTgt spid="42014"/>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42015"/>
                                        </p:tgtEl>
                                        <p:attrNameLst>
                                          <p:attrName>style.visibility</p:attrName>
                                        </p:attrNameLst>
                                      </p:cBhvr>
                                      <p:to>
                                        <p:strVal val="visible"/>
                                      </p:to>
                                    </p:set>
                                    <p:animEffect transition="in" filter="wipe(left)">
                                      <p:cBhvr>
                                        <p:cTn id="105" dur="1000"/>
                                        <p:tgtEl>
                                          <p:spTgt spid="42015"/>
                                        </p:tgtEl>
                                      </p:cBhvr>
                                    </p:animEffect>
                                  </p:childTnLst>
                                </p:cTn>
                              </p:par>
                            </p:childTnLst>
                          </p:cTn>
                        </p:par>
                        <p:par>
                          <p:cTn id="106" fill="hold">
                            <p:stCondLst>
                              <p:cond delay="1000"/>
                            </p:stCondLst>
                            <p:childTnLst>
                              <p:par>
                                <p:cTn id="107" presetID="22" presetClass="entr" presetSubtype="8" fill="hold" grpId="0" nodeType="afterEffect">
                                  <p:stCondLst>
                                    <p:cond delay="0"/>
                                  </p:stCondLst>
                                  <p:childTnLst>
                                    <p:set>
                                      <p:cBhvr>
                                        <p:cTn id="108" dur="1" fill="hold">
                                          <p:stCondLst>
                                            <p:cond delay="0"/>
                                          </p:stCondLst>
                                        </p:cTn>
                                        <p:tgtEl>
                                          <p:spTgt spid="42016"/>
                                        </p:tgtEl>
                                        <p:attrNameLst>
                                          <p:attrName>style.visibility</p:attrName>
                                        </p:attrNameLst>
                                      </p:cBhvr>
                                      <p:to>
                                        <p:strVal val="visible"/>
                                      </p:to>
                                    </p:set>
                                    <p:animEffect transition="in" filter="wipe(left)">
                                      <p:cBhvr>
                                        <p:cTn id="109" dur="1000"/>
                                        <p:tgtEl>
                                          <p:spTgt spid="420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autoUpdateAnimBg="0"/>
      <p:bldP spid="41987" grpId="0" autoUpdateAnimBg="0"/>
      <p:bldP spid="41990" grpId="0" autoUpdateAnimBg="0"/>
      <p:bldP spid="41996" grpId="0" animBg="1"/>
      <p:bldP spid="41997" grpId="0" autoUpdateAnimBg="0"/>
      <p:bldP spid="41998" grpId="0" autoUpdateAnimBg="0"/>
      <p:bldP spid="41999" grpId="0"/>
      <p:bldP spid="42000" grpId="0" build="p" autoUpdateAnimBg="0"/>
      <p:bldP spid="42001" grpId="0" animBg="1"/>
      <p:bldP spid="42002" grpId="0" animBg="1"/>
      <p:bldP spid="42003" grpId="0" animBg="1"/>
      <p:bldP spid="42004" grpId="0" animBg="1"/>
      <p:bldP spid="42005" grpId="0" build="p" autoUpdateAnimBg="0" advAuto="0"/>
      <p:bldP spid="42006" grpId="0" build="p" autoUpdateAnimBg="0" advAuto="0"/>
      <p:bldP spid="42007" grpId="0" build="p" autoUpdateAnimBg="0" advAuto="0"/>
      <p:bldP spid="42008" grpId="0" build="p" autoUpdateAnimBg="0"/>
      <p:bldP spid="42009" grpId="0" build="p" autoUpdateAnimBg="0" advAuto="0"/>
      <p:bldP spid="42010" grpId="0" autoUpdateAnimBg="0"/>
      <p:bldP spid="42011" grpId="0" animBg="1"/>
      <p:bldP spid="42012" grpId="0"/>
      <p:bldP spid="42012" grpId="1"/>
      <p:bldP spid="42014" grpId="0" autoUpdateAnimBg="0"/>
      <p:bldP spid="42015" grpId="0" autoUpdateAnimBg="0"/>
      <p:bldP spid="42016"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8" name="Text Box 10"/>
          <p:cNvSpPr txBox="1">
            <a:spLocks noChangeArrowheads="1"/>
          </p:cNvSpPr>
          <p:nvPr/>
        </p:nvSpPr>
        <p:spPr bwMode="auto">
          <a:xfrm>
            <a:off x="107950" y="450850"/>
            <a:ext cx="4392613" cy="457200"/>
          </a:xfrm>
          <a:prstGeom prst="rect">
            <a:avLst/>
          </a:prstGeom>
          <a:noFill/>
          <a:ln w="9525" algn="ctr">
            <a:noFill/>
            <a:miter lim="800000"/>
            <a:headEnd type="none" w="sm" len="sm"/>
            <a:tailEnd type="none" w="sm" len="sm"/>
          </a:ln>
        </p:spPr>
        <p:txBody>
          <a:bodyPr>
            <a:spAutoFit/>
          </a:bodyPr>
          <a:lstStyle/>
          <a:p>
            <a:pPr>
              <a:spcBef>
                <a:spcPct val="50000"/>
              </a:spcBef>
            </a:pPr>
            <a:r>
              <a:rPr kumimoji="1" lang="en-US" altLang="zh-CN" sz="2400">
                <a:solidFill>
                  <a:srgbClr val="0000FF"/>
                </a:solidFill>
                <a:latin typeface="Times New Roman" pitchFamily="18" charset="0"/>
              </a:rPr>
              <a:t>1.4.2  </a:t>
            </a:r>
            <a:r>
              <a:rPr kumimoji="1" lang="zh-CN" altLang="en-US" sz="2400">
                <a:solidFill>
                  <a:srgbClr val="0000FF"/>
                </a:solidFill>
                <a:latin typeface="Times New Roman" pitchFamily="18" charset="0"/>
              </a:rPr>
              <a:t>描述质点运动的量 </a:t>
            </a:r>
          </a:p>
        </p:txBody>
      </p:sp>
      <p:sp>
        <p:nvSpPr>
          <p:cNvPr id="43073" name="Rectangle 65"/>
          <p:cNvSpPr>
            <a:spLocks noChangeArrowheads="1"/>
          </p:cNvSpPr>
          <p:nvPr/>
        </p:nvSpPr>
        <p:spPr bwMode="auto">
          <a:xfrm>
            <a:off x="762000" y="2828925"/>
            <a:ext cx="2514600" cy="457200"/>
          </a:xfrm>
          <a:prstGeom prst="rect">
            <a:avLst/>
          </a:prstGeom>
          <a:noFill/>
          <a:ln w="9525">
            <a:noFill/>
            <a:miter lim="800000"/>
            <a:headEnd/>
            <a:tailEnd/>
          </a:ln>
        </p:spPr>
        <p:txBody>
          <a:bodyPr wrap="none">
            <a:spAutoFit/>
          </a:bodyPr>
          <a:lstStyle/>
          <a:p>
            <a:pPr>
              <a:spcBef>
                <a:spcPct val="50000"/>
              </a:spcBef>
            </a:pPr>
            <a:r>
              <a:rPr kumimoji="1" lang="zh-CN" altLang="en-US" sz="2400">
                <a:latin typeface="Times New Roman" pitchFamily="18" charset="0"/>
              </a:rPr>
              <a:t>质点某时刻位置</a:t>
            </a:r>
            <a:r>
              <a:rPr kumimoji="1" lang="en-US" altLang="zh-CN" sz="2400" i="1">
                <a:latin typeface="Times New Roman" pitchFamily="18" charset="0"/>
              </a:rPr>
              <a:t>P</a:t>
            </a:r>
            <a:endParaRPr kumimoji="1" lang="en-US" altLang="zh-CN" sz="2400">
              <a:latin typeface="Times New Roman" pitchFamily="18" charset="0"/>
            </a:endParaRPr>
          </a:p>
        </p:txBody>
      </p:sp>
      <p:sp>
        <p:nvSpPr>
          <p:cNvPr id="43074" name="Rectangle 66"/>
          <p:cNvSpPr>
            <a:spLocks noChangeArrowheads="1"/>
          </p:cNvSpPr>
          <p:nvPr/>
        </p:nvSpPr>
        <p:spPr bwMode="auto">
          <a:xfrm>
            <a:off x="527050" y="1603375"/>
            <a:ext cx="3241675" cy="457200"/>
          </a:xfrm>
          <a:prstGeom prst="rect">
            <a:avLst/>
          </a:prstGeom>
          <a:noFill/>
          <a:ln w="9525">
            <a:noFill/>
            <a:miter lim="800000"/>
            <a:headEnd/>
            <a:tailEnd/>
          </a:ln>
        </p:spPr>
        <p:txBody>
          <a:bodyPr>
            <a:spAutoFit/>
          </a:bodyPr>
          <a:lstStyle/>
          <a:p>
            <a:pPr>
              <a:spcBef>
                <a:spcPct val="50000"/>
              </a:spcBef>
            </a:pPr>
            <a:r>
              <a:rPr kumimoji="1" lang="en-US" altLang="zh-CN" sz="2400">
                <a:solidFill>
                  <a:srgbClr val="FF0000"/>
                </a:solidFill>
                <a:latin typeface="Times New Roman" pitchFamily="18" charset="0"/>
              </a:rPr>
              <a:t>(1)  </a:t>
            </a:r>
            <a:r>
              <a:rPr kumimoji="1" lang="zh-CN" altLang="en-US" sz="2400">
                <a:solidFill>
                  <a:srgbClr val="FF0000"/>
                </a:solidFill>
                <a:latin typeface="Times New Roman" pitchFamily="18" charset="0"/>
              </a:rPr>
              <a:t>直角坐标法</a:t>
            </a:r>
          </a:p>
        </p:txBody>
      </p:sp>
      <p:sp>
        <p:nvSpPr>
          <p:cNvPr id="43075" name="Freeform 67"/>
          <p:cNvSpPr>
            <a:spLocks/>
          </p:cNvSpPr>
          <p:nvPr/>
        </p:nvSpPr>
        <p:spPr bwMode="auto">
          <a:xfrm>
            <a:off x="4392613" y="2328863"/>
            <a:ext cx="3276600" cy="1219200"/>
          </a:xfrm>
          <a:custGeom>
            <a:avLst/>
            <a:gdLst>
              <a:gd name="T0" fmla="*/ 2147483647 w 1667"/>
              <a:gd name="T1" fmla="*/ 184405071 h 1694"/>
              <a:gd name="T2" fmla="*/ 2147483647 w 1667"/>
              <a:gd name="T3" fmla="*/ 113958507 h 1694"/>
              <a:gd name="T4" fmla="*/ 2147483647 w 1667"/>
              <a:gd name="T5" fmla="*/ 44029384 h 1694"/>
              <a:gd name="T6" fmla="*/ 2147483647 w 1667"/>
              <a:gd name="T7" fmla="*/ 0 h 1694"/>
              <a:gd name="T8" fmla="*/ 1294257112 w 1667"/>
              <a:gd name="T9" fmla="*/ 8805733 h 1694"/>
              <a:gd name="T10" fmla="*/ 1097220883 w 1667"/>
              <a:gd name="T11" fmla="*/ 17611467 h 1694"/>
              <a:gd name="T12" fmla="*/ 1031541485 w 1667"/>
              <a:gd name="T13" fmla="*/ 44029384 h 1694"/>
              <a:gd name="T14" fmla="*/ 900184408 w 1667"/>
              <a:gd name="T15" fmla="*/ 70446587 h 1694"/>
              <a:gd name="T16" fmla="*/ 768827577 w 1667"/>
              <a:gd name="T17" fmla="*/ 122764237 h 1694"/>
              <a:gd name="T18" fmla="*/ 703148179 w 1667"/>
              <a:gd name="T19" fmla="*/ 202016578 h 1694"/>
              <a:gd name="T20" fmla="*/ 571791348 w 1667"/>
              <a:gd name="T21" fmla="*/ 228434489 h 1694"/>
              <a:gd name="T22" fmla="*/ 440434394 w 1667"/>
              <a:gd name="T23" fmla="*/ 289557847 h 1694"/>
              <a:gd name="T24" fmla="*/ 309075597 w 1667"/>
              <a:gd name="T25" fmla="*/ 315975039 h 1694"/>
              <a:gd name="T26" fmla="*/ 50224166 w 1667"/>
              <a:gd name="T27" fmla="*/ 395228144 h 1694"/>
              <a:gd name="T28" fmla="*/ 115903579 w 1667"/>
              <a:gd name="T29" fmla="*/ 587921425 h 1694"/>
              <a:gd name="T30" fmla="*/ 181583008 w 1667"/>
              <a:gd name="T31" fmla="*/ 623144348 h 1694"/>
              <a:gd name="T32" fmla="*/ 374754996 w 1667"/>
              <a:gd name="T33" fmla="*/ 649562260 h 1694"/>
              <a:gd name="T34" fmla="*/ 1356072207 w 1667"/>
              <a:gd name="T35" fmla="*/ 781132362 h 1694"/>
              <a:gd name="T36" fmla="*/ 2147483647 w 1667"/>
              <a:gd name="T37" fmla="*/ 859867182 h 1694"/>
              <a:gd name="T38" fmla="*/ 2147483647 w 1667"/>
              <a:gd name="T39" fmla="*/ 877478643 h 1694"/>
              <a:gd name="T40" fmla="*/ 2147483647 w 1667"/>
              <a:gd name="T41" fmla="*/ 868672912 h 1694"/>
              <a:gd name="T42" fmla="*/ 2147483647 w 1667"/>
              <a:gd name="T43" fmla="*/ 737102809 h 1694"/>
              <a:gd name="T44" fmla="*/ 2147483647 w 1667"/>
              <a:gd name="T45" fmla="*/ 728297079 h 1694"/>
              <a:gd name="T46" fmla="*/ 2147483647 w 1667"/>
              <a:gd name="T47" fmla="*/ 710684898 h 1694"/>
              <a:gd name="T48" fmla="*/ 2147483647 w 1667"/>
              <a:gd name="T49" fmla="*/ 684785182 h 1694"/>
              <a:gd name="T50" fmla="*/ 2147483647 w 1667"/>
              <a:gd name="T51" fmla="*/ 640756529 h 1694"/>
              <a:gd name="T52" fmla="*/ 2147483647 w 1667"/>
              <a:gd name="T53" fmla="*/ 298363578 h 1694"/>
              <a:gd name="T54" fmla="*/ 2147483647 w 1667"/>
              <a:gd name="T55" fmla="*/ 271945666 h 1694"/>
              <a:gd name="T56" fmla="*/ 2147483647 w 1667"/>
              <a:gd name="T57" fmla="*/ 175599341 h 1694"/>
              <a:gd name="T58" fmla="*/ 2147483647 w 1667"/>
              <a:gd name="T59" fmla="*/ 184405071 h 169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667"/>
              <a:gd name="T91" fmla="*/ 0 h 1694"/>
              <a:gd name="T92" fmla="*/ 1667 w 1667"/>
              <a:gd name="T93" fmla="*/ 1694 h 169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667" h="1694">
                <a:moveTo>
                  <a:pt x="1402" y="356"/>
                </a:moveTo>
                <a:cubicBezTo>
                  <a:pt x="1396" y="311"/>
                  <a:pt x="1397" y="264"/>
                  <a:pt x="1385" y="220"/>
                </a:cubicBezTo>
                <a:cubicBezTo>
                  <a:pt x="1368" y="158"/>
                  <a:pt x="1271" y="102"/>
                  <a:pt x="1215" y="85"/>
                </a:cubicBezTo>
                <a:cubicBezTo>
                  <a:pt x="1058" y="38"/>
                  <a:pt x="884" y="40"/>
                  <a:pt x="724" y="0"/>
                </a:cubicBezTo>
                <a:cubicBezTo>
                  <a:pt x="594" y="6"/>
                  <a:pt x="464" y="7"/>
                  <a:pt x="335" y="17"/>
                </a:cubicBezTo>
                <a:cubicBezTo>
                  <a:pt x="317" y="18"/>
                  <a:pt x="297" y="21"/>
                  <a:pt x="284" y="34"/>
                </a:cubicBezTo>
                <a:cubicBezTo>
                  <a:pt x="271" y="47"/>
                  <a:pt x="275" y="69"/>
                  <a:pt x="267" y="85"/>
                </a:cubicBezTo>
                <a:cubicBezTo>
                  <a:pt x="258" y="103"/>
                  <a:pt x="241" y="117"/>
                  <a:pt x="233" y="136"/>
                </a:cubicBezTo>
                <a:cubicBezTo>
                  <a:pt x="218" y="168"/>
                  <a:pt x="199" y="237"/>
                  <a:pt x="199" y="237"/>
                </a:cubicBezTo>
                <a:cubicBezTo>
                  <a:pt x="193" y="288"/>
                  <a:pt x="194" y="340"/>
                  <a:pt x="182" y="390"/>
                </a:cubicBezTo>
                <a:cubicBezTo>
                  <a:pt x="177" y="410"/>
                  <a:pt x="156" y="422"/>
                  <a:pt x="148" y="441"/>
                </a:cubicBezTo>
                <a:cubicBezTo>
                  <a:pt x="115" y="517"/>
                  <a:pt x="147" y="493"/>
                  <a:pt x="114" y="559"/>
                </a:cubicBezTo>
                <a:cubicBezTo>
                  <a:pt x="105" y="577"/>
                  <a:pt x="88" y="591"/>
                  <a:pt x="80" y="610"/>
                </a:cubicBezTo>
                <a:cubicBezTo>
                  <a:pt x="0" y="792"/>
                  <a:pt x="90" y="648"/>
                  <a:pt x="13" y="763"/>
                </a:cubicBezTo>
                <a:cubicBezTo>
                  <a:pt x="19" y="887"/>
                  <a:pt x="20" y="1011"/>
                  <a:pt x="30" y="1135"/>
                </a:cubicBezTo>
                <a:cubicBezTo>
                  <a:pt x="32" y="1158"/>
                  <a:pt x="36" y="1183"/>
                  <a:pt x="47" y="1203"/>
                </a:cubicBezTo>
                <a:cubicBezTo>
                  <a:pt x="59" y="1224"/>
                  <a:pt x="82" y="1235"/>
                  <a:pt x="97" y="1254"/>
                </a:cubicBezTo>
                <a:cubicBezTo>
                  <a:pt x="180" y="1361"/>
                  <a:pt x="216" y="1441"/>
                  <a:pt x="351" y="1508"/>
                </a:cubicBezTo>
                <a:cubicBezTo>
                  <a:pt x="454" y="1560"/>
                  <a:pt x="505" y="1630"/>
                  <a:pt x="623" y="1660"/>
                </a:cubicBezTo>
                <a:cubicBezTo>
                  <a:pt x="668" y="1671"/>
                  <a:pt x="758" y="1694"/>
                  <a:pt x="758" y="1694"/>
                </a:cubicBezTo>
                <a:cubicBezTo>
                  <a:pt x="814" y="1688"/>
                  <a:pt x="871" y="1686"/>
                  <a:pt x="927" y="1677"/>
                </a:cubicBezTo>
                <a:cubicBezTo>
                  <a:pt x="1055" y="1657"/>
                  <a:pt x="1134" y="1520"/>
                  <a:pt x="1199" y="1423"/>
                </a:cubicBezTo>
                <a:cubicBezTo>
                  <a:pt x="1212" y="1404"/>
                  <a:pt x="1244" y="1413"/>
                  <a:pt x="1266" y="1406"/>
                </a:cubicBezTo>
                <a:cubicBezTo>
                  <a:pt x="1300" y="1396"/>
                  <a:pt x="1368" y="1372"/>
                  <a:pt x="1368" y="1372"/>
                </a:cubicBezTo>
                <a:cubicBezTo>
                  <a:pt x="1391" y="1355"/>
                  <a:pt x="1418" y="1344"/>
                  <a:pt x="1436" y="1322"/>
                </a:cubicBezTo>
                <a:cubicBezTo>
                  <a:pt x="1543" y="1195"/>
                  <a:pt x="1344" y="1345"/>
                  <a:pt x="1503" y="1237"/>
                </a:cubicBezTo>
                <a:cubicBezTo>
                  <a:pt x="1571" y="1033"/>
                  <a:pt x="1667" y="710"/>
                  <a:pt x="1470" y="576"/>
                </a:cubicBezTo>
                <a:cubicBezTo>
                  <a:pt x="1459" y="559"/>
                  <a:pt x="1441" y="545"/>
                  <a:pt x="1436" y="525"/>
                </a:cubicBezTo>
                <a:cubicBezTo>
                  <a:pt x="1415" y="448"/>
                  <a:pt x="1434" y="403"/>
                  <a:pt x="1402" y="339"/>
                </a:cubicBezTo>
                <a:cubicBezTo>
                  <a:pt x="1399" y="334"/>
                  <a:pt x="1402" y="350"/>
                  <a:pt x="1402" y="356"/>
                </a:cubicBezTo>
                <a:close/>
              </a:path>
            </a:pathLst>
          </a:custGeom>
          <a:solidFill>
            <a:srgbClr val="660066">
              <a:alpha val="50195"/>
            </a:srgbClr>
          </a:solidFill>
          <a:ln w="9525">
            <a:solidFill>
              <a:srgbClr val="660066">
                <a:alpha val="50195"/>
              </a:srgbClr>
            </a:solidFill>
            <a:round/>
            <a:headEnd/>
            <a:tailEnd/>
          </a:ln>
        </p:spPr>
        <p:txBody>
          <a:bodyPr anchor="ctr"/>
          <a:lstStyle/>
          <a:p>
            <a:endParaRPr lang="zh-CN" altLang="en-US"/>
          </a:p>
        </p:txBody>
      </p:sp>
      <p:sp>
        <p:nvSpPr>
          <p:cNvPr id="43076" name="Line 68"/>
          <p:cNvSpPr>
            <a:spLocks noChangeShapeType="1"/>
          </p:cNvSpPr>
          <p:nvPr/>
        </p:nvSpPr>
        <p:spPr bwMode="auto">
          <a:xfrm>
            <a:off x="5926138" y="2927350"/>
            <a:ext cx="2819400" cy="0"/>
          </a:xfrm>
          <a:prstGeom prst="line">
            <a:avLst/>
          </a:prstGeom>
          <a:noFill/>
          <a:ln w="28575">
            <a:solidFill>
              <a:srgbClr val="0000FF"/>
            </a:solidFill>
            <a:round/>
            <a:headEnd/>
            <a:tailEnd type="triangle" w="med" len="lg"/>
          </a:ln>
        </p:spPr>
        <p:txBody>
          <a:bodyPr anchor="ctr"/>
          <a:lstStyle/>
          <a:p>
            <a:endParaRPr lang="zh-CN" altLang="en-US"/>
          </a:p>
        </p:txBody>
      </p:sp>
      <p:sp>
        <p:nvSpPr>
          <p:cNvPr id="43077" name="Line 69"/>
          <p:cNvSpPr>
            <a:spLocks noChangeShapeType="1"/>
          </p:cNvSpPr>
          <p:nvPr/>
        </p:nvSpPr>
        <p:spPr bwMode="auto">
          <a:xfrm flipH="1" flipV="1">
            <a:off x="5926138" y="1555750"/>
            <a:ext cx="0" cy="1371600"/>
          </a:xfrm>
          <a:prstGeom prst="line">
            <a:avLst/>
          </a:prstGeom>
          <a:noFill/>
          <a:ln w="28575">
            <a:solidFill>
              <a:srgbClr val="0000FF"/>
            </a:solidFill>
            <a:round/>
            <a:headEnd/>
            <a:tailEnd type="triangle" w="med" len="lg"/>
          </a:ln>
        </p:spPr>
        <p:txBody>
          <a:bodyPr anchor="ctr"/>
          <a:lstStyle/>
          <a:p>
            <a:endParaRPr lang="zh-CN" altLang="en-US"/>
          </a:p>
        </p:txBody>
      </p:sp>
      <p:sp>
        <p:nvSpPr>
          <p:cNvPr id="43078" name="Line 70"/>
          <p:cNvSpPr>
            <a:spLocks noChangeShapeType="1"/>
          </p:cNvSpPr>
          <p:nvPr/>
        </p:nvSpPr>
        <p:spPr bwMode="auto">
          <a:xfrm flipH="1">
            <a:off x="5003800" y="2927350"/>
            <a:ext cx="922338" cy="922338"/>
          </a:xfrm>
          <a:prstGeom prst="line">
            <a:avLst/>
          </a:prstGeom>
          <a:noFill/>
          <a:ln w="28575">
            <a:solidFill>
              <a:srgbClr val="0000FF"/>
            </a:solidFill>
            <a:round/>
            <a:headEnd/>
            <a:tailEnd type="triangle" w="med" len="lg"/>
          </a:ln>
        </p:spPr>
        <p:txBody>
          <a:bodyPr anchor="ctr"/>
          <a:lstStyle/>
          <a:p>
            <a:endParaRPr lang="zh-CN" altLang="en-US"/>
          </a:p>
        </p:txBody>
      </p:sp>
      <p:graphicFrame>
        <p:nvGraphicFramePr>
          <p:cNvPr id="43079" name="Object 71"/>
          <p:cNvGraphicFramePr>
            <a:graphicFrameLocks/>
          </p:cNvGraphicFramePr>
          <p:nvPr/>
        </p:nvGraphicFramePr>
        <p:xfrm>
          <a:off x="5580063" y="1682750"/>
          <a:ext cx="201612" cy="215900"/>
        </p:xfrm>
        <a:graphic>
          <a:graphicData uri="http://schemas.openxmlformats.org/presentationml/2006/ole">
            <p:oleObj spid="_x0000_s2050" name="公式" r:id="rId3" imgW="203040" imgH="215640" progId="Equation.3">
              <p:embed/>
            </p:oleObj>
          </a:graphicData>
        </a:graphic>
      </p:graphicFrame>
      <p:graphicFrame>
        <p:nvGraphicFramePr>
          <p:cNvPr id="43080" name="Object 72"/>
          <p:cNvGraphicFramePr>
            <a:graphicFrameLocks noChangeAspect="1"/>
          </p:cNvGraphicFramePr>
          <p:nvPr/>
        </p:nvGraphicFramePr>
        <p:xfrm>
          <a:off x="4646613" y="3524250"/>
          <a:ext cx="212725" cy="225425"/>
        </p:xfrm>
        <a:graphic>
          <a:graphicData uri="http://schemas.openxmlformats.org/presentationml/2006/ole">
            <p:oleObj spid="_x0000_s2051" name="Equation" r:id="rId4" imgW="215640" imgH="228600" progId="Equation.3">
              <p:embed/>
            </p:oleObj>
          </a:graphicData>
        </a:graphic>
      </p:graphicFrame>
      <p:graphicFrame>
        <p:nvGraphicFramePr>
          <p:cNvPr id="43081" name="Object 73"/>
          <p:cNvGraphicFramePr>
            <a:graphicFrameLocks/>
          </p:cNvGraphicFramePr>
          <p:nvPr/>
        </p:nvGraphicFramePr>
        <p:xfrm>
          <a:off x="8362950" y="2435225"/>
          <a:ext cx="241300" cy="306388"/>
        </p:xfrm>
        <a:graphic>
          <a:graphicData uri="http://schemas.openxmlformats.org/presentationml/2006/ole">
            <p:oleObj spid="_x0000_s2052" name="公式" r:id="rId5" imgW="241200" imgH="304560" progId="Equation.3">
              <p:embed/>
            </p:oleObj>
          </a:graphicData>
        </a:graphic>
      </p:graphicFrame>
      <p:graphicFrame>
        <p:nvGraphicFramePr>
          <p:cNvPr id="43082" name="Object 74"/>
          <p:cNvGraphicFramePr>
            <a:graphicFrameLocks/>
          </p:cNvGraphicFramePr>
          <p:nvPr/>
        </p:nvGraphicFramePr>
        <p:xfrm>
          <a:off x="5508625" y="2670175"/>
          <a:ext cx="292100" cy="315913"/>
        </p:xfrm>
        <a:graphic>
          <a:graphicData uri="http://schemas.openxmlformats.org/presentationml/2006/ole">
            <p:oleObj spid="_x0000_s2053" name="公式" r:id="rId6" imgW="291960" imgH="317160" progId="Equation.3">
              <p:embed/>
            </p:oleObj>
          </a:graphicData>
        </a:graphic>
      </p:graphicFrame>
      <p:sp>
        <p:nvSpPr>
          <p:cNvPr id="43083" name="Freeform 75"/>
          <p:cNvSpPr>
            <a:spLocks noChangeAspect="1"/>
          </p:cNvSpPr>
          <p:nvPr/>
        </p:nvSpPr>
        <p:spPr bwMode="auto">
          <a:xfrm>
            <a:off x="7621588" y="1987550"/>
            <a:ext cx="71437" cy="73025"/>
          </a:xfrm>
          <a:custGeom>
            <a:avLst/>
            <a:gdLst>
              <a:gd name="T0" fmla="*/ 2574689 w 1667"/>
              <a:gd name="T1" fmla="*/ 661536 h 1694"/>
              <a:gd name="T2" fmla="*/ 2543449 w 1667"/>
              <a:gd name="T3" fmla="*/ 408837 h 1694"/>
              <a:gd name="T4" fmla="*/ 2231260 w 1667"/>
              <a:gd name="T5" fmla="*/ 157948 h 1694"/>
              <a:gd name="T6" fmla="*/ 1329577 w 1667"/>
              <a:gd name="T7" fmla="*/ 0 h 1694"/>
              <a:gd name="T8" fmla="*/ 615207 w 1667"/>
              <a:gd name="T9" fmla="*/ 31598 h 1694"/>
              <a:gd name="T10" fmla="*/ 521529 w 1667"/>
              <a:gd name="T11" fmla="*/ 63196 h 1694"/>
              <a:gd name="T12" fmla="*/ 490331 w 1667"/>
              <a:gd name="T13" fmla="*/ 157948 h 1694"/>
              <a:gd name="T14" fmla="*/ 427894 w 1667"/>
              <a:gd name="T15" fmla="*/ 252742 h 1694"/>
              <a:gd name="T16" fmla="*/ 365456 w 1667"/>
              <a:gd name="T17" fmla="*/ 440435 h 1694"/>
              <a:gd name="T18" fmla="*/ 334215 w 1667"/>
              <a:gd name="T19" fmla="*/ 724732 h 1694"/>
              <a:gd name="T20" fmla="*/ 271778 w 1667"/>
              <a:gd name="T21" fmla="*/ 819527 h 1694"/>
              <a:gd name="T22" fmla="*/ 209340 w 1667"/>
              <a:gd name="T23" fmla="*/ 1038774 h 1694"/>
              <a:gd name="T24" fmla="*/ 146902 w 1667"/>
              <a:gd name="T25" fmla="*/ 1133569 h 1694"/>
              <a:gd name="T26" fmla="*/ 23869 w 1667"/>
              <a:gd name="T27" fmla="*/ 1417866 h 1694"/>
              <a:gd name="T28" fmla="*/ 55110 w 1667"/>
              <a:gd name="T29" fmla="*/ 2109190 h 1694"/>
              <a:gd name="T30" fmla="*/ 86307 w 1667"/>
              <a:gd name="T31" fmla="*/ 2235539 h 1694"/>
              <a:gd name="T32" fmla="*/ 178143 w 1667"/>
              <a:gd name="T33" fmla="*/ 2330291 h 1694"/>
              <a:gd name="T34" fmla="*/ 644604 w 1667"/>
              <a:gd name="T35" fmla="*/ 2802323 h 1694"/>
              <a:gd name="T36" fmla="*/ 1144106 w 1667"/>
              <a:gd name="T37" fmla="*/ 3084768 h 1694"/>
              <a:gd name="T38" fmla="*/ 1392014 w 1667"/>
              <a:gd name="T39" fmla="*/ 3147964 h 1694"/>
              <a:gd name="T40" fmla="*/ 1702361 w 1667"/>
              <a:gd name="T41" fmla="*/ 3116366 h 1694"/>
              <a:gd name="T42" fmla="*/ 2201905 w 1667"/>
              <a:gd name="T43" fmla="*/ 2644376 h 1694"/>
              <a:gd name="T44" fmla="*/ 2324938 w 1667"/>
              <a:gd name="T45" fmla="*/ 2612778 h 1694"/>
              <a:gd name="T46" fmla="*/ 2512251 w 1667"/>
              <a:gd name="T47" fmla="*/ 2549581 h 1694"/>
              <a:gd name="T48" fmla="*/ 2637127 w 1667"/>
              <a:gd name="T49" fmla="*/ 2456683 h 1694"/>
              <a:gd name="T50" fmla="*/ 2760159 w 1667"/>
              <a:gd name="T51" fmla="*/ 2298736 h 1694"/>
              <a:gd name="T52" fmla="*/ 2699564 w 1667"/>
              <a:gd name="T53" fmla="*/ 1070372 h 1694"/>
              <a:gd name="T54" fmla="*/ 2637127 w 1667"/>
              <a:gd name="T55" fmla="*/ 975621 h 1694"/>
              <a:gd name="T56" fmla="*/ 2574689 w 1667"/>
              <a:gd name="T57" fmla="*/ 629981 h 1694"/>
              <a:gd name="T58" fmla="*/ 2574689 w 1667"/>
              <a:gd name="T59" fmla="*/ 661536 h 169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667"/>
              <a:gd name="T91" fmla="*/ 0 h 1694"/>
              <a:gd name="T92" fmla="*/ 1667 w 1667"/>
              <a:gd name="T93" fmla="*/ 1694 h 169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667" h="1694">
                <a:moveTo>
                  <a:pt x="1402" y="356"/>
                </a:moveTo>
                <a:cubicBezTo>
                  <a:pt x="1396" y="311"/>
                  <a:pt x="1397" y="264"/>
                  <a:pt x="1385" y="220"/>
                </a:cubicBezTo>
                <a:cubicBezTo>
                  <a:pt x="1368" y="158"/>
                  <a:pt x="1271" y="102"/>
                  <a:pt x="1215" y="85"/>
                </a:cubicBezTo>
                <a:cubicBezTo>
                  <a:pt x="1058" y="38"/>
                  <a:pt x="884" y="40"/>
                  <a:pt x="724" y="0"/>
                </a:cubicBezTo>
                <a:cubicBezTo>
                  <a:pt x="594" y="6"/>
                  <a:pt x="464" y="7"/>
                  <a:pt x="335" y="17"/>
                </a:cubicBezTo>
                <a:cubicBezTo>
                  <a:pt x="317" y="18"/>
                  <a:pt x="297" y="21"/>
                  <a:pt x="284" y="34"/>
                </a:cubicBezTo>
                <a:cubicBezTo>
                  <a:pt x="271" y="47"/>
                  <a:pt x="275" y="69"/>
                  <a:pt x="267" y="85"/>
                </a:cubicBezTo>
                <a:cubicBezTo>
                  <a:pt x="258" y="103"/>
                  <a:pt x="241" y="117"/>
                  <a:pt x="233" y="136"/>
                </a:cubicBezTo>
                <a:cubicBezTo>
                  <a:pt x="218" y="168"/>
                  <a:pt x="199" y="237"/>
                  <a:pt x="199" y="237"/>
                </a:cubicBezTo>
                <a:cubicBezTo>
                  <a:pt x="193" y="288"/>
                  <a:pt x="194" y="340"/>
                  <a:pt x="182" y="390"/>
                </a:cubicBezTo>
                <a:cubicBezTo>
                  <a:pt x="177" y="410"/>
                  <a:pt x="156" y="422"/>
                  <a:pt x="148" y="441"/>
                </a:cubicBezTo>
                <a:cubicBezTo>
                  <a:pt x="115" y="517"/>
                  <a:pt x="147" y="493"/>
                  <a:pt x="114" y="559"/>
                </a:cubicBezTo>
                <a:cubicBezTo>
                  <a:pt x="105" y="577"/>
                  <a:pt x="88" y="591"/>
                  <a:pt x="80" y="610"/>
                </a:cubicBezTo>
                <a:cubicBezTo>
                  <a:pt x="0" y="792"/>
                  <a:pt x="90" y="648"/>
                  <a:pt x="13" y="763"/>
                </a:cubicBezTo>
                <a:cubicBezTo>
                  <a:pt x="19" y="887"/>
                  <a:pt x="20" y="1011"/>
                  <a:pt x="30" y="1135"/>
                </a:cubicBezTo>
                <a:cubicBezTo>
                  <a:pt x="32" y="1158"/>
                  <a:pt x="36" y="1183"/>
                  <a:pt x="47" y="1203"/>
                </a:cubicBezTo>
                <a:cubicBezTo>
                  <a:pt x="59" y="1224"/>
                  <a:pt x="82" y="1235"/>
                  <a:pt x="97" y="1254"/>
                </a:cubicBezTo>
                <a:cubicBezTo>
                  <a:pt x="180" y="1361"/>
                  <a:pt x="216" y="1441"/>
                  <a:pt x="351" y="1508"/>
                </a:cubicBezTo>
                <a:cubicBezTo>
                  <a:pt x="454" y="1560"/>
                  <a:pt x="505" y="1630"/>
                  <a:pt x="623" y="1660"/>
                </a:cubicBezTo>
                <a:cubicBezTo>
                  <a:pt x="668" y="1671"/>
                  <a:pt x="758" y="1694"/>
                  <a:pt x="758" y="1694"/>
                </a:cubicBezTo>
                <a:cubicBezTo>
                  <a:pt x="814" y="1688"/>
                  <a:pt x="871" y="1686"/>
                  <a:pt x="927" y="1677"/>
                </a:cubicBezTo>
                <a:cubicBezTo>
                  <a:pt x="1055" y="1657"/>
                  <a:pt x="1134" y="1520"/>
                  <a:pt x="1199" y="1423"/>
                </a:cubicBezTo>
                <a:cubicBezTo>
                  <a:pt x="1212" y="1404"/>
                  <a:pt x="1244" y="1413"/>
                  <a:pt x="1266" y="1406"/>
                </a:cubicBezTo>
                <a:cubicBezTo>
                  <a:pt x="1300" y="1396"/>
                  <a:pt x="1368" y="1372"/>
                  <a:pt x="1368" y="1372"/>
                </a:cubicBezTo>
                <a:cubicBezTo>
                  <a:pt x="1391" y="1355"/>
                  <a:pt x="1418" y="1344"/>
                  <a:pt x="1436" y="1322"/>
                </a:cubicBezTo>
                <a:cubicBezTo>
                  <a:pt x="1543" y="1195"/>
                  <a:pt x="1344" y="1345"/>
                  <a:pt x="1503" y="1237"/>
                </a:cubicBezTo>
                <a:cubicBezTo>
                  <a:pt x="1571" y="1033"/>
                  <a:pt x="1667" y="710"/>
                  <a:pt x="1470" y="576"/>
                </a:cubicBezTo>
                <a:cubicBezTo>
                  <a:pt x="1459" y="559"/>
                  <a:pt x="1441" y="545"/>
                  <a:pt x="1436" y="525"/>
                </a:cubicBezTo>
                <a:cubicBezTo>
                  <a:pt x="1415" y="448"/>
                  <a:pt x="1434" y="403"/>
                  <a:pt x="1402" y="339"/>
                </a:cubicBezTo>
                <a:cubicBezTo>
                  <a:pt x="1399" y="334"/>
                  <a:pt x="1402" y="350"/>
                  <a:pt x="1402" y="356"/>
                </a:cubicBezTo>
                <a:close/>
              </a:path>
            </a:pathLst>
          </a:custGeom>
          <a:solidFill>
            <a:srgbClr val="990033"/>
          </a:solidFill>
          <a:ln w="50800">
            <a:solidFill>
              <a:srgbClr val="990033"/>
            </a:solidFill>
            <a:round/>
            <a:headEnd/>
            <a:tailEnd/>
          </a:ln>
        </p:spPr>
        <p:txBody>
          <a:bodyPr anchor="ctr"/>
          <a:lstStyle/>
          <a:p>
            <a:endParaRPr lang="zh-CN" altLang="en-US"/>
          </a:p>
        </p:txBody>
      </p:sp>
      <p:sp>
        <p:nvSpPr>
          <p:cNvPr id="43084" name="Line 76"/>
          <p:cNvSpPr>
            <a:spLocks noChangeShapeType="1"/>
          </p:cNvSpPr>
          <p:nvPr/>
        </p:nvSpPr>
        <p:spPr bwMode="auto">
          <a:xfrm>
            <a:off x="7658100" y="2027238"/>
            <a:ext cx="22225" cy="1676400"/>
          </a:xfrm>
          <a:prstGeom prst="line">
            <a:avLst/>
          </a:prstGeom>
          <a:noFill/>
          <a:ln w="19050">
            <a:solidFill>
              <a:srgbClr val="FF0000"/>
            </a:solidFill>
            <a:prstDash val="dashDot"/>
            <a:round/>
            <a:headEnd/>
            <a:tailEnd/>
          </a:ln>
        </p:spPr>
        <p:txBody>
          <a:bodyPr anchor="ctr"/>
          <a:lstStyle/>
          <a:p>
            <a:endParaRPr lang="zh-CN" altLang="en-US"/>
          </a:p>
        </p:txBody>
      </p:sp>
      <p:sp>
        <p:nvSpPr>
          <p:cNvPr id="43085" name="Line 77"/>
          <p:cNvSpPr>
            <a:spLocks noChangeShapeType="1"/>
          </p:cNvSpPr>
          <p:nvPr/>
        </p:nvSpPr>
        <p:spPr bwMode="auto">
          <a:xfrm flipH="1">
            <a:off x="5164138" y="3689350"/>
            <a:ext cx="2514600" cy="0"/>
          </a:xfrm>
          <a:prstGeom prst="line">
            <a:avLst/>
          </a:prstGeom>
          <a:noFill/>
          <a:ln w="19050">
            <a:solidFill>
              <a:srgbClr val="FF0000"/>
            </a:solidFill>
            <a:prstDash val="dashDot"/>
            <a:round/>
            <a:headEnd/>
            <a:tailEnd/>
          </a:ln>
        </p:spPr>
        <p:txBody>
          <a:bodyPr anchor="ctr"/>
          <a:lstStyle/>
          <a:p>
            <a:endParaRPr lang="zh-CN" altLang="en-US"/>
          </a:p>
        </p:txBody>
      </p:sp>
      <p:sp>
        <p:nvSpPr>
          <p:cNvPr id="43086" name="Line 78"/>
          <p:cNvSpPr>
            <a:spLocks noChangeShapeType="1"/>
          </p:cNvSpPr>
          <p:nvPr/>
        </p:nvSpPr>
        <p:spPr bwMode="auto">
          <a:xfrm flipV="1">
            <a:off x="7678738" y="2946400"/>
            <a:ext cx="762000" cy="762000"/>
          </a:xfrm>
          <a:prstGeom prst="line">
            <a:avLst/>
          </a:prstGeom>
          <a:noFill/>
          <a:ln w="19050">
            <a:solidFill>
              <a:srgbClr val="FF0000"/>
            </a:solidFill>
            <a:prstDash val="dashDot"/>
            <a:round/>
            <a:headEnd/>
            <a:tailEnd/>
          </a:ln>
        </p:spPr>
        <p:txBody>
          <a:bodyPr anchor="ctr"/>
          <a:lstStyle/>
          <a:p>
            <a:endParaRPr lang="zh-CN" altLang="en-US"/>
          </a:p>
        </p:txBody>
      </p:sp>
      <p:graphicFrame>
        <p:nvGraphicFramePr>
          <p:cNvPr id="43087" name="Object 79"/>
          <p:cNvGraphicFramePr>
            <a:graphicFrameLocks/>
          </p:cNvGraphicFramePr>
          <p:nvPr/>
        </p:nvGraphicFramePr>
        <p:xfrm>
          <a:off x="7380288" y="2309813"/>
          <a:ext cx="201612" cy="215900"/>
        </p:xfrm>
        <a:graphic>
          <a:graphicData uri="http://schemas.openxmlformats.org/presentationml/2006/ole">
            <p:oleObj spid="_x0000_s2054" name="公式" r:id="rId7" imgW="203040" imgH="215640" progId="Equation.3">
              <p:embed/>
            </p:oleObj>
          </a:graphicData>
        </a:graphic>
      </p:graphicFrame>
      <p:graphicFrame>
        <p:nvGraphicFramePr>
          <p:cNvPr id="43088" name="Object 80"/>
          <p:cNvGraphicFramePr>
            <a:graphicFrameLocks noChangeAspect="1"/>
          </p:cNvGraphicFramePr>
          <p:nvPr/>
        </p:nvGraphicFramePr>
        <p:xfrm>
          <a:off x="7812088" y="1612900"/>
          <a:ext cx="927100" cy="363538"/>
        </p:xfrm>
        <a:graphic>
          <a:graphicData uri="http://schemas.openxmlformats.org/presentationml/2006/ole">
            <p:oleObj spid="_x0000_s2055" name="公式" r:id="rId8" imgW="520560" imgH="203040" progId="Equation.3">
              <p:embed/>
            </p:oleObj>
          </a:graphicData>
        </a:graphic>
      </p:graphicFrame>
      <p:graphicFrame>
        <p:nvGraphicFramePr>
          <p:cNvPr id="43089" name="Object 81"/>
          <p:cNvGraphicFramePr>
            <a:graphicFrameLocks/>
          </p:cNvGraphicFramePr>
          <p:nvPr/>
        </p:nvGraphicFramePr>
        <p:xfrm>
          <a:off x="6418263" y="3732213"/>
          <a:ext cx="241300" cy="306387"/>
        </p:xfrm>
        <a:graphic>
          <a:graphicData uri="http://schemas.openxmlformats.org/presentationml/2006/ole">
            <p:oleObj spid="_x0000_s2056" name="公式" r:id="rId9" imgW="241200" imgH="304560" progId="Equation.3">
              <p:embed/>
            </p:oleObj>
          </a:graphicData>
        </a:graphic>
      </p:graphicFrame>
      <p:graphicFrame>
        <p:nvGraphicFramePr>
          <p:cNvPr id="43090" name="Object 82"/>
          <p:cNvGraphicFramePr>
            <a:graphicFrameLocks noChangeAspect="1"/>
          </p:cNvGraphicFramePr>
          <p:nvPr/>
        </p:nvGraphicFramePr>
        <p:xfrm>
          <a:off x="8037513" y="3363913"/>
          <a:ext cx="219075" cy="231775"/>
        </p:xfrm>
        <a:graphic>
          <a:graphicData uri="http://schemas.openxmlformats.org/presentationml/2006/ole">
            <p:oleObj spid="_x0000_s2057" name="公式" r:id="rId10" imgW="215640" imgH="228600" progId="Equation.3">
              <p:embed/>
            </p:oleObj>
          </a:graphicData>
        </a:graphic>
      </p:graphicFrame>
      <p:sp>
        <p:nvSpPr>
          <p:cNvPr id="43091" name="Text Box 83"/>
          <p:cNvSpPr txBox="1">
            <a:spLocks noChangeArrowheads="1"/>
          </p:cNvSpPr>
          <p:nvPr/>
        </p:nvSpPr>
        <p:spPr bwMode="auto">
          <a:xfrm>
            <a:off x="515938" y="2181225"/>
            <a:ext cx="2760662" cy="457200"/>
          </a:xfrm>
          <a:prstGeom prst="rect">
            <a:avLst/>
          </a:prstGeom>
          <a:noFill/>
          <a:ln w="9525">
            <a:noFill/>
            <a:miter lim="800000"/>
            <a:headEnd/>
            <a:tailEnd/>
          </a:ln>
        </p:spPr>
        <p:txBody>
          <a:bodyPr>
            <a:spAutoFit/>
          </a:bodyPr>
          <a:lstStyle/>
          <a:p>
            <a:pPr>
              <a:spcBef>
                <a:spcPct val="50000"/>
              </a:spcBef>
            </a:pPr>
            <a:r>
              <a:rPr kumimoji="1" lang="en-US" altLang="zh-CN" sz="2400">
                <a:solidFill>
                  <a:srgbClr val="FF0000"/>
                </a:solidFill>
                <a:latin typeface="Times New Roman" pitchFamily="18" charset="0"/>
              </a:rPr>
              <a:t>(2)  </a:t>
            </a:r>
            <a:r>
              <a:rPr kumimoji="1" lang="zh-CN" altLang="en-US" sz="2400">
                <a:solidFill>
                  <a:srgbClr val="FF0000"/>
                </a:solidFill>
                <a:latin typeface="宋体" pitchFamily="2" charset="-122"/>
              </a:rPr>
              <a:t>位置矢量法</a:t>
            </a:r>
            <a:endParaRPr kumimoji="1" lang="zh-CN" altLang="en-US" sz="2800" b="0">
              <a:solidFill>
                <a:srgbClr val="FF0000"/>
              </a:solidFill>
              <a:latin typeface="Times New Roman" pitchFamily="18" charset="0"/>
            </a:endParaRPr>
          </a:p>
        </p:txBody>
      </p:sp>
      <p:graphicFrame>
        <p:nvGraphicFramePr>
          <p:cNvPr id="43092" name="Object 84"/>
          <p:cNvGraphicFramePr>
            <a:graphicFrameLocks noChangeAspect="1"/>
          </p:cNvGraphicFramePr>
          <p:nvPr/>
        </p:nvGraphicFramePr>
        <p:xfrm>
          <a:off x="1646238" y="4127500"/>
          <a:ext cx="1860550" cy="434975"/>
        </p:xfrm>
        <a:graphic>
          <a:graphicData uri="http://schemas.openxmlformats.org/presentationml/2006/ole">
            <p:oleObj spid="_x0000_s2058" name="公式" r:id="rId11" imgW="1028520" imgH="241200" progId="Equation.3">
              <p:embed/>
            </p:oleObj>
          </a:graphicData>
        </a:graphic>
      </p:graphicFrame>
      <p:sp>
        <p:nvSpPr>
          <p:cNvPr id="43093" name="Text Box 85"/>
          <p:cNvSpPr txBox="1">
            <a:spLocks noChangeArrowheads="1"/>
          </p:cNvSpPr>
          <p:nvPr/>
        </p:nvSpPr>
        <p:spPr bwMode="auto">
          <a:xfrm>
            <a:off x="755650" y="3476625"/>
            <a:ext cx="3455988" cy="457200"/>
          </a:xfrm>
          <a:prstGeom prst="rect">
            <a:avLst/>
          </a:prstGeom>
          <a:noFill/>
          <a:ln w="9525">
            <a:noFill/>
            <a:miter lim="800000"/>
            <a:headEnd/>
            <a:tailEnd/>
          </a:ln>
        </p:spPr>
        <p:txBody>
          <a:bodyPr>
            <a:spAutoFit/>
          </a:bodyPr>
          <a:lstStyle/>
          <a:p>
            <a:pPr>
              <a:spcBef>
                <a:spcPct val="50000"/>
              </a:spcBef>
            </a:pPr>
            <a:r>
              <a:rPr kumimoji="1" lang="zh-CN" altLang="en-US" sz="2400">
                <a:latin typeface="Times New Roman" pitchFamily="18" charset="0"/>
              </a:rPr>
              <a:t>由位置矢量        表示。</a:t>
            </a:r>
          </a:p>
        </p:txBody>
      </p:sp>
      <p:graphicFrame>
        <p:nvGraphicFramePr>
          <p:cNvPr id="43094" name="Object 86"/>
          <p:cNvGraphicFramePr>
            <a:graphicFrameLocks/>
          </p:cNvGraphicFramePr>
          <p:nvPr/>
        </p:nvGraphicFramePr>
        <p:xfrm>
          <a:off x="2627313" y="3548063"/>
          <a:ext cx="215900" cy="292100"/>
        </p:xfrm>
        <a:graphic>
          <a:graphicData uri="http://schemas.openxmlformats.org/presentationml/2006/ole">
            <p:oleObj spid="_x0000_s2059" name="公式" r:id="rId12" imgW="215640" imgH="291960" progId="Equation.3">
              <p:embed/>
            </p:oleObj>
          </a:graphicData>
        </a:graphic>
      </p:graphicFrame>
      <p:sp>
        <p:nvSpPr>
          <p:cNvPr id="43095" name="Text Box 87"/>
          <p:cNvSpPr txBox="1">
            <a:spLocks noChangeArrowheads="1"/>
          </p:cNvSpPr>
          <p:nvPr/>
        </p:nvSpPr>
        <p:spPr bwMode="auto">
          <a:xfrm>
            <a:off x="762000" y="4845050"/>
            <a:ext cx="2946400" cy="457200"/>
          </a:xfrm>
          <a:prstGeom prst="rect">
            <a:avLst/>
          </a:prstGeom>
          <a:noFill/>
          <a:ln w="9525">
            <a:noFill/>
            <a:miter lim="800000"/>
            <a:headEnd/>
            <a:tailEnd/>
          </a:ln>
        </p:spPr>
        <p:txBody>
          <a:bodyPr>
            <a:spAutoFit/>
          </a:bodyPr>
          <a:lstStyle/>
          <a:p>
            <a:pPr>
              <a:spcBef>
                <a:spcPct val="50000"/>
              </a:spcBef>
            </a:pPr>
            <a:r>
              <a:rPr kumimoji="1" lang="zh-CN" altLang="en-US" sz="2400">
                <a:latin typeface="Times New Roman" pitchFamily="18" charset="0"/>
              </a:rPr>
              <a:t>位置矢量的大小：</a:t>
            </a:r>
          </a:p>
        </p:txBody>
      </p:sp>
      <p:graphicFrame>
        <p:nvGraphicFramePr>
          <p:cNvPr id="43096" name="Object 88"/>
          <p:cNvGraphicFramePr>
            <a:graphicFrameLocks noChangeAspect="1"/>
          </p:cNvGraphicFramePr>
          <p:nvPr/>
        </p:nvGraphicFramePr>
        <p:xfrm>
          <a:off x="3671888" y="4848225"/>
          <a:ext cx="2101850" cy="500063"/>
        </p:xfrm>
        <a:graphic>
          <a:graphicData uri="http://schemas.openxmlformats.org/presentationml/2006/ole">
            <p:oleObj spid="_x0000_s2060" name="公式" r:id="rId13" imgW="1180800" imgH="279360" progId="Equation.3">
              <p:embed/>
            </p:oleObj>
          </a:graphicData>
        </a:graphic>
      </p:graphicFrame>
      <p:sp>
        <p:nvSpPr>
          <p:cNvPr id="43097" name="Line 89"/>
          <p:cNvSpPr>
            <a:spLocks noChangeShapeType="1"/>
          </p:cNvSpPr>
          <p:nvPr/>
        </p:nvSpPr>
        <p:spPr bwMode="auto">
          <a:xfrm flipV="1">
            <a:off x="5951538" y="2012950"/>
            <a:ext cx="1725612" cy="896938"/>
          </a:xfrm>
          <a:prstGeom prst="line">
            <a:avLst/>
          </a:prstGeom>
          <a:noFill/>
          <a:ln w="38100">
            <a:solidFill>
              <a:srgbClr val="FF0000"/>
            </a:solidFill>
            <a:round/>
            <a:headEnd/>
            <a:tailEnd type="triangle" w="med" len="lg"/>
          </a:ln>
        </p:spPr>
        <p:txBody>
          <a:bodyPr anchor="ctr"/>
          <a:lstStyle/>
          <a:p>
            <a:endParaRPr lang="zh-CN" altLang="en-US"/>
          </a:p>
        </p:txBody>
      </p:sp>
      <p:graphicFrame>
        <p:nvGraphicFramePr>
          <p:cNvPr id="43098" name="Object 90"/>
          <p:cNvGraphicFramePr>
            <a:graphicFrameLocks/>
          </p:cNvGraphicFramePr>
          <p:nvPr/>
        </p:nvGraphicFramePr>
        <p:xfrm>
          <a:off x="6732588" y="1951038"/>
          <a:ext cx="284162" cy="412750"/>
        </p:xfrm>
        <a:graphic>
          <a:graphicData uri="http://schemas.openxmlformats.org/presentationml/2006/ole">
            <p:oleObj spid="_x0000_s2061" name="Equation" r:id="rId14" imgW="126720" imgH="177480" progId="Equation.3">
              <p:embed/>
            </p:oleObj>
          </a:graphicData>
        </a:graphic>
      </p:graphicFrame>
      <p:graphicFrame>
        <p:nvGraphicFramePr>
          <p:cNvPr id="43099" name="Object 91"/>
          <p:cNvGraphicFramePr>
            <a:graphicFrameLocks noChangeAspect="1"/>
          </p:cNvGraphicFramePr>
          <p:nvPr/>
        </p:nvGraphicFramePr>
        <p:xfrm>
          <a:off x="6588125" y="2557463"/>
          <a:ext cx="298450" cy="355600"/>
        </p:xfrm>
        <a:graphic>
          <a:graphicData uri="http://schemas.openxmlformats.org/presentationml/2006/ole">
            <p:oleObj spid="_x0000_s2062" name="公式" r:id="rId15" imgW="164880" imgH="203040" progId="Equation.3">
              <p:embed/>
            </p:oleObj>
          </a:graphicData>
        </a:graphic>
      </p:graphicFrame>
      <p:graphicFrame>
        <p:nvGraphicFramePr>
          <p:cNvPr id="43100" name="Object 92"/>
          <p:cNvGraphicFramePr>
            <a:graphicFrameLocks noChangeAspect="1"/>
          </p:cNvGraphicFramePr>
          <p:nvPr/>
        </p:nvGraphicFramePr>
        <p:xfrm>
          <a:off x="5940425" y="3049588"/>
          <a:ext cx="273050" cy="268287"/>
        </p:xfrm>
        <a:graphic>
          <a:graphicData uri="http://schemas.openxmlformats.org/presentationml/2006/ole">
            <p:oleObj spid="_x0000_s2063" name="公式" r:id="rId16" imgW="152280" imgH="139680" progId="Equation.3">
              <p:embed/>
            </p:oleObj>
          </a:graphicData>
        </a:graphic>
      </p:graphicFrame>
      <p:graphicFrame>
        <p:nvGraphicFramePr>
          <p:cNvPr id="43101" name="Object 93"/>
          <p:cNvGraphicFramePr>
            <a:graphicFrameLocks noChangeAspect="1"/>
          </p:cNvGraphicFramePr>
          <p:nvPr/>
        </p:nvGraphicFramePr>
        <p:xfrm>
          <a:off x="6024563" y="2282825"/>
          <a:ext cx="204787" cy="295275"/>
        </p:xfrm>
        <a:graphic>
          <a:graphicData uri="http://schemas.openxmlformats.org/presentationml/2006/ole">
            <p:oleObj spid="_x0000_s2064" name="公式" r:id="rId17" imgW="114120" imgH="164880" progId="Equation.3">
              <p:embed/>
            </p:oleObj>
          </a:graphicData>
        </a:graphic>
      </p:graphicFrame>
      <p:sp>
        <p:nvSpPr>
          <p:cNvPr id="43102" name="Arc 94"/>
          <p:cNvSpPr>
            <a:spLocks/>
          </p:cNvSpPr>
          <p:nvPr/>
        </p:nvSpPr>
        <p:spPr bwMode="auto">
          <a:xfrm flipV="1">
            <a:off x="5756275" y="2743200"/>
            <a:ext cx="417513" cy="381000"/>
          </a:xfrm>
          <a:custGeom>
            <a:avLst/>
            <a:gdLst>
              <a:gd name="T0" fmla="*/ 0 w 23695"/>
              <a:gd name="T1" fmla="*/ 653062 h 21600"/>
              <a:gd name="T2" fmla="*/ 129627321 w 23695"/>
              <a:gd name="T3" fmla="*/ 103531103 h 21600"/>
              <a:gd name="T4" fmla="*/ 12412797 w 23695"/>
              <a:gd name="T5" fmla="*/ 118540664 h 21600"/>
              <a:gd name="T6" fmla="*/ 0 60000 65536"/>
              <a:gd name="T7" fmla="*/ 0 60000 65536"/>
              <a:gd name="T8" fmla="*/ 0 60000 65536"/>
              <a:gd name="T9" fmla="*/ 0 w 23695"/>
              <a:gd name="T10" fmla="*/ 0 h 21600"/>
              <a:gd name="T11" fmla="*/ 23695 w 23695"/>
              <a:gd name="T12" fmla="*/ 21600 h 21600"/>
            </a:gdLst>
            <a:ahLst/>
            <a:cxnLst>
              <a:cxn ang="T6">
                <a:pos x="T0" y="T1"/>
              </a:cxn>
              <a:cxn ang="T7">
                <a:pos x="T2" y="T3"/>
              </a:cxn>
              <a:cxn ang="T8">
                <a:pos x="T4" y="T5"/>
              </a:cxn>
            </a:cxnLst>
            <a:rect l="T9" t="T10" r="T11" b="T12"/>
            <a:pathLst>
              <a:path w="23695" h="21600" fill="none" extrusionOk="0">
                <a:moveTo>
                  <a:pt x="0" y="119"/>
                </a:moveTo>
                <a:cubicBezTo>
                  <a:pt x="753" y="39"/>
                  <a:pt x="1511" y="-1"/>
                  <a:pt x="2269" y="0"/>
                </a:cubicBezTo>
                <a:cubicBezTo>
                  <a:pt x="13140" y="0"/>
                  <a:pt x="22318" y="8080"/>
                  <a:pt x="23695" y="18864"/>
                </a:cubicBezTo>
              </a:path>
              <a:path w="23695" h="21600" stroke="0" extrusionOk="0">
                <a:moveTo>
                  <a:pt x="0" y="119"/>
                </a:moveTo>
                <a:cubicBezTo>
                  <a:pt x="753" y="39"/>
                  <a:pt x="1511" y="-1"/>
                  <a:pt x="2269" y="0"/>
                </a:cubicBezTo>
                <a:cubicBezTo>
                  <a:pt x="13140" y="0"/>
                  <a:pt x="22318" y="8080"/>
                  <a:pt x="23695" y="18864"/>
                </a:cubicBezTo>
                <a:lnTo>
                  <a:pt x="2269" y="21600"/>
                </a:lnTo>
                <a:close/>
              </a:path>
            </a:pathLst>
          </a:custGeom>
          <a:noFill/>
          <a:ln w="19050">
            <a:solidFill>
              <a:srgbClr val="FFFF00"/>
            </a:solidFill>
            <a:round/>
            <a:headEnd/>
            <a:tailEnd/>
          </a:ln>
        </p:spPr>
        <p:txBody>
          <a:bodyPr wrap="none" anchor="ctr"/>
          <a:lstStyle/>
          <a:p>
            <a:endParaRPr lang="zh-CN" altLang="en-US"/>
          </a:p>
        </p:txBody>
      </p:sp>
      <p:sp>
        <p:nvSpPr>
          <p:cNvPr id="43103" name="Arc 95"/>
          <p:cNvSpPr>
            <a:spLocks/>
          </p:cNvSpPr>
          <p:nvPr/>
        </p:nvSpPr>
        <p:spPr bwMode="auto">
          <a:xfrm>
            <a:off x="6372225" y="2649538"/>
            <a:ext cx="152400" cy="254000"/>
          </a:xfrm>
          <a:custGeom>
            <a:avLst/>
            <a:gdLst>
              <a:gd name="T0" fmla="*/ 4208477 w 21600"/>
              <a:gd name="T1" fmla="*/ 0 h 17972"/>
              <a:gd name="T2" fmla="*/ 7586607 w 21600"/>
              <a:gd name="T3" fmla="*/ 50735065 h 17972"/>
              <a:gd name="T4" fmla="*/ 0 w 21600"/>
              <a:gd name="T5" fmla="*/ 50735065 h 17972"/>
              <a:gd name="T6" fmla="*/ 0 60000 65536"/>
              <a:gd name="T7" fmla="*/ 0 60000 65536"/>
              <a:gd name="T8" fmla="*/ 0 60000 65536"/>
              <a:gd name="T9" fmla="*/ 0 w 21600"/>
              <a:gd name="T10" fmla="*/ 0 h 17972"/>
              <a:gd name="T11" fmla="*/ 21600 w 21600"/>
              <a:gd name="T12" fmla="*/ 17972 h 17972"/>
            </a:gdLst>
            <a:ahLst/>
            <a:cxnLst>
              <a:cxn ang="T6">
                <a:pos x="T0" y="T1"/>
              </a:cxn>
              <a:cxn ang="T7">
                <a:pos x="T2" y="T3"/>
              </a:cxn>
              <a:cxn ang="T8">
                <a:pos x="T4" y="T5"/>
              </a:cxn>
            </a:cxnLst>
            <a:rect l="T9" t="T10" r="T11" b="T12"/>
            <a:pathLst>
              <a:path w="21600" h="17972" fill="none" extrusionOk="0">
                <a:moveTo>
                  <a:pt x="11981" y="0"/>
                </a:moveTo>
                <a:cubicBezTo>
                  <a:pt x="17990" y="4006"/>
                  <a:pt x="21600" y="10750"/>
                  <a:pt x="21600" y="17972"/>
                </a:cubicBezTo>
              </a:path>
              <a:path w="21600" h="17972" stroke="0" extrusionOk="0">
                <a:moveTo>
                  <a:pt x="11981" y="0"/>
                </a:moveTo>
                <a:cubicBezTo>
                  <a:pt x="17990" y="4006"/>
                  <a:pt x="21600" y="10750"/>
                  <a:pt x="21600" y="17972"/>
                </a:cubicBezTo>
                <a:lnTo>
                  <a:pt x="0" y="17972"/>
                </a:lnTo>
                <a:close/>
              </a:path>
            </a:pathLst>
          </a:custGeom>
          <a:noFill/>
          <a:ln w="19050">
            <a:solidFill>
              <a:srgbClr val="990033"/>
            </a:solidFill>
            <a:round/>
            <a:headEnd/>
            <a:tailEnd/>
          </a:ln>
        </p:spPr>
        <p:txBody>
          <a:bodyPr wrap="none" anchor="ctr"/>
          <a:lstStyle/>
          <a:p>
            <a:endParaRPr lang="zh-CN" altLang="en-US"/>
          </a:p>
        </p:txBody>
      </p:sp>
      <p:sp>
        <p:nvSpPr>
          <p:cNvPr id="43104" name="Arc 96"/>
          <p:cNvSpPr>
            <a:spLocks/>
          </p:cNvSpPr>
          <p:nvPr/>
        </p:nvSpPr>
        <p:spPr bwMode="auto">
          <a:xfrm>
            <a:off x="5927725" y="2598738"/>
            <a:ext cx="304800" cy="152400"/>
          </a:xfrm>
          <a:custGeom>
            <a:avLst/>
            <a:gdLst>
              <a:gd name="T0" fmla="*/ 0 w 21600"/>
              <a:gd name="T1" fmla="*/ 0 h 21600"/>
              <a:gd name="T2" fmla="*/ 60692798 w 21600"/>
              <a:gd name="T3" fmla="*/ 7586607 h 21600"/>
              <a:gd name="T4" fmla="*/ 0 w 21600"/>
              <a:gd name="T5" fmla="*/ 758660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0099"/>
            </a:solidFill>
            <a:round/>
            <a:headEnd/>
            <a:tailEnd/>
          </a:ln>
        </p:spPr>
        <p:txBody>
          <a:bodyPr wrap="none" anchor="ctr"/>
          <a:lstStyle/>
          <a:p>
            <a:endParaRPr lang="zh-CN" altLang="en-US"/>
          </a:p>
        </p:txBody>
      </p:sp>
      <p:sp>
        <p:nvSpPr>
          <p:cNvPr id="43105" name="Rectangle 97"/>
          <p:cNvSpPr>
            <a:spLocks noChangeArrowheads="1"/>
          </p:cNvSpPr>
          <p:nvPr/>
        </p:nvSpPr>
        <p:spPr bwMode="auto">
          <a:xfrm>
            <a:off x="2640013" y="1601788"/>
            <a:ext cx="1284287" cy="457200"/>
          </a:xfrm>
          <a:prstGeom prst="rect">
            <a:avLst/>
          </a:prstGeom>
          <a:noFill/>
          <a:ln w="9525">
            <a:noFill/>
            <a:miter lim="800000"/>
            <a:headEnd/>
            <a:tailEnd/>
          </a:ln>
        </p:spPr>
        <p:txBody>
          <a:bodyPr wrap="none">
            <a:spAutoFit/>
          </a:bodyPr>
          <a:lstStyle/>
          <a:p>
            <a:pPr algn="ctr"/>
            <a:r>
              <a:rPr kumimoji="1" lang="en-US" altLang="zh-CN" sz="2400" i="1">
                <a:solidFill>
                  <a:schemeClr val="accent2"/>
                </a:solidFill>
                <a:latin typeface="Times New Roman" pitchFamily="18" charset="0"/>
              </a:rPr>
              <a:t>P</a:t>
            </a:r>
            <a:r>
              <a:rPr kumimoji="1" lang="en-US" altLang="zh-CN" sz="2400">
                <a:solidFill>
                  <a:schemeClr val="accent2"/>
                </a:solidFill>
                <a:latin typeface="Times New Roman" pitchFamily="18" charset="0"/>
              </a:rPr>
              <a:t>(</a:t>
            </a:r>
            <a:r>
              <a:rPr kumimoji="1" lang="en-US" altLang="zh-CN" sz="2400" i="1">
                <a:solidFill>
                  <a:schemeClr val="accent2"/>
                </a:solidFill>
                <a:latin typeface="Times New Roman" pitchFamily="18" charset="0"/>
              </a:rPr>
              <a:t>x</a:t>
            </a:r>
            <a:r>
              <a:rPr kumimoji="1" lang="en-US" altLang="zh-CN" sz="2400">
                <a:solidFill>
                  <a:schemeClr val="accent2"/>
                </a:solidFill>
                <a:latin typeface="Times New Roman" pitchFamily="18" charset="0"/>
              </a:rPr>
              <a:t>, </a:t>
            </a:r>
            <a:r>
              <a:rPr kumimoji="1" lang="en-US" altLang="zh-CN" sz="2400" i="1">
                <a:solidFill>
                  <a:schemeClr val="accent2"/>
                </a:solidFill>
                <a:latin typeface="Times New Roman" pitchFamily="18" charset="0"/>
              </a:rPr>
              <a:t>y</a:t>
            </a:r>
            <a:r>
              <a:rPr kumimoji="1" lang="en-US" altLang="zh-CN" sz="2400">
                <a:solidFill>
                  <a:schemeClr val="accent2"/>
                </a:solidFill>
                <a:latin typeface="Times New Roman" pitchFamily="18" charset="0"/>
              </a:rPr>
              <a:t>, </a:t>
            </a:r>
            <a:r>
              <a:rPr kumimoji="1" lang="en-US" altLang="zh-CN" sz="2400" i="1">
                <a:solidFill>
                  <a:schemeClr val="accent2"/>
                </a:solidFill>
                <a:latin typeface="Times New Roman" pitchFamily="18" charset="0"/>
              </a:rPr>
              <a:t>z</a:t>
            </a:r>
            <a:r>
              <a:rPr kumimoji="1" lang="en-US" altLang="zh-CN" sz="2400">
                <a:solidFill>
                  <a:schemeClr val="accent2"/>
                </a:solidFill>
                <a:latin typeface="Times New Roman" pitchFamily="18" charset="0"/>
              </a:rPr>
              <a:t>)</a:t>
            </a:r>
          </a:p>
        </p:txBody>
      </p:sp>
      <p:sp>
        <p:nvSpPr>
          <p:cNvPr id="43106" name="Text Box 98"/>
          <p:cNvSpPr txBox="1">
            <a:spLocks noChangeArrowheads="1"/>
          </p:cNvSpPr>
          <p:nvPr/>
        </p:nvSpPr>
        <p:spPr bwMode="auto">
          <a:xfrm>
            <a:off x="762000" y="5813425"/>
            <a:ext cx="2946400" cy="457200"/>
          </a:xfrm>
          <a:prstGeom prst="rect">
            <a:avLst/>
          </a:prstGeom>
          <a:noFill/>
          <a:ln w="9525">
            <a:noFill/>
            <a:miter lim="800000"/>
            <a:headEnd/>
            <a:tailEnd/>
          </a:ln>
        </p:spPr>
        <p:txBody>
          <a:bodyPr>
            <a:spAutoFit/>
          </a:bodyPr>
          <a:lstStyle/>
          <a:p>
            <a:pPr>
              <a:spcBef>
                <a:spcPct val="50000"/>
              </a:spcBef>
            </a:pPr>
            <a:r>
              <a:rPr kumimoji="1" lang="zh-CN" altLang="en-US" sz="2400">
                <a:latin typeface="Times New Roman" pitchFamily="18" charset="0"/>
              </a:rPr>
              <a:t>位置矢量的</a:t>
            </a:r>
            <a:r>
              <a:rPr kumimoji="1" lang="zh-CN" altLang="en-GB" sz="2400">
                <a:latin typeface="Times New Roman" pitchFamily="18" charset="0"/>
              </a:rPr>
              <a:t>方向</a:t>
            </a:r>
            <a:r>
              <a:rPr kumimoji="1" lang="zh-CN" altLang="en-US" sz="2400">
                <a:latin typeface="Times New Roman" pitchFamily="18" charset="0"/>
              </a:rPr>
              <a:t>：</a:t>
            </a:r>
          </a:p>
        </p:txBody>
      </p:sp>
      <p:sp>
        <p:nvSpPr>
          <p:cNvPr id="43107" name="Text Box 99"/>
          <p:cNvSpPr txBox="1">
            <a:spLocks noChangeArrowheads="1"/>
          </p:cNvSpPr>
          <p:nvPr/>
        </p:nvSpPr>
        <p:spPr bwMode="auto">
          <a:xfrm>
            <a:off x="4643438" y="2022475"/>
            <a:ext cx="1439862" cy="396875"/>
          </a:xfrm>
          <a:prstGeom prst="rect">
            <a:avLst/>
          </a:prstGeom>
          <a:noFill/>
          <a:ln w="9525">
            <a:noFill/>
            <a:miter lim="800000"/>
            <a:headEnd/>
            <a:tailEnd/>
          </a:ln>
        </p:spPr>
        <p:txBody>
          <a:bodyPr>
            <a:spAutoFit/>
          </a:bodyPr>
          <a:lstStyle/>
          <a:p>
            <a:pPr>
              <a:spcBef>
                <a:spcPct val="50000"/>
              </a:spcBef>
            </a:pPr>
            <a:r>
              <a:rPr kumimoji="1" lang="zh-CN" altLang="en-US" sz="2000">
                <a:latin typeface="Times New Roman" pitchFamily="18" charset="0"/>
                <a:ea typeface="楷体_GB2312" pitchFamily="49" charset="-122"/>
              </a:rPr>
              <a:t>参考物</a:t>
            </a:r>
            <a:endParaRPr kumimoji="1" lang="zh-CN" altLang="en-US" sz="2000" b="0">
              <a:latin typeface="Times New Roman" pitchFamily="18" charset="0"/>
              <a:ea typeface="楷体_GB2312" pitchFamily="49" charset="-122"/>
            </a:endParaRPr>
          </a:p>
        </p:txBody>
      </p:sp>
      <p:graphicFrame>
        <p:nvGraphicFramePr>
          <p:cNvPr id="43108" name="Object 100"/>
          <p:cNvGraphicFramePr>
            <a:graphicFrameLocks noChangeAspect="1"/>
          </p:cNvGraphicFramePr>
          <p:nvPr/>
        </p:nvGraphicFramePr>
        <p:xfrm>
          <a:off x="3357563" y="5703888"/>
          <a:ext cx="1277937" cy="820737"/>
        </p:xfrm>
        <a:graphic>
          <a:graphicData uri="http://schemas.openxmlformats.org/presentationml/2006/ole">
            <p:oleObj spid="_x0000_s2065" name="公式" r:id="rId18" imgW="711000" imgH="457200" progId="Equation.3">
              <p:embed/>
            </p:oleObj>
          </a:graphicData>
        </a:graphic>
      </p:graphicFrame>
      <p:graphicFrame>
        <p:nvGraphicFramePr>
          <p:cNvPr id="43109" name="Object 101"/>
          <p:cNvGraphicFramePr>
            <a:graphicFrameLocks noChangeAspect="1"/>
          </p:cNvGraphicFramePr>
          <p:nvPr/>
        </p:nvGraphicFramePr>
        <p:xfrm>
          <a:off x="7002463" y="5703888"/>
          <a:ext cx="1323975" cy="820737"/>
        </p:xfrm>
        <a:graphic>
          <a:graphicData uri="http://schemas.openxmlformats.org/presentationml/2006/ole">
            <p:oleObj spid="_x0000_s2066" name="公式" r:id="rId19" imgW="736560" imgH="457200" progId="Equation.3">
              <p:embed/>
            </p:oleObj>
          </a:graphicData>
        </a:graphic>
      </p:graphicFrame>
      <p:graphicFrame>
        <p:nvGraphicFramePr>
          <p:cNvPr id="43110" name="Object 102"/>
          <p:cNvGraphicFramePr>
            <a:graphicFrameLocks noChangeAspect="1"/>
          </p:cNvGraphicFramePr>
          <p:nvPr/>
        </p:nvGraphicFramePr>
        <p:xfrm>
          <a:off x="5202238" y="5703888"/>
          <a:ext cx="1235075" cy="820737"/>
        </p:xfrm>
        <a:graphic>
          <a:graphicData uri="http://schemas.openxmlformats.org/presentationml/2006/ole">
            <p:oleObj spid="_x0000_s2067" name="公式" r:id="rId20" imgW="685800" imgH="457200" progId="Equation.3">
              <p:embed/>
            </p:oleObj>
          </a:graphicData>
        </a:graphic>
      </p:graphicFrame>
      <p:graphicFrame>
        <p:nvGraphicFramePr>
          <p:cNvPr id="43112" name="Object 104"/>
          <p:cNvGraphicFramePr>
            <a:graphicFrameLocks noChangeAspect="1"/>
          </p:cNvGraphicFramePr>
          <p:nvPr/>
        </p:nvGraphicFramePr>
        <p:xfrm>
          <a:off x="7542213" y="1627188"/>
          <a:ext cx="293687" cy="295275"/>
        </p:xfrm>
        <a:graphic>
          <a:graphicData uri="http://schemas.openxmlformats.org/presentationml/2006/ole">
            <p:oleObj spid="_x0000_s2068" name="公式" r:id="rId21" imgW="164880" imgH="164880" progId="Equation.3">
              <p:embed/>
            </p:oleObj>
          </a:graphicData>
        </a:graphic>
      </p:graphicFrame>
      <p:sp>
        <p:nvSpPr>
          <p:cNvPr id="43113" name="Text Box 105"/>
          <p:cNvSpPr txBox="1">
            <a:spLocks noChangeArrowheads="1"/>
          </p:cNvSpPr>
          <p:nvPr/>
        </p:nvSpPr>
        <p:spPr bwMode="auto">
          <a:xfrm>
            <a:off x="179388" y="1027113"/>
            <a:ext cx="2016125" cy="457200"/>
          </a:xfrm>
          <a:prstGeom prst="rect">
            <a:avLst/>
          </a:prstGeom>
          <a:noFill/>
          <a:ln w="9525">
            <a:noFill/>
            <a:miter lim="800000"/>
            <a:headEnd/>
            <a:tailEnd/>
          </a:ln>
        </p:spPr>
        <p:txBody>
          <a:bodyPr>
            <a:spAutoFit/>
          </a:bodyPr>
          <a:lstStyle/>
          <a:p>
            <a:pPr>
              <a:spcBef>
                <a:spcPct val="50000"/>
              </a:spcBef>
            </a:pPr>
            <a:r>
              <a:rPr kumimoji="1" lang="en-US" altLang="zh-CN" sz="2400">
                <a:solidFill>
                  <a:srgbClr val="FF0000"/>
                </a:solidFill>
                <a:latin typeface="Times New Roman" pitchFamily="18" charset="0"/>
              </a:rPr>
              <a:t>1</a:t>
            </a:r>
            <a:r>
              <a:rPr kumimoji="1" lang="zh-CN" altLang="en-US" sz="2400">
                <a:solidFill>
                  <a:srgbClr val="FF0000"/>
                </a:solidFill>
                <a:latin typeface="Times New Roman" pitchFamily="18" charset="0"/>
              </a:rPr>
              <a:t>、位置矢量</a:t>
            </a:r>
            <a:endParaRPr kumimoji="1" lang="en-US" altLang="zh-CN" sz="2400" b="0">
              <a:solidFill>
                <a:srgbClr val="FF0000"/>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18"/>
                                        </p:tgtEl>
                                        <p:attrNameLst>
                                          <p:attrName>style.visibility</p:attrName>
                                        </p:attrNameLst>
                                      </p:cBhvr>
                                      <p:to>
                                        <p:strVal val="visible"/>
                                      </p:to>
                                    </p:set>
                                    <p:animEffect transition="in" filter="wipe(left)">
                                      <p:cBhvr>
                                        <p:cTn id="7" dur="1000"/>
                                        <p:tgtEl>
                                          <p:spTgt spid="430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113"/>
                                        </p:tgtEl>
                                        <p:attrNameLst>
                                          <p:attrName>style.visibility</p:attrName>
                                        </p:attrNameLst>
                                      </p:cBhvr>
                                      <p:to>
                                        <p:strVal val="visible"/>
                                      </p:to>
                                    </p:set>
                                    <p:animEffect transition="in" filter="wipe(left)">
                                      <p:cBhvr>
                                        <p:cTn id="12" dur="1000"/>
                                        <p:tgtEl>
                                          <p:spTgt spid="431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074"/>
                                        </p:tgtEl>
                                        <p:attrNameLst>
                                          <p:attrName>style.visibility</p:attrName>
                                        </p:attrNameLst>
                                      </p:cBhvr>
                                      <p:to>
                                        <p:strVal val="visible"/>
                                      </p:to>
                                    </p:set>
                                    <p:animEffect transition="in" filter="wipe(left)">
                                      <p:cBhvr>
                                        <p:cTn id="17" dur="500"/>
                                        <p:tgtEl>
                                          <p:spTgt spid="4307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43083"/>
                                        </p:tgtEl>
                                        <p:attrNameLst>
                                          <p:attrName>style.visibility</p:attrName>
                                        </p:attrNameLst>
                                      </p:cBhvr>
                                      <p:to>
                                        <p:strVal val="visible"/>
                                      </p:to>
                                    </p:set>
                                  </p:childTnLst>
                                </p:cTn>
                              </p:par>
                            </p:childTnLst>
                          </p:cTn>
                        </p:par>
                        <p:par>
                          <p:cTn id="22" fill="hold">
                            <p:stCondLst>
                              <p:cond delay="500"/>
                            </p:stCondLst>
                            <p:childTnLst>
                              <p:par>
                                <p:cTn id="23" presetID="1" presetClass="entr" presetSubtype="0" fill="hold" nodeType="afterEffect">
                                  <p:stCondLst>
                                    <p:cond delay="0"/>
                                  </p:stCondLst>
                                  <p:childTnLst>
                                    <p:set>
                                      <p:cBhvr>
                                        <p:cTn id="24" dur="1" fill="hold">
                                          <p:stCondLst>
                                            <p:cond delay="499"/>
                                          </p:stCondLst>
                                        </p:cTn>
                                        <p:tgtEl>
                                          <p:spTgt spid="431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3107"/>
                                        </p:tgtEl>
                                        <p:attrNameLst>
                                          <p:attrName>style.visibility</p:attrName>
                                        </p:attrNameLst>
                                      </p:cBhvr>
                                      <p:to>
                                        <p:strVal val="visible"/>
                                      </p:to>
                                    </p:set>
                                    <p:animEffect transition="in" filter="wipe(left)">
                                      <p:cBhvr>
                                        <p:cTn id="29" dur="500"/>
                                        <p:tgtEl>
                                          <p:spTgt spid="43107"/>
                                        </p:tgtEl>
                                      </p:cBhvr>
                                    </p:animEffect>
                                  </p:childTnLst>
                                </p:cTn>
                              </p:par>
                            </p:childTnLst>
                          </p:cTn>
                        </p:par>
                        <p:par>
                          <p:cTn id="30" fill="hold">
                            <p:stCondLst>
                              <p:cond delay="500"/>
                            </p:stCondLst>
                            <p:childTnLst>
                              <p:par>
                                <p:cTn id="31" presetID="4" presetClass="entr" presetSubtype="32" fill="hold" grpId="0" nodeType="afterEffect">
                                  <p:stCondLst>
                                    <p:cond delay="0"/>
                                  </p:stCondLst>
                                  <p:childTnLst>
                                    <p:set>
                                      <p:cBhvr>
                                        <p:cTn id="32" dur="1" fill="hold">
                                          <p:stCondLst>
                                            <p:cond delay="0"/>
                                          </p:stCondLst>
                                        </p:cTn>
                                        <p:tgtEl>
                                          <p:spTgt spid="43075"/>
                                        </p:tgtEl>
                                        <p:attrNameLst>
                                          <p:attrName>style.visibility</p:attrName>
                                        </p:attrNameLst>
                                      </p:cBhvr>
                                      <p:to>
                                        <p:strVal val="visible"/>
                                      </p:to>
                                    </p:set>
                                    <p:animEffect transition="in" filter="box(out)">
                                      <p:cBhvr>
                                        <p:cTn id="33" dur="500"/>
                                        <p:tgtEl>
                                          <p:spTgt spid="43075"/>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499"/>
                                          </p:stCondLst>
                                        </p:cTn>
                                        <p:tgtEl>
                                          <p:spTgt spid="43082"/>
                                        </p:tgtEl>
                                        <p:attrNameLst>
                                          <p:attrName>style.visibility</p:attrName>
                                        </p:attrNameLst>
                                      </p:cBhvr>
                                      <p:to>
                                        <p:strVal val="visible"/>
                                      </p:to>
                                    </p:set>
                                  </p:childTnLst>
                                </p:cTn>
                              </p:par>
                            </p:childTnLst>
                          </p:cTn>
                        </p:par>
                        <p:par>
                          <p:cTn id="38" fill="hold">
                            <p:stCondLst>
                              <p:cond delay="500"/>
                            </p:stCondLst>
                            <p:childTnLst>
                              <p:par>
                                <p:cTn id="39" presetID="22" presetClass="entr" presetSubtype="1" fill="hold" grpId="0" nodeType="afterEffect">
                                  <p:stCondLst>
                                    <p:cond delay="0"/>
                                  </p:stCondLst>
                                  <p:childTnLst>
                                    <p:set>
                                      <p:cBhvr>
                                        <p:cTn id="40" dur="1" fill="hold">
                                          <p:stCondLst>
                                            <p:cond delay="0"/>
                                          </p:stCondLst>
                                        </p:cTn>
                                        <p:tgtEl>
                                          <p:spTgt spid="43078"/>
                                        </p:tgtEl>
                                        <p:attrNameLst>
                                          <p:attrName>style.visibility</p:attrName>
                                        </p:attrNameLst>
                                      </p:cBhvr>
                                      <p:to>
                                        <p:strVal val="visible"/>
                                      </p:to>
                                    </p:set>
                                    <p:animEffect transition="in" filter="wipe(up)">
                                      <p:cBhvr>
                                        <p:cTn id="41" dur="500"/>
                                        <p:tgtEl>
                                          <p:spTgt spid="43078"/>
                                        </p:tgtEl>
                                      </p:cBhvr>
                                    </p:animEffect>
                                  </p:childTnLst>
                                </p:cTn>
                              </p:par>
                            </p:childTnLst>
                          </p:cTn>
                        </p:par>
                        <p:par>
                          <p:cTn id="42" fill="hold">
                            <p:stCondLst>
                              <p:cond delay="1000"/>
                            </p:stCondLst>
                            <p:childTnLst>
                              <p:par>
                                <p:cTn id="43" presetID="1" presetClass="entr" presetSubtype="0" fill="hold" nodeType="afterEffect">
                                  <p:stCondLst>
                                    <p:cond delay="0"/>
                                  </p:stCondLst>
                                  <p:childTnLst>
                                    <p:set>
                                      <p:cBhvr>
                                        <p:cTn id="44" dur="1" fill="hold">
                                          <p:stCondLst>
                                            <p:cond delay="499"/>
                                          </p:stCondLst>
                                        </p:cTn>
                                        <p:tgtEl>
                                          <p:spTgt spid="43080"/>
                                        </p:tgtEl>
                                        <p:attrNameLst>
                                          <p:attrName>style.visibility</p:attrName>
                                        </p:attrNameLst>
                                      </p:cBhvr>
                                      <p:to>
                                        <p:strVal val="visible"/>
                                      </p:to>
                                    </p:set>
                                  </p:childTnLst>
                                </p:cTn>
                              </p:par>
                            </p:childTnLst>
                          </p:cTn>
                        </p:par>
                        <p:par>
                          <p:cTn id="45" fill="hold">
                            <p:stCondLst>
                              <p:cond delay="1500"/>
                            </p:stCondLst>
                            <p:childTnLst>
                              <p:par>
                                <p:cTn id="46" presetID="22" presetClass="entr" presetSubtype="8" fill="hold" grpId="0" nodeType="afterEffect">
                                  <p:stCondLst>
                                    <p:cond delay="0"/>
                                  </p:stCondLst>
                                  <p:childTnLst>
                                    <p:set>
                                      <p:cBhvr>
                                        <p:cTn id="47" dur="1" fill="hold">
                                          <p:stCondLst>
                                            <p:cond delay="0"/>
                                          </p:stCondLst>
                                        </p:cTn>
                                        <p:tgtEl>
                                          <p:spTgt spid="43076"/>
                                        </p:tgtEl>
                                        <p:attrNameLst>
                                          <p:attrName>style.visibility</p:attrName>
                                        </p:attrNameLst>
                                      </p:cBhvr>
                                      <p:to>
                                        <p:strVal val="visible"/>
                                      </p:to>
                                    </p:set>
                                    <p:animEffect transition="in" filter="wipe(left)">
                                      <p:cBhvr>
                                        <p:cTn id="48" dur="500"/>
                                        <p:tgtEl>
                                          <p:spTgt spid="43076"/>
                                        </p:tgtEl>
                                      </p:cBhvr>
                                    </p:animEffect>
                                  </p:childTnLst>
                                </p:cTn>
                              </p:par>
                            </p:childTnLst>
                          </p:cTn>
                        </p:par>
                        <p:par>
                          <p:cTn id="49" fill="hold">
                            <p:stCondLst>
                              <p:cond delay="2000"/>
                            </p:stCondLst>
                            <p:childTnLst>
                              <p:par>
                                <p:cTn id="50" presetID="1" presetClass="entr" presetSubtype="0" fill="hold" nodeType="afterEffect">
                                  <p:stCondLst>
                                    <p:cond delay="0"/>
                                  </p:stCondLst>
                                  <p:childTnLst>
                                    <p:set>
                                      <p:cBhvr>
                                        <p:cTn id="51" dur="1" fill="hold">
                                          <p:stCondLst>
                                            <p:cond delay="499"/>
                                          </p:stCondLst>
                                        </p:cTn>
                                        <p:tgtEl>
                                          <p:spTgt spid="43081"/>
                                        </p:tgtEl>
                                        <p:attrNameLst>
                                          <p:attrName>style.visibility</p:attrName>
                                        </p:attrNameLst>
                                      </p:cBhvr>
                                      <p:to>
                                        <p:strVal val="visible"/>
                                      </p:to>
                                    </p:set>
                                  </p:childTnLst>
                                </p:cTn>
                              </p:par>
                            </p:childTnLst>
                          </p:cTn>
                        </p:par>
                        <p:par>
                          <p:cTn id="52" fill="hold">
                            <p:stCondLst>
                              <p:cond delay="2500"/>
                            </p:stCondLst>
                            <p:childTnLst>
                              <p:par>
                                <p:cTn id="53" presetID="22" presetClass="entr" presetSubtype="4" fill="hold" grpId="0" nodeType="afterEffect">
                                  <p:stCondLst>
                                    <p:cond delay="0"/>
                                  </p:stCondLst>
                                  <p:childTnLst>
                                    <p:set>
                                      <p:cBhvr>
                                        <p:cTn id="54" dur="1" fill="hold">
                                          <p:stCondLst>
                                            <p:cond delay="0"/>
                                          </p:stCondLst>
                                        </p:cTn>
                                        <p:tgtEl>
                                          <p:spTgt spid="43077"/>
                                        </p:tgtEl>
                                        <p:attrNameLst>
                                          <p:attrName>style.visibility</p:attrName>
                                        </p:attrNameLst>
                                      </p:cBhvr>
                                      <p:to>
                                        <p:strVal val="visible"/>
                                      </p:to>
                                    </p:set>
                                    <p:animEffect transition="in" filter="wipe(down)">
                                      <p:cBhvr>
                                        <p:cTn id="55" dur="500"/>
                                        <p:tgtEl>
                                          <p:spTgt spid="43077"/>
                                        </p:tgtEl>
                                      </p:cBhvr>
                                    </p:animEffect>
                                  </p:childTnLst>
                                </p:cTn>
                              </p:par>
                            </p:childTnLst>
                          </p:cTn>
                        </p:par>
                        <p:par>
                          <p:cTn id="56" fill="hold">
                            <p:stCondLst>
                              <p:cond delay="3000"/>
                            </p:stCondLst>
                            <p:childTnLst>
                              <p:par>
                                <p:cTn id="57" presetID="1" presetClass="entr" presetSubtype="0" fill="hold" nodeType="afterEffect">
                                  <p:stCondLst>
                                    <p:cond delay="0"/>
                                  </p:stCondLst>
                                  <p:childTnLst>
                                    <p:set>
                                      <p:cBhvr>
                                        <p:cTn id="58" dur="1" fill="hold">
                                          <p:stCondLst>
                                            <p:cond delay="499"/>
                                          </p:stCondLst>
                                        </p:cTn>
                                        <p:tgtEl>
                                          <p:spTgt spid="4307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grpId="0" nodeType="clickEffect">
                                  <p:stCondLst>
                                    <p:cond delay="0"/>
                                  </p:stCondLst>
                                  <p:childTnLst>
                                    <p:set>
                                      <p:cBhvr>
                                        <p:cTn id="62" dur="1" fill="hold">
                                          <p:stCondLst>
                                            <p:cond delay="0"/>
                                          </p:stCondLst>
                                        </p:cTn>
                                        <p:tgtEl>
                                          <p:spTgt spid="43084"/>
                                        </p:tgtEl>
                                        <p:attrNameLst>
                                          <p:attrName>style.visibility</p:attrName>
                                        </p:attrNameLst>
                                      </p:cBhvr>
                                      <p:to>
                                        <p:strVal val="visible"/>
                                      </p:to>
                                    </p:set>
                                    <p:animEffect transition="in" filter="wipe(up)">
                                      <p:cBhvr>
                                        <p:cTn id="63" dur="500"/>
                                        <p:tgtEl>
                                          <p:spTgt spid="43084"/>
                                        </p:tgtEl>
                                      </p:cBhvr>
                                    </p:animEffect>
                                  </p:childTnLst>
                                </p:cTn>
                              </p:par>
                            </p:childTnLst>
                          </p:cTn>
                        </p:par>
                        <p:par>
                          <p:cTn id="64" fill="hold">
                            <p:stCondLst>
                              <p:cond delay="500"/>
                            </p:stCondLst>
                            <p:childTnLst>
                              <p:par>
                                <p:cTn id="65" presetID="1" presetClass="entr" presetSubtype="0" fill="hold" nodeType="afterEffect">
                                  <p:stCondLst>
                                    <p:cond delay="0"/>
                                  </p:stCondLst>
                                  <p:childTnLst>
                                    <p:set>
                                      <p:cBhvr>
                                        <p:cTn id="66" dur="1" fill="hold">
                                          <p:stCondLst>
                                            <p:cond delay="499"/>
                                          </p:stCondLst>
                                        </p:cTn>
                                        <p:tgtEl>
                                          <p:spTgt spid="4308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43086"/>
                                        </p:tgtEl>
                                        <p:attrNameLst>
                                          <p:attrName>style.visibility</p:attrName>
                                        </p:attrNameLst>
                                      </p:cBhvr>
                                      <p:to>
                                        <p:strVal val="visible"/>
                                      </p:to>
                                    </p:set>
                                    <p:animEffect transition="in" filter="wipe(left)">
                                      <p:cBhvr>
                                        <p:cTn id="71" dur="500"/>
                                        <p:tgtEl>
                                          <p:spTgt spid="43086"/>
                                        </p:tgtEl>
                                      </p:cBhvr>
                                    </p:animEffect>
                                  </p:childTnLst>
                                </p:cTn>
                              </p:par>
                            </p:childTnLst>
                          </p:cTn>
                        </p:par>
                        <p:par>
                          <p:cTn id="72" fill="hold">
                            <p:stCondLst>
                              <p:cond delay="500"/>
                            </p:stCondLst>
                            <p:childTnLst>
                              <p:par>
                                <p:cTn id="73" presetID="1" presetClass="entr" presetSubtype="0" fill="hold" nodeType="afterEffect">
                                  <p:stCondLst>
                                    <p:cond delay="0"/>
                                  </p:stCondLst>
                                  <p:childTnLst>
                                    <p:set>
                                      <p:cBhvr>
                                        <p:cTn id="74" dur="1" fill="hold">
                                          <p:stCondLst>
                                            <p:cond delay="499"/>
                                          </p:stCondLst>
                                        </p:cTn>
                                        <p:tgtEl>
                                          <p:spTgt spid="4309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22" presetClass="entr" presetSubtype="2" fill="hold" grpId="0" nodeType="clickEffect">
                                  <p:stCondLst>
                                    <p:cond delay="0"/>
                                  </p:stCondLst>
                                  <p:childTnLst>
                                    <p:set>
                                      <p:cBhvr>
                                        <p:cTn id="78" dur="1" fill="hold">
                                          <p:stCondLst>
                                            <p:cond delay="0"/>
                                          </p:stCondLst>
                                        </p:cTn>
                                        <p:tgtEl>
                                          <p:spTgt spid="43085"/>
                                        </p:tgtEl>
                                        <p:attrNameLst>
                                          <p:attrName>style.visibility</p:attrName>
                                        </p:attrNameLst>
                                      </p:cBhvr>
                                      <p:to>
                                        <p:strVal val="visible"/>
                                      </p:to>
                                    </p:set>
                                    <p:animEffect transition="in" filter="wipe(right)">
                                      <p:cBhvr>
                                        <p:cTn id="79" dur="500"/>
                                        <p:tgtEl>
                                          <p:spTgt spid="43085"/>
                                        </p:tgtEl>
                                      </p:cBhvr>
                                    </p:animEffect>
                                  </p:childTnLst>
                                </p:cTn>
                              </p:par>
                            </p:childTnLst>
                          </p:cTn>
                        </p:par>
                        <p:par>
                          <p:cTn id="80" fill="hold">
                            <p:stCondLst>
                              <p:cond delay="500"/>
                            </p:stCondLst>
                            <p:childTnLst>
                              <p:par>
                                <p:cTn id="81" presetID="1" presetClass="entr" presetSubtype="0" fill="hold" nodeType="afterEffect">
                                  <p:stCondLst>
                                    <p:cond delay="0"/>
                                  </p:stCondLst>
                                  <p:childTnLst>
                                    <p:set>
                                      <p:cBhvr>
                                        <p:cTn id="82" dur="1" fill="hold">
                                          <p:stCondLst>
                                            <p:cond delay="499"/>
                                          </p:stCondLst>
                                        </p:cTn>
                                        <p:tgtEl>
                                          <p:spTgt spid="4308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499"/>
                                          </p:stCondLst>
                                        </p:cTn>
                                        <p:tgtEl>
                                          <p:spTgt spid="4308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43105"/>
                                        </p:tgtEl>
                                        <p:attrNameLst>
                                          <p:attrName>style.visibility</p:attrName>
                                        </p:attrNameLst>
                                      </p:cBhvr>
                                      <p:to>
                                        <p:strVal val="visible"/>
                                      </p:to>
                                    </p:set>
                                    <p:animEffect transition="in" filter="wipe(left)">
                                      <p:cBhvr>
                                        <p:cTn id="91" dur="500"/>
                                        <p:tgtEl>
                                          <p:spTgt spid="43105"/>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43091"/>
                                        </p:tgtEl>
                                        <p:attrNameLst>
                                          <p:attrName>style.visibility</p:attrName>
                                        </p:attrNameLst>
                                      </p:cBhvr>
                                      <p:to>
                                        <p:strVal val="visible"/>
                                      </p:to>
                                    </p:set>
                                    <p:animEffect transition="in" filter="wipe(left)">
                                      <p:cBhvr>
                                        <p:cTn id="96" dur="500"/>
                                        <p:tgtEl>
                                          <p:spTgt spid="43091"/>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43073">
                                            <p:txEl>
                                              <p:pRg st="0" end="0"/>
                                            </p:txEl>
                                          </p:spTgt>
                                        </p:tgtEl>
                                        <p:attrNameLst>
                                          <p:attrName>style.visibility</p:attrName>
                                        </p:attrNameLst>
                                      </p:cBhvr>
                                      <p:to>
                                        <p:strVal val="visible"/>
                                      </p:to>
                                    </p:set>
                                    <p:animEffect transition="in" filter="wipe(left)">
                                      <p:cBhvr>
                                        <p:cTn id="101" dur="500"/>
                                        <p:tgtEl>
                                          <p:spTgt spid="43073">
                                            <p:txEl>
                                              <p:pRg st="0" end="0"/>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43097"/>
                                        </p:tgtEl>
                                        <p:attrNameLst>
                                          <p:attrName>style.visibility</p:attrName>
                                        </p:attrNameLst>
                                      </p:cBhvr>
                                      <p:to>
                                        <p:strVal val="visible"/>
                                      </p:to>
                                    </p:set>
                                    <p:animEffect transition="in" filter="wipe(left)">
                                      <p:cBhvr>
                                        <p:cTn id="106" dur="500"/>
                                        <p:tgtEl>
                                          <p:spTgt spid="43097"/>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499"/>
                                          </p:stCondLst>
                                        </p:cTn>
                                        <p:tgtEl>
                                          <p:spTgt spid="43098"/>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43093"/>
                                        </p:tgtEl>
                                        <p:attrNameLst>
                                          <p:attrName>style.visibility</p:attrName>
                                        </p:attrNameLst>
                                      </p:cBhvr>
                                      <p:to>
                                        <p:strVal val="visible"/>
                                      </p:to>
                                    </p:set>
                                    <p:animEffect transition="in" filter="wipe(left)">
                                      <p:cBhvr>
                                        <p:cTn id="115" dur="500"/>
                                        <p:tgtEl>
                                          <p:spTgt spid="43093"/>
                                        </p:tgtEl>
                                      </p:cBhvr>
                                    </p:animEffect>
                                  </p:childTnLst>
                                </p:cTn>
                              </p:par>
                            </p:childTnLst>
                          </p:cTn>
                        </p:par>
                        <p:par>
                          <p:cTn id="116" fill="hold">
                            <p:stCondLst>
                              <p:cond delay="500"/>
                            </p:stCondLst>
                            <p:childTnLst>
                              <p:par>
                                <p:cTn id="117" presetID="22" presetClass="entr" presetSubtype="8" fill="hold" nodeType="afterEffect">
                                  <p:stCondLst>
                                    <p:cond delay="0"/>
                                  </p:stCondLst>
                                  <p:childTnLst>
                                    <p:set>
                                      <p:cBhvr>
                                        <p:cTn id="118" dur="1" fill="hold">
                                          <p:stCondLst>
                                            <p:cond delay="0"/>
                                          </p:stCondLst>
                                        </p:cTn>
                                        <p:tgtEl>
                                          <p:spTgt spid="43094"/>
                                        </p:tgtEl>
                                        <p:attrNameLst>
                                          <p:attrName>style.visibility</p:attrName>
                                        </p:attrNameLst>
                                      </p:cBhvr>
                                      <p:to>
                                        <p:strVal val="visible"/>
                                      </p:to>
                                    </p:set>
                                    <p:animEffect transition="in" filter="wipe(left)">
                                      <p:cBhvr>
                                        <p:cTn id="119" dur="500"/>
                                        <p:tgtEl>
                                          <p:spTgt spid="43094"/>
                                        </p:tgtEl>
                                      </p:cBhvr>
                                    </p:animEffect>
                                  </p:childTnLst>
                                </p:cTn>
                              </p:par>
                            </p:childTnLst>
                          </p:cTn>
                        </p:par>
                      </p:childTnLst>
                    </p:cTn>
                  </p:par>
                  <p:par>
                    <p:cTn id="120" fill="hold">
                      <p:stCondLst>
                        <p:cond delay="indefinite"/>
                      </p:stCondLst>
                      <p:childTnLst>
                        <p:par>
                          <p:cTn id="121" fill="hold">
                            <p:stCondLst>
                              <p:cond delay="0"/>
                            </p:stCondLst>
                            <p:childTnLst>
                              <p:par>
                                <p:cTn id="122" presetID="23" presetClass="entr" presetSubtype="16" fill="hold" nodeType="clickEffect">
                                  <p:stCondLst>
                                    <p:cond delay="0"/>
                                  </p:stCondLst>
                                  <p:childTnLst>
                                    <p:set>
                                      <p:cBhvr>
                                        <p:cTn id="123" dur="1" fill="hold">
                                          <p:stCondLst>
                                            <p:cond delay="0"/>
                                          </p:stCondLst>
                                        </p:cTn>
                                        <p:tgtEl>
                                          <p:spTgt spid="43092"/>
                                        </p:tgtEl>
                                        <p:attrNameLst>
                                          <p:attrName>style.visibility</p:attrName>
                                        </p:attrNameLst>
                                      </p:cBhvr>
                                      <p:to>
                                        <p:strVal val="visible"/>
                                      </p:to>
                                    </p:set>
                                    <p:anim calcmode="lin" valueType="num">
                                      <p:cBhvr>
                                        <p:cTn id="124" dur="500" fill="hold"/>
                                        <p:tgtEl>
                                          <p:spTgt spid="43092"/>
                                        </p:tgtEl>
                                        <p:attrNameLst>
                                          <p:attrName>ppt_w</p:attrName>
                                        </p:attrNameLst>
                                      </p:cBhvr>
                                      <p:tavLst>
                                        <p:tav tm="0">
                                          <p:val>
                                            <p:fltVal val="0"/>
                                          </p:val>
                                        </p:tav>
                                        <p:tav tm="100000">
                                          <p:val>
                                            <p:strVal val="#ppt_w"/>
                                          </p:val>
                                        </p:tav>
                                      </p:tavLst>
                                    </p:anim>
                                    <p:anim calcmode="lin" valueType="num">
                                      <p:cBhvr>
                                        <p:cTn id="125" dur="500" fill="hold"/>
                                        <p:tgtEl>
                                          <p:spTgt spid="43092"/>
                                        </p:tgtEl>
                                        <p:attrNameLst>
                                          <p:attrName>ppt_h</p:attrName>
                                        </p:attrNameLst>
                                      </p:cBhvr>
                                      <p:tavLst>
                                        <p:tav tm="0">
                                          <p:val>
                                            <p:fltVal val="0"/>
                                          </p:val>
                                        </p:tav>
                                        <p:tav tm="100000">
                                          <p:val>
                                            <p:strVal val="#ppt_h"/>
                                          </p:val>
                                        </p:tav>
                                      </p:tavLst>
                                    </p:anim>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grpId="0" nodeType="clickEffect">
                                  <p:stCondLst>
                                    <p:cond delay="0"/>
                                  </p:stCondLst>
                                  <p:iterate type="wd">
                                    <p:tmPct val="100000"/>
                                  </p:iterate>
                                  <p:childTnLst>
                                    <p:set>
                                      <p:cBhvr>
                                        <p:cTn id="129" dur="1" fill="hold">
                                          <p:stCondLst>
                                            <p:cond delay="0"/>
                                          </p:stCondLst>
                                        </p:cTn>
                                        <p:tgtEl>
                                          <p:spTgt spid="43095"/>
                                        </p:tgtEl>
                                        <p:attrNameLst>
                                          <p:attrName>style.visibility</p:attrName>
                                        </p:attrNameLst>
                                      </p:cBhvr>
                                      <p:to>
                                        <p:strVal val="visible"/>
                                      </p:to>
                                    </p:set>
                                    <p:animEffect transition="in" filter="wipe(left)">
                                      <p:cBhvr>
                                        <p:cTn id="130" dur="300"/>
                                        <p:tgtEl>
                                          <p:spTgt spid="43095"/>
                                        </p:tgtEl>
                                      </p:cBhvr>
                                    </p:animEffect>
                                  </p:childTnLst>
                                </p:cTn>
                              </p:par>
                            </p:childTnLst>
                          </p:cTn>
                        </p:par>
                      </p:childTnLst>
                    </p:cTn>
                  </p:par>
                  <p:par>
                    <p:cTn id="131" fill="hold">
                      <p:stCondLst>
                        <p:cond delay="indefinite"/>
                      </p:stCondLst>
                      <p:childTnLst>
                        <p:par>
                          <p:cTn id="132" fill="hold">
                            <p:stCondLst>
                              <p:cond delay="0"/>
                            </p:stCondLst>
                            <p:childTnLst>
                              <p:par>
                                <p:cTn id="133" presetID="23" presetClass="entr" presetSubtype="16" fill="hold" nodeType="clickEffect">
                                  <p:stCondLst>
                                    <p:cond delay="0"/>
                                  </p:stCondLst>
                                  <p:childTnLst>
                                    <p:set>
                                      <p:cBhvr>
                                        <p:cTn id="134" dur="1" fill="hold">
                                          <p:stCondLst>
                                            <p:cond delay="0"/>
                                          </p:stCondLst>
                                        </p:cTn>
                                        <p:tgtEl>
                                          <p:spTgt spid="43096"/>
                                        </p:tgtEl>
                                        <p:attrNameLst>
                                          <p:attrName>style.visibility</p:attrName>
                                        </p:attrNameLst>
                                      </p:cBhvr>
                                      <p:to>
                                        <p:strVal val="visible"/>
                                      </p:to>
                                    </p:set>
                                    <p:anim calcmode="lin" valueType="num">
                                      <p:cBhvr>
                                        <p:cTn id="135" dur="500" fill="hold"/>
                                        <p:tgtEl>
                                          <p:spTgt spid="43096"/>
                                        </p:tgtEl>
                                        <p:attrNameLst>
                                          <p:attrName>ppt_w</p:attrName>
                                        </p:attrNameLst>
                                      </p:cBhvr>
                                      <p:tavLst>
                                        <p:tav tm="0">
                                          <p:val>
                                            <p:fltVal val="0"/>
                                          </p:val>
                                        </p:tav>
                                        <p:tav tm="100000">
                                          <p:val>
                                            <p:strVal val="#ppt_w"/>
                                          </p:val>
                                        </p:tav>
                                      </p:tavLst>
                                    </p:anim>
                                    <p:anim calcmode="lin" valueType="num">
                                      <p:cBhvr>
                                        <p:cTn id="136" dur="500" fill="hold"/>
                                        <p:tgtEl>
                                          <p:spTgt spid="43096"/>
                                        </p:tgtEl>
                                        <p:attrNameLst>
                                          <p:attrName>ppt_h</p:attrName>
                                        </p:attrNameLst>
                                      </p:cBhvr>
                                      <p:tavLst>
                                        <p:tav tm="0">
                                          <p:val>
                                            <p:fltVal val="0"/>
                                          </p:val>
                                        </p:tav>
                                        <p:tav tm="100000">
                                          <p:val>
                                            <p:strVal val="#ppt_h"/>
                                          </p:val>
                                        </p:tav>
                                      </p:tavLst>
                                    </p:anim>
                                  </p:childTnLst>
                                </p:cTn>
                              </p:par>
                            </p:childTnLst>
                          </p:cTn>
                        </p:par>
                      </p:childTnLst>
                    </p:cTn>
                  </p:par>
                  <p:par>
                    <p:cTn id="137" fill="hold">
                      <p:stCondLst>
                        <p:cond delay="indefinite"/>
                      </p:stCondLst>
                      <p:childTnLst>
                        <p:par>
                          <p:cTn id="138" fill="hold">
                            <p:stCondLst>
                              <p:cond delay="0"/>
                            </p:stCondLst>
                            <p:childTnLst>
                              <p:par>
                                <p:cTn id="139" presetID="22" presetClass="entr" presetSubtype="1" fill="hold" grpId="0" nodeType="clickEffect">
                                  <p:stCondLst>
                                    <p:cond delay="0"/>
                                  </p:stCondLst>
                                  <p:childTnLst>
                                    <p:set>
                                      <p:cBhvr>
                                        <p:cTn id="140" dur="1" fill="hold">
                                          <p:stCondLst>
                                            <p:cond delay="0"/>
                                          </p:stCondLst>
                                        </p:cTn>
                                        <p:tgtEl>
                                          <p:spTgt spid="43102"/>
                                        </p:tgtEl>
                                        <p:attrNameLst>
                                          <p:attrName>style.visibility</p:attrName>
                                        </p:attrNameLst>
                                      </p:cBhvr>
                                      <p:to>
                                        <p:strVal val="visible"/>
                                      </p:to>
                                    </p:set>
                                    <p:animEffect transition="in" filter="wipe(up)">
                                      <p:cBhvr>
                                        <p:cTn id="141" dur="500"/>
                                        <p:tgtEl>
                                          <p:spTgt spid="43102"/>
                                        </p:tgtEl>
                                      </p:cBhvr>
                                    </p:animEffect>
                                  </p:childTnLst>
                                </p:cTn>
                              </p:par>
                            </p:childTnLst>
                          </p:cTn>
                        </p:par>
                        <p:par>
                          <p:cTn id="142" fill="hold">
                            <p:stCondLst>
                              <p:cond delay="500"/>
                            </p:stCondLst>
                            <p:childTnLst>
                              <p:par>
                                <p:cTn id="143" presetID="1" presetClass="entr" presetSubtype="0" fill="hold" nodeType="afterEffect">
                                  <p:stCondLst>
                                    <p:cond delay="0"/>
                                  </p:stCondLst>
                                  <p:childTnLst>
                                    <p:set>
                                      <p:cBhvr>
                                        <p:cTn id="144" dur="1" fill="hold">
                                          <p:stCondLst>
                                            <p:cond delay="499"/>
                                          </p:stCondLst>
                                        </p:cTn>
                                        <p:tgtEl>
                                          <p:spTgt spid="43100"/>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22" presetClass="entr" presetSubtype="1" fill="hold" grpId="0" nodeType="clickEffect">
                                  <p:stCondLst>
                                    <p:cond delay="0"/>
                                  </p:stCondLst>
                                  <p:childTnLst>
                                    <p:set>
                                      <p:cBhvr>
                                        <p:cTn id="148" dur="1" fill="hold">
                                          <p:stCondLst>
                                            <p:cond delay="0"/>
                                          </p:stCondLst>
                                        </p:cTn>
                                        <p:tgtEl>
                                          <p:spTgt spid="43103"/>
                                        </p:tgtEl>
                                        <p:attrNameLst>
                                          <p:attrName>style.visibility</p:attrName>
                                        </p:attrNameLst>
                                      </p:cBhvr>
                                      <p:to>
                                        <p:strVal val="visible"/>
                                      </p:to>
                                    </p:set>
                                    <p:animEffect transition="in" filter="wipe(up)">
                                      <p:cBhvr>
                                        <p:cTn id="149" dur="500"/>
                                        <p:tgtEl>
                                          <p:spTgt spid="43103"/>
                                        </p:tgtEl>
                                      </p:cBhvr>
                                    </p:animEffect>
                                  </p:childTnLst>
                                </p:cTn>
                              </p:par>
                            </p:childTnLst>
                          </p:cTn>
                        </p:par>
                        <p:par>
                          <p:cTn id="150" fill="hold">
                            <p:stCondLst>
                              <p:cond delay="500"/>
                            </p:stCondLst>
                            <p:childTnLst>
                              <p:par>
                                <p:cTn id="151" presetID="1" presetClass="entr" presetSubtype="0" fill="hold" nodeType="afterEffect">
                                  <p:stCondLst>
                                    <p:cond delay="0"/>
                                  </p:stCondLst>
                                  <p:childTnLst>
                                    <p:set>
                                      <p:cBhvr>
                                        <p:cTn id="152" dur="1" fill="hold">
                                          <p:stCondLst>
                                            <p:cond delay="499"/>
                                          </p:stCondLst>
                                        </p:cTn>
                                        <p:tgtEl>
                                          <p:spTgt spid="43099"/>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22" presetClass="entr" presetSubtype="8" fill="hold" grpId="0" nodeType="clickEffect">
                                  <p:stCondLst>
                                    <p:cond delay="0"/>
                                  </p:stCondLst>
                                  <p:childTnLst>
                                    <p:set>
                                      <p:cBhvr>
                                        <p:cTn id="156" dur="1" fill="hold">
                                          <p:stCondLst>
                                            <p:cond delay="0"/>
                                          </p:stCondLst>
                                        </p:cTn>
                                        <p:tgtEl>
                                          <p:spTgt spid="43104"/>
                                        </p:tgtEl>
                                        <p:attrNameLst>
                                          <p:attrName>style.visibility</p:attrName>
                                        </p:attrNameLst>
                                      </p:cBhvr>
                                      <p:to>
                                        <p:strVal val="visible"/>
                                      </p:to>
                                    </p:set>
                                    <p:animEffect transition="in" filter="wipe(left)">
                                      <p:cBhvr>
                                        <p:cTn id="157" dur="500"/>
                                        <p:tgtEl>
                                          <p:spTgt spid="43104"/>
                                        </p:tgtEl>
                                      </p:cBhvr>
                                    </p:animEffect>
                                  </p:childTnLst>
                                </p:cTn>
                              </p:par>
                            </p:childTnLst>
                          </p:cTn>
                        </p:par>
                        <p:par>
                          <p:cTn id="158" fill="hold">
                            <p:stCondLst>
                              <p:cond delay="500"/>
                            </p:stCondLst>
                            <p:childTnLst>
                              <p:par>
                                <p:cTn id="159" presetID="1" presetClass="entr" presetSubtype="0" fill="hold" nodeType="afterEffect">
                                  <p:stCondLst>
                                    <p:cond delay="0"/>
                                  </p:stCondLst>
                                  <p:childTnLst>
                                    <p:set>
                                      <p:cBhvr>
                                        <p:cTn id="160" dur="1" fill="hold">
                                          <p:stCondLst>
                                            <p:cond delay="499"/>
                                          </p:stCondLst>
                                        </p:cTn>
                                        <p:tgtEl>
                                          <p:spTgt spid="43101"/>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22" presetClass="entr" presetSubtype="8" fill="hold" grpId="0" nodeType="clickEffect">
                                  <p:stCondLst>
                                    <p:cond delay="0"/>
                                  </p:stCondLst>
                                  <p:iterate type="wd">
                                    <p:tmPct val="100000"/>
                                  </p:iterate>
                                  <p:childTnLst>
                                    <p:set>
                                      <p:cBhvr>
                                        <p:cTn id="164" dur="1" fill="hold">
                                          <p:stCondLst>
                                            <p:cond delay="0"/>
                                          </p:stCondLst>
                                        </p:cTn>
                                        <p:tgtEl>
                                          <p:spTgt spid="43106"/>
                                        </p:tgtEl>
                                        <p:attrNameLst>
                                          <p:attrName>style.visibility</p:attrName>
                                        </p:attrNameLst>
                                      </p:cBhvr>
                                      <p:to>
                                        <p:strVal val="visible"/>
                                      </p:to>
                                    </p:set>
                                    <p:animEffect transition="in" filter="wipe(left)">
                                      <p:cBhvr>
                                        <p:cTn id="165" dur="300"/>
                                        <p:tgtEl>
                                          <p:spTgt spid="43106"/>
                                        </p:tgtEl>
                                      </p:cBhvr>
                                    </p:animEffect>
                                  </p:childTnLst>
                                </p:cTn>
                              </p:par>
                            </p:childTnLst>
                          </p:cTn>
                        </p:par>
                      </p:childTnLst>
                    </p:cTn>
                  </p:par>
                  <p:par>
                    <p:cTn id="166" fill="hold">
                      <p:stCondLst>
                        <p:cond delay="indefinite"/>
                      </p:stCondLst>
                      <p:childTnLst>
                        <p:par>
                          <p:cTn id="167" fill="hold">
                            <p:stCondLst>
                              <p:cond delay="0"/>
                            </p:stCondLst>
                            <p:childTnLst>
                              <p:par>
                                <p:cTn id="168" presetID="23" presetClass="entr" presetSubtype="16" fill="hold" nodeType="clickEffect">
                                  <p:stCondLst>
                                    <p:cond delay="0"/>
                                  </p:stCondLst>
                                  <p:childTnLst>
                                    <p:set>
                                      <p:cBhvr>
                                        <p:cTn id="169" dur="1" fill="hold">
                                          <p:stCondLst>
                                            <p:cond delay="0"/>
                                          </p:stCondLst>
                                        </p:cTn>
                                        <p:tgtEl>
                                          <p:spTgt spid="43108"/>
                                        </p:tgtEl>
                                        <p:attrNameLst>
                                          <p:attrName>style.visibility</p:attrName>
                                        </p:attrNameLst>
                                      </p:cBhvr>
                                      <p:to>
                                        <p:strVal val="visible"/>
                                      </p:to>
                                    </p:set>
                                    <p:anim calcmode="lin" valueType="num">
                                      <p:cBhvr>
                                        <p:cTn id="170" dur="500" fill="hold"/>
                                        <p:tgtEl>
                                          <p:spTgt spid="43108"/>
                                        </p:tgtEl>
                                        <p:attrNameLst>
                                          <p:attrName>ppt_w</p:attrName>
                                        </p:attrNameLst>
                                      </p:cBhvr>
                                      <p:tavLst>
                                        <p:tav tm="0">
                                          <p:val>
                                            <p:fltVal val="0"/>
                                          </p:val>
                                        </p:tav>
                                        <p:tav tm="100000">
                                          <p:val>
                                            <p:strVal val="#ppt_w"/>
                                          </p:val>
                                        </p:tav>
                                      </p:tavLst>
                                    </p:anim>
                                    <p:anim calcmode="lin" valueType="num">
                                      <p:cBhvr>
                                        <p:cTn id="171" dur="500" fill="hold"/>
                                        <p:tgtEl>
                                          <p:spTgt spid="43108"/>
                                        </p:tgtEl>
                                        <p:attrNameLst>
                                          <p:attrName>ppt_h</p:attrName>
                                        </p:attrNameLst>
                                      </p:cBhvr>
                                      <p:tavLst>
                                        <p:tav tm="0">
                                          <p:val>
                                            <p:fltVal val="0"/>
                                          </p:val>
                                        </p:tav>
                                        <p:tav tm="100000">
                                          <p:val>
                                            <p:strVal val="#ppt_h"/>
                                          </p:val>
                                        </p:tav>
                                      </p:tavLst>
                                    </p:anim>
                                  </p:childTnLst>
                                </p:cTn>
                              </p:par>
                            </p:childTnLst>
                          </p:cTn>
                        </p:par>
                      </p:childTnLst>
                    </p:cTn>
                  </p:par>
                  <p:par>
                    <p:cTn id="172" fill="hold">
                      <p:stCondLst>
                        <p:cond delay="indefinite"/>
                      </p:stCondLst>
                      <p:childTnLst>
                        <p:par>
                          <p:cTn id="173" fill="hold">
                            <p:stCondLst>
                              <p:cond delay="0"/>
                            </p:stCondLst>
                            <p:childTnLst>
                              <p:par>
                                <p:cTn id="174" presetID="23" presetClass="entr" presetSubtype="16" fill="hold" nodeType="clickEffect">
                                  <p:stCondLst>
                                    <p:cond delay="0"/>
                                  </p:stCondLst>
                                  <p:childTnLst>
                                    <p:set>
                                      <p:cBhvr>
                                        <p:cTn id="175" dur="1" fill="hold">
                                          <p:stCondLst>
                                            <p:cond delay="0"/>
                                          </p:stCondLst>
                                        </p:cTn>
                                        <p:tgtEl>
                                          <p:spTgt spid="43110"/>
                                        </p:tgtEl>
                                        <p:attrNameLst>
                                          <p:attrName>style.visibility</p:attrName>
                                        </p:attrNameLst>
                                      </p:cBhvr>
                                      <p:to>
                                        <p:strVal val="visible"/>
                                      </p:to>
                                    </p:set>
                                    <p:anim calcmode="lin" valueType="num">
                                      <p:cBhvr>
                                        <p:cTn id="176" dur="500" fill="hold"/>
                                        <p:tgtEl>
                                          <p:spTgt spid="43110"/>
                                        </p:tgtEl>
                                        <p:attrNameLst>
                                          <p:attrName>ppt_w</p:attrName>
                                        </p:attrNameLst>
                                      </p:cBhvr>
                                      <p:tavLst>
                                        <p:tav tm="0">
                                          <p:val>
                                            <p:fltVal val="0"/>
                                          </p:val>
                                        </p:tav>
                                        <p:tav tm="100000">
                                          <p:val>
                                            <p:strVal val="#ppt_w"/>
                                          </p:val>
                                        </p:tav>
                                      </p:tavLst>
                                    </p:anim>
                                    <p:anim calcmode="lin" valueType="num">
                                      <p:cBhvr>
                                        <p:cTn id="177" dur="500" fill="hold"/>
                                        <p:tgtEl>
                                          <p:spTgt spid="43110"/>
                                        </p:tgtEl>
                                        <p:attrNameLst>
                                          <p:attrName>ppt_h</p:attrName>
                                        </p:attrNameLst>
                                      </p:cBhvr>
                                      <p:tavLst>
                                        <p:tav tm="0">
                                          <p:val>
                                            <p:fltVal val="0"/>
                                          </p:val>
                                        </p:tav>
                                        <p:tav tm="100000">
                                          <p:val>
                                            <p:strVal val="#ppt_h"/>
                                          </p:val>
                                        </p:tav>
                                      </p:tavLst>
                                    </p:anim>
                                  </p:childTnLst>
                                </p:cTn>
                              </p:par>
                            </p:childTnLst>
                          </p:cTn>
                        </p:par>
                      </p:childTnLst>
                    </p:cTn>
                  </p:par>
                  <p:par>
                    <p:cTn id="178" fill="hold">
                      <p:stCondLst>
                        <p:cond delay="indefinite"/>
                      </p:stCondLst>
                      <p:childTnLst>
                        <p:par>
                          <p:cTn id="179" fill="hold">
                            <p:stCondLst>
                              <p:cond delay="0"/>
                            </p:stCondLst>
                            <p:childTnLst>
                              <p:par>
                                <p:cTn id="180" presetID="23" presetClass="entr" presetSubtype="16" fill="hold" nodeType="clickEffect">
                                  <p:stCondLst>
                                    <p:cond delay="0"/>
                                  </p:stCondLst>
                                  <p:childTnLst>
                                    <p:set>
                                      <p:cBhvr>
                                        <p:cTn id="181" dur="1" fill="hold">
                                          <p:stCondLst>
                                            <p:cond delay="0"/>
                                          </p:stCondLst>
                                        </p:cTn>
                                        <p:tgtEl>
                                          <p:spTgt spid="43109"/>
                                        </p:tgtEl>
                                        <p:attrNameLst>
                                          <p:attrName>style.visibility</p:attrName>
                                        </p:attrNameLst>
                                      </p:cBhvr>
                                      <p:to>
                                        <p:strVal val="visible"/>
                                      </p:to>
                                    </p:set>
                                    <p:anim calcmode="lin" valueType="num">
                                      <p:cBhvr>
                                        <p:cTn id="182" dur="500" fill="hold"/>
                                        <p:tgtEl>
                                          <p:spTgt spid="43109"/>
                                        </p:tgtEl>
                                        <p:attrNameLst>
                                          <p:attrName>ppt_w</p:attrName>
                                        </p:attrNameLst>
                                      </p:cBhvr>
                                      <p:tavLst>
                                        <p:tav tm="0">
                                          <p:val>
                                            <p:fltVal val="0"/>
                                          </p:val>
                                        </p:tav>
                                        <p:tav tm="100000">
                                          <p:val>
                                            <p:strVal val="#ppt_w"/>
                                          </p:val>
                                        </p:tav>
                                      </p:tavLst>
                                    </p:anim>
                                    <p:anim calcmode="lin" valueType="num">
                                      <p:cBhvr>
                                        <p:cTn id="183" dur="500" fill="hold"/>
                                        <p:tgtEl>
                                          <p:spTgt spid="4310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8" grpId="0"/>
      <p:bldP spid="43073" grpId="0" build="p" autoUpdateAnimBg="0"/>
      <p:bldP spid="43074" grpId="0" autoUpdateAnimBg="0"/>
      <p:bldP spid="43075" grpId="0" animBg="1"/>
      <p:bldP spid="43076" grpId="0" animBg="1"/>
      <p:bldP spid="43077" grpId="0" animBg="1"/>
      <p:bldP spid="43078" grpId="0" animBg="1"/>
      <p:bldP spid="43083" grpId="0" animBg="1"/>
      <p:bldP spid="43084" grpId="0" animBg="1"/>
      <p:bldP spid="43085" grpId="0" animBg="1"/>
      <p:bldP spid="43086" grpId="0" animBg="1"/>
      <p:bldP spid="43091" grpId="0" autoUpdateAnimBg="0"/>
      <p:bldP spid="43093" grpId="0" autoUpdateAnimBg="0"/>
      <p:bldP spid="43095" grpId="0" autoUpdateAnimBg="0"/>
      <p:bldP spid="43097" grpId="0" animBg="1"/>
      <p:bldP spid="43102" grpId="0" animBg="1"/>
      <p:bldP spid="43103" grpId="0" animBg="1"/>
      <p:bldP spid="43104" grpId="0" animBg="1"/>
      <p:bldP spid="43105" grpId="0"/>
      <p:bldP spid="43106" grpId="0" autoUpdateAnimBg="0"/>
      <p:bldP spid="43107" grpId="0" autoUpdateAnimBg="0"/>
      <p:bldP spid="431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60" name="Text Box 8"/>
          <p:cNvSpPr txBox="1">
            <a:spLocks noChangeArrowheads="1"/>
          </p:cNvSpPr>
          <p:nvPr/>
        </p:nvSpPr>
        <p:spPr bwMode="auto">
          <a:xfrm>
            <a:off x="357188" y="928688"/>
            <a:ext cx="3429000" cy="457200"/>
          </a:xfrm>
          <a:prstGeom prst="rect">
            <a:avLst/>
          </a:prstGeom>
          <a:noFill/>
          <a:ln w="9525">
            <a:noFill/>
            <a:miter lim="800000"/>
            <a:headEnd/>
            <a:tailEnd/>
          </a:ln>
        </p:spPr>
        <p:txBody>
          <a:bodyPr>
            <a:spAutoFit/>
          </a:bodyPr>
          <a:lstStyle/>
          <a:p>
            <a:pPr>
              <a:spcBef>
                <a:spcPct val="50000"/>
              </a:spcBef>
            </a:pPr>
            <a:r>
              <a:rPr kumimoji="1" lang="zh-CN" altLang="en-US" sz="2400">
                <a:solidFill>
                  <a:srgbClr val="0000FF"/>
                </a:solidFill>
                <a:latin typeface="宋体" pitchFamily="2" charset="-122"/>
              </a:rPr>
              <a:t>运动学方程</a:t>
            </a:r>
            <a:endParaRPr kumimoji="1" lang="zh-CN" altLang="en-US" sz="2400" b="0">
              <a:solidFill>
                <a:srgbClr val="0000FF"/>
              </a:solidFill>
              <a:latin typeface="宋体" pitchFamily="2" charset="-122"/>
            </a:endParaRPr>
          </a:p>
        </p:txBody>
      </p:sp>
      <p:sp>
        <p:nvSpPr>
          <p:cNvPr id="151568" name="Text Box 16"/>
          <p:cNvSpPr txBox="1">
            <a:spLocks noChangeArrowheads="1"/>
          </p:cNvSpPr>
          <p:nvPr/>
        </p:nvSpPr>
        <p:spPr bwMode="auto">
          <a:xfrm>
            <a:off x="890588" y="1649413"/>
            <a:ext cx="1752600" cy="457200"/>
          </a:xfrm>
          <a:prstGeom prst="rect">
            <a:avLst/>
          </a:prstGeom>
          <a:noFill/>
          <a:ln w="9525">
            <a:noFill/>
            <a:miter lim="800000"/>
            <a:headEnd/>
            <a:tailEnd/>
          </a:ln>
        </p:spPr>
        <p:txBody>
          <a:bodyPr>
            <a:spAutoFit/>
          </a:bodyPr>
          <a:lstStyle/>
          <a:p>
            <a:pPr>
              <a:spcBef>
                <a:spcPct val="50000"/>
              </a:spcBef>
            </a:pPr>
            <a:r>
              <a:rPr kumimoji="1" lang="zh-CN" altLang="en-US" sz="2400">
                <a:solidFill>
                  <a:srgbClr val="FF0000"/>
                </a:solidFill>
                <a:latin typeface="Times New Roman" pitchFamily="18" charset="0"/>
              </a:rPr>
              <a:t>位置矢量</a:t>
            </a:r>
            <a:endParaRPr kumimoji="1" lang="zh-CN" altLang="en-US" sz="2400" b="0">
              <a:solidFill>
                <a:srgbClr val="FF0000"/>
              </a:solidFill>
              <a:latin typeface="Times New Roman" pitchFamily="18" charset="0"/>
            </a:endParaRPr>
          </a:p>
        </p:txBody>
      </p:sp>
      <p:graphicFrame>
        <p:nvGraphicFramePr>
          <p:cNvPr id="151569" name="Object 2"/>
          <p:cNvGraphicFramePr>
            <a:graphicFrameLocks noChangeAspect="1"/>
          </p:cNvGraphicFramePr>
          <p:nvPr/>
        </p:nvGraphicFramePr>
        <p:xfrm>
          <a:off x="2909888" y="1663700"/>
          <a:ext cx="3567112" cy="434975"/>
        </p:xfrm>
        <a:graphic>
          <a:graphicData uri="http://schemas.openxmlformats.org/presentationml/2006/ole">
            <p:oleObj spid="_x0000_s3074" name="公式" r:id="rId3" imgW="1968480" imgH="241200" progId="Equation.3">
              <p:embed/>
            </p:oleObj>
          </a:graphicData>
        </a:graphic>
      </p:graphicFrame>
      <p:sp>
        <p:nvSpPr>
          <p:cNvPr id="151570" name="Text Box 18"/>
          <p:cNvSpPr txBox="1">
            <a:spLocks noChangeArrowheads="1"/>
          </p:cNvSpPr>
          <p:nvPr/>
        </p:nvSpPr>
        <p:spPr bwMode="auto">
          <a:xfrm>
            <a:off x="879475" y="2279650"/>
            <a:ext cx="2538413" cy="457200"/>
          </a:xfrm>
          <a:prstGeom prst="rect">
            <a:avLst/>
          </a:prstGeom>
          <a:noFill/>
          <a:ln w="9525">
            <a:noFill/>
            <a:miter lim="800000"/>
            <a:headEnd/>
            <a:tailEnd/>
          </a:ln>
        </p:spPr>
        <p:txBody>
          <a:bodyPr>
            <a:spAutoFit/>
          </a:bodyPr>
          <a:lstStyle/>
          <a:p>
            <a:pPr>
              <a:spcBef>
                <a:spcPct val="50000"/>
              </a:spcBef>
            </a:pPr>
            <a:r>
              <a:rPr kumimoji="1" lang="zh-CN" altLang="en-US" sz="2400">
                <a:solidFill>
                  <a:srgbClr val="FF0000"/>
                </a:solidFill>
                <a:latin typeface="Times New Roman" pitchFamily="18" charset="0"/>
              </a:rPr>
              <a:t>直角坐标</a:t>
            </a:r>
          </a:p>
        </p:txBody>
      </p:sp>
      <p:graphicFrame>
        <p:nvGraphicFramePr>
          <p:cNvPr id="151571" name="Object 3"/>
          <p:cNvGraphicFramePr>
            <a:graphicFrameLocks noChangeAspect="1"/>
          </p:cNvGraphicFramePr>
          <p:nvPr/>
        </p:nvGraphicFramePr>
        <p:xfrm>
          <a:off x="2922588" y="2376488"/>
          <a:ext cx="1011237" cy="366712"/>
        </p:xfrm>
        <a:graphic>
          <a:graphicData uri="http://schemas.openxmlformats.org/presentationml/2006/ole">
            <p:oleObj spid="_x0000_s3075" name="公式" r:id="rId4" imgW="558720" imgH="203040" progId="Equation.3">
              <p:embed/>
            </p:oleObj>
          </a:graphicData>
        </a:graphic>
      </p:graphicFrame>
      <p:graphicFrame>
        <p:nvGraphicFramePr>
          <p:cNvPr id="151572" name="Object 4"/>
          <p:cNvGraphicFramePr>
            <a:graphicFrameLocks noChangeAspect="1"/>
          </p:cNvGraphicFramePr>
          <p:nvPr/>
        </p:nvGraphicFramePr>
        <p:xfrm>
          <a:off x="4632325" y="2376488"/>
          <a:ext cx="985838" cy="366712"/>
        </p:xfrm>
        <a:graphic>
          <a:graphicData uri="http://schemas.openxmlformats.org/presentationml/2006/ole">
            <p:oleObj spid="_x0000_s3076" name="公式" r:id="rId5" imgW="545760" imgH="203040" progId="Equation.3">
              <p:embed/>
            </p:oleObj>
          </a:graphicData>
        </a:graphic>
      </p:graphicFrame>
      <p:graphicFrame>
        <p:nvGraphicFramePr>
          <p:cNvPr id="151573" name="Object 5"/>
          <p:cNvGraphicFramePr>
            <a:graphicFrameLocks noChangeAspect="1"/>
          </p:cNvGraphicFramePr>
          <p:nvPr/>
        </p:nvGraphicFramePr>
        <p:xfrm>
          <a:off x="6388100" y="2374900"/>
          <a:ext cx="920750" cy="366713"/>
        </p:xfrm>
        <a:graphic>
          <a:graphicData uri="http://schemas.openxmlformats.org/presentationml/2006/ole">
            <p:oleObj spid="_x0000_s3077" name="公式" r:id="rId6" imgW="507960" imgH="203040" progId="Equation.3">
              <p:embed/>
            </p:oleObj>
          </a:graphicData>
        </a:graphic>
      </p:graphicFrame>
      <p:sp>
        <p:nvSpPr>
          <p:cNvPr id="151576" name="Text Box 24"/>
          <p:cNvSpPr txBox="1">
            <a:spLocks noChangeArrowheads="1"/>
          </p:cNvSpPr>
          <p:nvPr/>
        </p:nvSpPr>
        <p:spPr bwMode="auto">
          <a:xfrm>
            <a:off x="690563" y="3998913"/>
            <a:ext cx="7812087" cy="457200"/>
          </a:xfrm>
          <a:prstGeom prst="rect">
            <a:avLst/>
          </a:prstGeom>
          <a:noFill/>
          <a:ln w="9525">
            <a:noFill/>
            <a:miter lim="800000"/>
            <a:headEnd/>
            <a:tailEnd/>
          </a:ln>
        </p:spPr>
        <p:txBody>
          <a:bodyPr>
            <a:spAutoFit/>
          </a:bodyPr>
          <a:lstStyle/>
          <a:p>
            <a:pPr>
              <a:spcBef>
                <a:spcPct val="50000"/>
              </a:spcBef>
            </a:pPr>
            <a:r>
              <a:rPr kumimoji="1" lang="zh-CN" altLang="en-US" sz="2400">
                <a:latin typeface="Times New Roman" pitchFamily="18" charset="0"/>
              </a:rPr>
              <a:t>已知运动学方程，可求质点运动轨迹、速度和加速度。</a:t>
            </a:r>
          </a:p>
        </p:txBody>
      </p:sp>
      <p:sp>
        <p:nvSpPr>
          <p:cNvPr id="151577" name="Rectangle 25"/>
          <p:cNvSpPr>
            <a:spLocks noChangeArrowheads="1"/>
          </p:cNvSpPr>
          <p:nvPr/>
        </p:nvSpPr>
        <p:spPr bwMode="auto">
          <a:xfrm>
            <a:off x="790575" y="3340100"/>
            <a:ext cx="1366838" cy="457200"/>
          </a:xfrm>
          <a:prstGeom prst="rect">
            <a:avLst/>
          </a:prstGeom>
          <a:noFill/>
          <a:ln w="9525">
            <a:noFill/>
            <a:miter lim="800000"/>
            <a:headEnd/>
            <a:tailEnd/>
          </a:ln>
        </p:spPr>
        <p:txBody>
          <a:bodyPr>
            <a:spAutoFit/>
          </a:bodyPr>
          <a:lstStyle/>
          <a:p>
            <a:pPr>
              <a:buClr>
                <a:srgbClr val="CC0000"/>
              </a:buClr>
              <a:buFont typeface="Wingdings" pitchFamily="2" charset="2"/>
              <a:buNone/>
            </a:pPr>
            <a:r>
              <a:rPr kumimoji="1" lang="zh-CN" altLang="en-US" sz="2400">
                <a:solidFill>
                  <a:srgbClr val="FF6600"/>
                </a:solidFill>
                <a:latin typeface="Times New Roman" pitchFamily="18" charset="0"/>
              </a:rPr>
              <a:t>意义</a:t>
            </a:r>
          </a:p>
        </p:txBody>
      </p:sp>
      <p:sp>
        <p:nvSpPr>
          <p:cNvPr id="151578" name="AutoShape 26"/>
          <p:cNvSpPr>
            <a:spLocks noChangeArrowheads="1"/>
          </p:cNvSpPr>
          <p:nvPr/>
        </p:nvSpPr>
        <p:spPr bwMode="auto">
          <a:xfrm>
            <a:off x="403225" y="3286125"/>
            <a:ext cx="360363"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sz="2400">
              <a:latin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1560"/>
                                        </p:tgtEl>
                                        <p:attrNameLst>
                                          <p:attrName>style.visibility</p:attrName>
                                        </p:attrNameLst>
                                      </p:cBhvr>
                                      <p:to>
                                        <p:strVal val="visible"/>
                                      </p:to>
                                    </p:set>
                                    <p:animEffect transition="in" filter="wipe(left)">
                                      <p:cBhvr>
                                        <p:cTn id="7" dur="500"/>
                                        <p:tgtEl>
                                          <p:spTgt spid="1515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1568"/>
                                        </p:tgtEl>
                                        <p:attrNameLst>
                                          <p:attrName>style.visibility</p:attrName>
                                        </p:attrNameLst>
                                      </p:cBhvr>
                                      <p:to>
                                        <p:strVal val="visible"/>
                                      </p:to>
                                    </p:set>
                                    <p:animEffect transition="in" filter="wipe(left)">
                                      <p:cBhvr>
                                        <p:cTn id="12" dur="500"/>
                                        <p:tgtEl>
                                          <p:spTgt spid="151568"/>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151569"/>
                                        </p:tgtEl>
                                        <p:attrNameLst>
                                          <p:attrName>style.visibility</p:attrName>
                                        </p:attrNameLst>
                                      </p:cBhvr>
                                      <p:to>
                                        <p:strVal val="visible"/>
                                      </p:to>
                                    </p:set>
                                    <p:anim calcmode="lin" valueType="num">
                                      <p:cBhvr>
                                        <p:cTn id="17" dur="500" fill="hold"/>
                                        <p:tgtEl>
                                          <p:spTgt spid="151569"/>
                                        </p:tgtEl>
                                        <p:attrNameLst>
                                          <p:attrName>ppt_w</p:attrName>
                                        </p:attrNameLst>
                                      </p:cBhvr>
                                      <p:tavLst>
                                        <p:tav tm="0">
                                          <p:val>
                                            <p:fltVal val="0"/>
                                          </p:val>
                                        </p:tav>
                                        <p:tav tm="100000">
                                          <p:val>
                                            <p:strVal val="#ppt_w"/>
                                          </p:val>
                                        </p:tav>
                                      </p:tavLst>
                                    </p:anim>
                                    <p:anim calcmode="lin" valueType="num">
                                      <p:cBhvr>
                                        <p:cTn id="18" dur="500" fill="hold"/>
                                        <p:tgtEl>
                                          <p:spTgt spid="151569"/>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1570"/>
                                        </p:tgtEl>
                                        <p:attrNameLst>
                                          <p:attrName>style.visibility</p:attrName>
                                        </p:attrNameLst>
                                      </p:cBhvr>
                                      <p:to>
                                        <p:strVal val="visible"/>
                                      </p:to>
                                    </p:set>
                                    <p:animEffect transition="in" filter="wipe(left)">
                                      <p:cBhvr>
                                        <p:cTn id="23" dur="500"/>
                                        <p:tgtEl>
                                          <p:spTgt spid="151570"/>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nodeType="clickEffect">
                                  <p:stCondLst>
                                    <p:cond delay="0"/>
                                  </p:stCondLst>
                                  <p:childTnLst>
                                    <p:set>
                                      <p:cBhvr>
                                        <p:cTn id="27" dur="1" fill="hold">
                                          <p:stCondLst>
                                            <p:cond delay="0"/>
                                          </p:stCondLst>
                                        </p:cTn>
                                        <p:tgtEl>
                                          <p:spTgt spid="151571"/>
                                        </p:tgtEl>
                                        <p:attrNameLst>
                                          <p:attrName>style.visibility</p:attrName>
                                        </p:attrNameLst>
                                      </p:cBhvr>
                                      <p:to>
                                        <p:strVal val="visible"/>
                                      </p:to>
                                    </p:set>
                                    <p:anim calcmode="lin" valueType="num">
                                      <p:cBhvr>
                                        <p:cTn id="28" dur="500" fill="hold"/>
                                        <p:tgtEl>
                                          <p:spTgt spid="151571"/>
                                        </p:tgtEl>
                                        <p:attrNameLst>
                                          <p:attrName>ppt_w</p:attrName>
                                        </p:attrNameLst>
                                      </p:cBhvr>
                                      <p:tavLst>
                                        <p:tav tm="0">
                                          <p:val>
                                            <p:fltVal val="0"/>
                                          </p:val>
                                        </p:tav>
                                        <p:tav tm="100000">
                                          <p:val>
                                            <p:strVal val="#ppt_w"/>
                                          </p:val>
                                        </p:tav>
                                      </p:tavLst>
                                    </p:anim>
                                    <p:anim calcmode="lin" valueType="num">
                                      <p:cBhvr>
                                        <p:cTn id="29" dur="500" fill="hold"/>
                                        <p:tgtEl>
                                          <p:spTgt spid="151571"/>
                                        </p:tgtEl>
                                        <p:attrNameLst>
                                          <p:attrName>ppt_h</p:attrName>
                                        </p:attrNameLst>
                                      </p:cBhvr>
                                      <p:tavLst>
                                        <p:tav tm="0">
                                          <p:val>
                                            <p:fltVal val="0"/>
                                          </p:val>
                                        </p:tav>
                                        <p:tav tm="100000">
                                          <p:val>
                                            <p:strVal val="#ppt_h"/>
                                          </p:val>
                                        </p:tav>
                                      </p:tavLst>
                                    </p:anim>
                                  </p:childTnLst>
                                </p:cTn>
                              </p:par>
                            </p:childTnLst>
                          </p:cTn>
                        </p:par>
                        <p:par>
                          <p:cTn id="30" fill="hold">
                            <p:stCondLst>
                              <p:cond delay="500"/>
                            </p:stCondLst>
                            <p:childTnLst>
                              <p:par>
                                <p:cTn id="31" presetID="23" presetClass="entr" presetSubtype="16" fill="hold" nodeType="afterEffect">
                                  <p:stCondLst>
                                    <p:cond delay="0"/>
                                  </p:stCondLst>
                                  <p:childTnLst>
                                    <p:set>
                                      <p:cBhvr>
                                        <p:cTn id="32" dur="1" fill="hold">
                                          <p:stCondLst>
                                            <p:cond delay="0"/>
                                          </p:stCondLst>
                                        </p:cTn>
                                        <p:tgtEl>
                                          <p:spTgt spid="151572"/>
                                        </p:tgtEl>
                                        <p:attrNameLst>
                                          <p:attrName>style.visibility</p:attrName>
                                        </p:attrNameLst>
                                      </p:cBhvr>
                                      <p:to>
                                        <p:strVal val="visible"/>
                                      </p:to>
                                    </p:set>
                                    <p:anim calcmode="lin" valueType="num">
                                      <p:cBhvr>
                                        <p:cTn id="33" dur="500" fill="hold"/>
                                        <p:tgtEl>
                                          <p:spTgt spid="151572"/>
                                        </p:tgtEl>
                                        <p:attrNameLst>
                                          <p:attrName>ppt_w</p:attrName>
                                        </p:attrNameLst>
                                      </p:cBhvr>
                                      <p:tavLst>
                                        <p:tav tm="0">
                                          <p:val>
                                            <p:fltVal val="0"/>
                                          </p:val>
                                        </p:tav>
                                        <p:tav tm="100000">
                                          <p:val>
                                            <p:strVal val="#ppt_w"/>
                                          </p:val>
                                        </p:tav>
                                      </p:tavLst>
                                    </p:anim>
                                    <p:anim calcmode="lin" valueType="num">
                                      <p:cBhvr>
                                        <p:cTn id="34" dur="500" fill="hold"/>
                                        <p:tgtEl>
                                          <p:spTgt spid="151572"/>
                                        </p:tgtEl>
                                        <p:attrNameLst>
                                          <p:attrName>ppt_h</p:attrName>
                                        </p:attrNameLst>
                                      </p:cBhvr>
                                      <p:tavLst>
                                        <p:tav tm="0">
                                          <p:val>
                                            <p:fltVal val="0"/>
                                          </p:val>
                                        </p:tav>
                                        <p:tav tm="100000">
                                          <p:val>
                                            <p:strVal val="#ppt_h"/>
                                          </p:val>
                                        </p:tav>
                                      </p:tavLst>
                                    </p:anim>
                                  </p:childTnLst>
                                </p:cTn>
                              </p:par>
                            </p:childTnLst>
                          </p:cTn>
                        </p:par>
                        <p:par>
                          <p:cTn id="35" fill="hold">
                            <p:stCondLst>
                              <p:cond delay="1000"/>
                            </p:stCondLst>
                            <p:childTnLst>
                              <p:par>
                                <p:cTn id="36" presetID="23" presetClass="entr" presetSubtype="16" fill="hold" nodeType="afterEffect">
                                  <p:stCondLst>
                                    <p:cond delay="0"/>
                                  </p:stCondLst>
                                  <p:childTnLst>
                                    <p:set>
                                      <p:cBhvr>
                                        <p:cTn id="37" dur="1" fill="hold">
                                          <p:stCondLst>
                                            <p:cond delay="0"/>
                                          </p:stCondLst>
                                        </p:cTn>
                                        <p:tgtEl>
                                          <p:spTgt spid="151573"/>
                                        </p:tgtEl>
                                        <p:attrNameLst>
                                          <p:attrName>style.visibility</p:attrName>
                                        </p:attrNameLst>
                                      </p:cBhvr>
                                      <p:to>
                                        <p:strVal val="visible"/>
                                      </p:to>
                                    </p:set>
                                    <p:anim calcmode="lin" valueType="num">
                                      <p:cBhvr>
                                        <p:cTn id="38" dur="500" fill="hold"/>
                                        <p:tgtEl>
                                          <p:spTgt spid="151573"/>
                                        </p:tgtEl>
                                        <p:attrNameLst>
                                          <p:attrName>ppt_w</p:attrName>
                                        </p:attrNameLst>
                                      </p:cBhvr>
                                      <p:tavLst>
                                        <p:tav tm="0">
                                          <p:val>
                                            <p:fltVal val="0"/>
                                          </p:val>
                                        </p:tav>
                                        <p:tav tm="100000">
                                          <p:val>
                                            <p:strVal val="#ppt_w"/>
                                          </p:val>
                                        </p:tav>
                                      </p:tavLst>
                                    </p:anim>
                                    <p:anim calcmode="lin" valueType="num">
                                      <p:cBhvr>
                                        <p:cTn id="39" dur="500" fill="hold"/>
                                        <p:tgtEl>
                                          <p:spTgt spid="151573"/>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151578"/>
                                        </p:tgtEl>
                                        <p:attrNameLst>
                                          <p:attrName>style.visibility</p:attrName>
                                        </p:attrNameLst>
                                      </p:cBhvr>
                                      <p:to>
                                        <p:strVal val="visible"/>
                                      </p:to>
                                    </p:set>
                                    <p:animEffect transition="in" filter="dissolve">
                                      <p:cBhvr>
                                        <p:cTn id="44" dur="1000"/>
                                        <p:tgtEl>
                                          <p:spTgt spid="151578"/>
                                        </p:tgtEl>
                                      </p:cBhvr>
                                    </p:animEffect>
                                  </p:childTnLst>
                                </p:cTn>
                              </p:par>
                            </p:childTnLst>
                          </p:cTn>
                        </p:par>
                        <p:par>
                          <p:cTn id="45" fill="hold">
                            <p:stCondLst>
                              <p:cond delay="1000"/>
                            </p:stCondLst>
                            <p:childTnLst>
                              <p:par>
                                <p:cTn id="46" presetID="22" presetClass="entr" presetSubtype="8" fill="hold" grpId="0" nodeType="afterEffect">
                                  <p:stCondLst>
                                    <p:cond delay="0"/>
                                  </p:stCondLst>
                                  <p:childTnLst>
                                    <p:set>
                                      <p:cBhvr>
                                        <p:cTn id="47" dur="1" fill="hold">
                                          <p:stCondLst>
                                            <p:cond delay="0"/>
                                          </p:stCondLst>
                                        </p:cTn>
                                        <p:tgtEl>
                                          <p:spTgt spid="151577">
                                            <p:txEl>
                                              <p:pRg st="0" end="0"/>
                                            </p:txEl>
                                          </p:spTgt>
                                        </p:tgtEl>
                                        <p:attrNameLst>
                                          <p:attrName>style.visibility</p:attrName>
                                        </p:attrNameLst>
                                      </p:cBhvr>
                                      <p:to>
                                        <p:strVal val="visible"/>
                                      </p:to>
                                    </p:set>
                                    <p:animEffect transition="in" filter="wipe(left)">
                                      <p:cBhvr>
                                        <p:cTn id="48" dur="500"/>
                                        <p:tgtEl>
                                          <p:spTgt spid="151577">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51576"/>
                                        </p:tgtEl>
                                        <p:attrNameLst>
                                          <p:attrName>style.visibility</p:attrName>
                                        </p:attrNameLst>
                                      </p:cBhvr>
                                      <p:to>
                                        <p:strVal val="visible"/>
                                      </p:to>
                                    </p:set>
                                    <p:animEffect transition="in" filter="wipe(left)">
                                      <p:cBhvr>
                                        <p:cTn id="53" dur="500"/>
                                        <p:tgtEl>
                                          <p:spTgt spid="1515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60" grpId="0" autoUpdateAnimBg="0"/>
      <p:bldP spid="151568" grpId="0" autoUpdateAnimBg="0"/>
      <p:bldP spid="151570" grpId="0"/>
      <p:bldP spid="151576" grpId="0"/>
      <p:bldP spid="151577" grpId="0" build="p" autoUpdateAnimBg="0"/>
      <p:bldP spid="15157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779838" y="476250"/>
            <a:ext cx="949325" cy="719138"/>
            <a:chOff x="4014" y="210"/>
            <a:chExt cx="598" cy="453"/>
          </a:xfrm>
        </p:grpSpPr>
        <p:sp>
          <p:nvSpPr>
            <p:cNvPr id="4129" name="AutoShape 3"/>
            <p:cNvSpPr>
              <a:spLocks noChangeAspect="1" noChangeArrowheads="1" noTextEdit="1"/>
            </p:cNvSpPr>
            <p:nvPr/>
          </p:nvSpPr>
          <p:spPr bwMode="auto">
            <a:xfrm>
              <a:off x="4014" y="210"/>
              <a:ext cx="598" cy="453"/>
            </a:xfrm>
            <a:prstGeom prst="rect">
              <a:avLst/>
            </a:prstGeom>
            <a:noFill/>
            <a:ln w="9525">
              <a:noFill/>
              <a:miter lim="800000"/>
              <a:headEnd/>
              <a:tailEnd/>
            </a:ln>
          </p:spPr>
          <p:txBody>
            <a:bodyPr/>
            <a:lstStyle/>
            <a:p>
              <a:endParaRPr lang="zh-CN" altLang="en-US"/>
            </a:p>
          </p:txBody>
        </p:sp>
        <p:sp>
          <p:nvSpPr>
            <p:cNvPr id="4130" name="Freeform 4"/>
            <p:cNvSpPr>
              <a:spLocks/>
            </p:cNvSpPr>
            <p:nvPr/>
          </p:nvSpPr>
          <p:spPr bwMode="auto">
            <a:xfrm>
              <a:off x="4044" y="493"/>
              <a:ext cx="535" cy="1"/>
            </a:xfrm>
            <a:custGeom>
              <a:avLst/>
              <a:gdLst>
                <a:gd name="T0" fmla="*/ 535 w 535"/>
                <a:gd name="T1" fmla="*/ 0 h 1"/>
                <a:gd name="T2" fmla="*/ 0 w 535"/>
                <a:gd name="T3" fmla="*/ 0 h 1"/>
                <a:gd name="T4" fmla="*/ 535 w 535"/>
                <a:gd name="T5" fmla="*/ 0 h 1"/>
                <a:gd name="T6" fmla="*/ 535 w 535"/>
                <a:gd name="T7" fmla="*/ 0 h 1"/>
                <a:gd name="T8" fmla="*/ 0 60000 65536"/>
                <a:gd name="T9" fmla="*/ 0 60000 65536"/>
                <a:gd name="T10" fmla="*/ 0 60000 65536"/>
                <a:gd name="T11" fmla="*/ 0 60000 65536"/>
                <a:gd name="T12" fmla="*/ 0 w 535"/>
                <a:gd name="T13" fmla="*/ 0 h 1"/>
                <a:gd name="T14" fmla="*/ 535 w 535"/>
                <a:gd name="T15" fmla="*/ 1 h 1"/>
              </a:gdLst>
              <a:ahLst/>
              <a:cxnLst>
                <a:cxn ang="T8">
                  <a:pos x="T0" y="T1"/>
                </a:cxn>
                <a:cxn ang="T9">
                  <a:pos x="T2" y="T3"/>
                </a:cxn>
                <a:cxn ang="T10">
                  <a:pos x="T4" y="T5"/>
                </a:cxn>
                <a:cxn ang="T11">
                  <a:pos x="T6" y="T7"/>
                </a:cxn>
              </a:cxnLst>
              <a:rect l="T12" t="T13" r="T14" b="T15"/>
              <a:pathLst>
                <a:path w="535" h="1">
                  <a:moveTo>
                    <a:pt x="535" y="0"/>
                  </a:moveTo>
                  <a:lnTo>
                    <a:pt x="0" y="0"/>
                  </a:lnTo>
                  <a:lnTo>
                    <a:pt x="535" y="0"/>
                  </a:lnTo>
                  <a:close/>
                </a:path>
              </a:pathLst>
            </a:custGeom>
            <a:solidFill>
              <a:srgbClr val="000000"/>
            </a:solidFill>
            <a:ln w="9525">
              <a:noFill/>
              <a:round/>
              <a:headEnd/>
              <a:tailEnd/>
            </a:ln>
          </p:spPr>
          <p:txBody>
            <a:bodyPr/>
            <a:lstStyle/>
            <a:p>
              <a:endParaRPr lang="zh-CN" altLang="en-US"/>
            </a:p>
          </p:txBody>
        </p:sp>
        <p:sp>
          <p:nvSpPr>
            <p:cNvPr id="4131" name="Freeform 5"/>
            <p:cNvSpPr>
              <a:spLocks noEditPoints="1"/>
            </p:cNvSpPr>
            <p:nvPr/>
          </p:nvSpPr>
          <p:spPr bwMode="auto">
            <a:xfrm>
              <a:off x="4014" y="493"/>
              <a:ext cx="30" cy="1"/>
            </a:xfrm>
            <a:custGeom>
              <a:avLst/>
              <a:gdLst>
                <a:gd name="T0" fmla="*/ 30 w 30"/>
                <a:gd name="T1" fmla="*/ 0 h 1"/>
                <a:gd name="T2" fmla="*/ 0 w 30"/>
                <a:gd name="T3" fmla="*/ 0 h 1"/>
                <a:gd name="T4" fmla="*/ 30 w 30"/>
                <a:gd name="T5" fmla="*/ 0 h 1"/>
                <a:gd name="T6" fmla="*/ 30 w 30"/>
                <a:gd name="T7" fmla="*/ 0 h 1"/>
                <a:gd name="T8" fmla="*/ 30 w 30"/>
                <a:gd name="T9" fmla="*/ 0 h 1"/>
                <a:gd name="T10" fmla="*/ 30 w 30"/>
                <a:gd name="T11" fmla="*/ 0 h 1"/>
                <a:gd name="T12" fmla="*/ 30 w 30"/>
                <a:gd name="T13" fmla="*/ 0 h 1"/>
                <a:gd name="T14" fmla="*/ 0 60000 65536"/>
                <a:gd name="T15" fmla="*/ 0 60000 65536"/>
                <a:gd name="T16" fmla="*/ 0 60000 65536"/>
                <a:gd name="T17" fmla="*/ 0 60000 65536"/>
                <a:gd name="T18" fmla="*/ 0 60000 65536"/>
                <a:gd name="T19" fmla="*/ 0 60000 65536"/>
                <a:gd name="T20" fmla="*/ 0 60000 65536"/>
                <a:gd name="T21" fmla="*/ 0 w 30"/>
                <a:gd name="T22" fmla="*/ 0 h 1"/>
                <a:gd name="T23" fmla="*/ 30 w 30"/>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1">
                  <a:moveTo>
                    <a:pt x="30" y="0"/>
                  </a:moveTo>
                  <a:lnTo>
                    <a:pt x="0" y="0"/>
                  </a:lnTo>
                  <a:lnTo>
                    <a:pt x="30" y="0"/>
                  </a:lnTo>
                  <a:close/>
                  <a:moveTo>
                    <a:pt x="30" y="0"/>
                  </a:moveTo>
                  <a:lnTo>
                    <a:pt x="30" y="0"/>
                  </a:lnTo>
                  <a:close/>
                </a:path>
              </a:pathLst>
            </a:custGeom>
            <a:solidFill>
              <a:srgbClr val="000000"/>
            </a:solidFill>
            <a:ln w="9525">
              <a:noFill/>
              <a:round/>
              <a:headEnd/>
              <a:tailEnd/>
            </a:ln>
          </p:spPr>
          <p:txBody>
            <a:bodyPr/>
            <a:lstStyle/>
            <a:p>
              <a:endParaRPr lang="zh-CN" altLang="en-US"/>
            </a:p>
          </p:txBody>
        </p:sp>
        <p:sp>
          <p:nvSpPr>
            <p:cNvPr id="4132" name="Freeform 6"/>
            <p:cNvSpPr>
              <a:spLocks noEditPoints="1"/>
            </p:cNvSpPr>
            <p:nvPr/>
          </p:nvSpPr>
          <p:spPr bwMode="auto">
            <a:xfrm>
              <a:off x="4014" y="493"/>
              <a:ext cx="152" cy="166"/>
            </a:xfrm>
            <a:custGeom>
              <a:avLst/>
              <a:gdLst>
                <a:gd name="T0" fmla="*/ 0 w 152"/>
                <a:gd name="T1" fmla="*/ 0 h 135"/>
                <a:gd name="T2" fmla="*/ 0 w 152"/>
                <a:gd name="T3" fmla="*/ 5 h 135"/>
                <a:gd name="T4" fmla="*/ 3 w 152"/>
                <a:gd name="T5" fmla="*/ 9 h 135"/>
                <a:gd name="T6" fmla="*/ 15 w 152"/>
                <a:gd name="T7" fmla="*/ 32 h 135"/>
                <a:gd name="T8" fmla="*/ 33 w 152"/>
                <a:gd name="T9" fmla="*/ 64 h 135"/>
                <a:gd name="T10" fmla="*/ 54 w 152"/>
                <a:gd name="T11" fmla="*/ 105 h 135"/>
                <a:gd name="T12" fmla="*/ 81 w 152"/>
                <a:gd name="T13" fmla="*/ 140 h 135"/>
                <a:gd name="T14" fmla="*/ 105 w 152"/>
                <a:gd name="T15" fmla="*/ 172 h 135"/>
                <a:gd name="T16" fmla="*/ 129 w 152"/>
                <a:gd name="T17" fmla="*/ 196 h 135"/>
                <a:gd name="T18" fmla="*/ 141 w 152"/>
                <a:gd name="T19" fmla="*/ 204 h 135"/>
                <a:gd name="T20" fmla="*/ 152 w 152"/>
                <a:gd name="T21" fmla="*/ 204 h 135"/>
                <a:gd name="T22" fmla="*/ 152 w 152"/>
                <a:gd name="T23" fmla="*/ 204 h 135"/>
                <a:gd name="T24" fmla="*/ 141 w 152"/>
                <a:gd name="T25" fmla="*/ 204 h 135"/>
                <a:gd name="T26" fmla="*/ 129 w 152"/>
                <a:gd name="T27" fmla="*/ 196 h 135"/>
                <a:gd name="T28" fmla="*/ 105 w 152"/>
                <a:gd name="T29" fmla="*/ 172 h 135"/>
                <a:gd name="T30" fmla="*/ 81 w 152"/>
                <a:gd name="T31" fmla="*/ 140 h 135"/>
                <a:gd name="T32" fmla="*/ 54 w 152"/>
                <a:gd name="T33" fmla="*/ 105 h 135"/>
                <a:gd name="T34" fmla="*/ 33 w 152"/>
                <a:gd name="T35" fmla="*/ 64 h 135"/>
                <a:gd name="T36" fmla="*/ 15 w 152"/>
                <a:gd name="T37" fmla="*/ 32 h 135"/>
                <a:gd name="T38" fmla="*/ 3 w 152"/>
                <a:gd name="T39" fmla="*/ 9 h 135"/>
                <a:gd name="T40" fmla="*/ 0 w 152"/>
                <a:gd name="T41" fmla="*/ 5 h 135"/>
                <a:gd name="T42" fmla="*/ 0 w 152"/>
                <a:gd name="T43" fmla="*/ 0 h 135"/>
                <a:gd name="T44" fmla="*/ 0 w 152"/>
                <a:gd name="T45" fmla="*/ 0 h 135"/>
                <a:gd name="T46" fmla="*/ 0 w 152"/>
                <a:gd name="T47" fmla="*/ 0 h 135"/>
                <a:gd name="T48" fmla="*/ 0 w 152"/>
                <a:gd name="T49" fmla="*/ 0 h 135"/>
                <a:gd name="T50" fmla="*/ 0 w 152"/>
                <a:gd name="T51" fmla="*/ 0 h 13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2"/>
                <a:gd name="T79" fmla="*/ 0 h 135"/>
                <a:gd name="T80" fmla="*/ 152 w 152"/>
                <a:gd name="T81" fmla="*/ 135 h 13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2" h="135">
                  <a:moveTo>
                    <a:pt x="0" y="0"/>
                  </a:moveTo>
                  <a:lnTo>
                    <a:pt x="0" y="3"/>
                  </a:lnTo>
                  <a:lnTo>
                    <a:pt x="3" y="6"/>
                  </a:lnTo>
                  <a:lnTo>
                    <a:pt x="15" y="21"/>
                  </a:lnTo>
                  <a:lnTo>
                    <a:pt x="33" y="42"/>
                  </a:lnTo>
                  <a:lnTo>
                    <a:pt x="54" y="69"/>
                  </a:lnTo>
                  <a:lnTo>
                    <a:pt x="81" y="93"/>
                  </a:lnTo>
                  <a:lnTo>
                    <a:pt x="105" y="114"/>
                  </a:lnTo>
                  <a:lnTo>
                    <a:pt x="129" y="129"/>
                  </a:lnTo>
                  <a:lnTo>
                    <a:pt x="141" y="135"/>
                  </a:lnTo>
                  <a:lnTo>
                    <a:pt x="152" y="135"/>
                  </a:lnTo>
                  <a:lnTo>
                    <a:pt x="141" y="135"/>
                  </a:lnTo>
                  <a:lnTo>
                    <a:pt x="129" y="129"/>
                  </a:lnTo>
                  <a:lnTo>
                    <a:pt x="105" y="114"/>
                  </a:lnTo>
                  <a:lnTo>
                    <a:pt x="81" y="93"/>
                  </a:lnTo>
                  <a:lnTo>
                    <a:pt x="54" y="69"/>
                  </a:lnTo>
                  <a:lnTo>
                    <a:pt x="33" y="42"/>
                  </a:lnTo>
                  <a:lnTo>
                    <a:pt x="15" y="21"/>
                  </a:lnTo>
                  <a:lnTo>
                    <a:pt x="3" y="6"/>
                  </a:lnTo>
                  <a:lnTo>
                    <a:pt x="0" y="3"/>
                  </a:lnTo>
                  <a:lnTo>
                    <a:pt x="0" y="0"/>
                  </a:lnTo>
                  <a:close/>
                  <a:moveTo>
                    <a:pt x="0" y="0"/>
                  </a:moveTo>
                  <a:lnTo>
                    <a:pt x="0" y="0"/>
                  </a:lnTo>
                  <a:close/>
                </a:path>
              </a:pathLst>
            </a:custGeom>
            <a:solidFill>
              <a:srgbClr val="000000"/>
            </a:solidFill>
            <a:ln w="9525">
              <a:noFill/>
              <a:round/>
              <a:headEnd/>
              <a:tailEnd/>
            </a:ln>
          </p:spPr>
          <p:txBody>
            <a:bodyPr/>
            <a:lstStyle/>
            <a:p>
              <a:endParaRPr lang="zh-CN" altLang="en-US"/>
            </a:p>
          </p:txBody>
        </p:sp>
        <p:sp>
          <p:nvSpPr>
            <p:cNvPr id="4133" name="Freeform 7"/>
            <p:cNvSpPr>
              <a:spLocks noEditPoints="1"/>
            </p:cNvSpPr>
            <p:nvPr/>
          </p:nvSpPr>
          <p:spPr bwMode="auto">
            <a:xfrm>
              <a:off x="4166" y="659"/>
              <a:ext cx="291" cy="2"/>
            </a:xfrm>
            <a:custGeom>
              <a:avLst/>
              <a:gdLst>
                <a:gd name="T0" fmla="*/ 0 w 291"/>
                <a:gd name="T1" fmla="*/ 0 h 2"/>
                <a:gd name="T2" fmla="*/ 27 w 291"/>
                <a:gd name="T3" fmla="*/ 0 h 2"/>
                <a:gd name="T4" fmla="*/ 63 w 291"/>
                <a:gd name="T5" fmla="*/ 0 h 2"/>
                <a:gd name="T6" fmla="*/ 105 w 291"/>
                <a:gd name="T7" fmla="*/ 0 h 2"/>
                <a:gd name="T8" fmla="*/ 147 w 291"/>
                <a:gd name="T9" fmla="*/ 0 h 2"/>
                <a:gd name="T10" fmla="*/ 192 w 291"/>
                <a:gd name="T11" fmla="*/ 0 h 2"/>
                <a:gd name="T12" fmla="*/ 231 w 291"/>
                <a:gd name="T13" fmla="*/ 0 h 2"/>
                <a:gd name="T14" fmla="*/ 267 w 291"/>
                <a:gd name="T15" fmla="*/ 0 h 2"/>
                <a:gd name="T16" fmla="*/ 279 w 291"/>
                <a:gd name="T17" fmla="*/ 0 h 2"/>
                <a:gd name="T18" fmla="*/ 291 w 291"/>
                <a:gd name="T19" fmla="*/ 0 h 2"/>
                <a:gd name="T20" fmla="*/ 291 w 291"/>
                <a:gd name="T21" fmla="*/ 0 h 2"/>
                <a:gd name="T22" fmla="*/ 279 w 291"/>
                <a:gd name="T23" fmla="*/ 0 h 2"/>
                <a:gd name="T24" fmla="*/ 267 w 291"/>
                <a:gd name="T25" fmla="*/ 0 h 2"/>
                <a:gd name="T26" fmla="*/ 231 w 291"/>
                <a:gd name="T27" fmla="*/ 0 h 2"/>
                <a:gd name="T28" fmla="*/ 192 w 291"/>
                <a:gd name="T29" fmla="*/ 0 h 2"/>
                <a:gd name="T30" fmla="*/ 147 w 291"/>
                <a:gd name="T31" fmla="*/ 0 h 2"/>
                <a:gd name="T32" fmla="*/ 105 w 291"/>
                <a:gd name="T33" fmla="*/ 0 h 2"/>
                <a:gd name="T34" fmla="*/ 63 w 291"/>
                <a:gd name="T35" fmla="*/ 0 h 2"/>
                <a:gd name="T36" fmla="*/ 27 w 291"/>
                <a:gd name="T37" fmla="*/ 0 h 2"/>
                <a:gd name="T38" fmla="*/ 0 w 291"/>
                <a:gd name="T39" fmla="*/ 0 h 2"/>
                <a:gd name="T40" fmla="*/ 0 w 291"/>
                <a:gd name="T41" fmla="*/ 0 h 2"/>
                <a:gd name="T42" fmla="*/ 0 w 291"/>
                <a:gd name="T43" fmla="*/ 0 h 2"/>
                <a:gd name="T44" fmla="*/ 0 w 291"/>
                <a:gd name="T45" fmla="*/ 0 h 2"/>
                <a:gd name="T46" fmla="*/ 0 w 291"/>
                <a:gd name="T47" fmla="*/ 0 h 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91"/>
                <a:gd name="T73" fmla="*/ 0 h 2"/>
                <a:gd name="T74" fmla="*/ 291 w 291"/>
                <a:gd name="T75" fmla="*/ 2 h 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91" h="2">
                  <a:moveTo>
                    <a:pt x="0" y="0"/>
                  </a:moveTo>
                  <a:lnTo>
                    <a:pt x="27" y="0"/>
                  </a:lnTo>
                  <a:lnTo>
                    <a:pt x="63" y="0"/>
                  </a:lnTo>
                  <a:lnTo>
                    <a:pt x="105" y="0"/>
                  </a:lnTo>
                  <a:lnTo>
                    <a:pt x="147" y="0"/>
                  </a:lnTo>
                  <a:lnTo>
                    <a:pt x="192" y="0"/>
                  </a:lnTo>
                  <a:lnTo>
                    <a:pt x="231" y="0"/>
                  </a:lnTo>
                  <a:lnTo>
                    <a:pt x="267" y="0"/>
                  </a:lnTo>
                  <a:lnTo>
                    <a:pt x="279" y="0"/>
                  </a:lnTo>
                  <a:lnTo>
                    <a:pt x="291" y="0"/>
                  </a:lnTo>
                  <a:lnTo>
                    <a:pt x="279" y="0"/>
                  </a:lnTo>
                  <a:lnTo>
                    <a:pt x="267" y="0"/>
                  </a:lnTo>
                  <a:lnTo>
                    <a:pt x="231" y="0"/>
                  </a:lnTo>
                  <a:lnTo>
                    <a:pt x="192" y="0"/>
                  </a:lnTo>
                  <a:lnTo>
                    <a:pt x="147" y="0"/>
                  </a:lnTo>
                  <a:lnTo>
                    <a:pt x="105" y="0"/>
                  </a:lnTo>
                  <a:lnTo>
                    <a:pt x="63" y="0"/>
                  </a:lnTo>
                  <a:lnTo>
                    <a:pt x="27" y="0"/>
                  </a:lnTo>
                  <a:lnTo>
                    <a:pt x="0" y="0"/>
                  </a:lnTo>
                  <a:close/>
                  <a:moveTo>
                    <a:pt x="0" y="0"/>
                  </a:moveTo>
                  <a:lnTo>
                    <a:pt x="0" y="0"/>
                  </a:lnTo>
                  <a:close/>
                </a:path>
              </a:pathLst>
            </a:custGeom>
            <a:solidFill>
              <a:srgbClr val="000000"/>
            </a:solidFill>
            <a:ln w="9525">
              <a:noFill/>
              <a:round/>
              <a:headEnd/>
              <a:tailEnd/>
            </a:ln>
          </p:spPr>
          <p:txBody>
            <a:bodyPr/>
            <a:lstStyle/>
            <a:p>
              <a:endParaRPr lang="zh-CN" altLang="en-US"/>
            </a:p>
          </p:txBody>
        </p:sp>
        <p:sp>
          <p:nvSpPr>
            <p:cNvPr id="4134" name="Freeform 8"/>
            <p:cNvSpPr>
              <a:spLocks noEditPoints="1"/>
            </p:cNvSpPr>
            <p:nvPr/>
          </p:nvSpPr>
          <p:spPr bwMode="auto">
            <a:xfrm>
              <a:off x="4457" y="493"/>
              <a:ext cx="152" cy="166"/>
            </a:xfrm>
            <a:custGeom>
              <a:avLst/>
              <a:gdLst>
                <a:gd name="T0" fmla="*/ 0 w 152"/>
                <a:gd name="T1" fmla="*/ 204 h 135"/>
                <a:gd name="T2" fmla="*/ 11 w 152"/>
                <a:gd name="T3" fmla="*/ 204 h 135"/>
                <a:gd name="T4" fmla="*/ 23 w 152"/>
                <a:gd name="T5" fmla="*/ 196 h 135"/>
                <a:gd name="T6" fmla="*/ 47 w 152"/>
                <a:gd name="T7" fmla="*/ 172 h 135"/>
                <a:gd name="T8" fmla="*/ 74 w 152"/>
                <a:gd name="T9" fmla="*/ 140 h 135"/>
                <a:gd name="T10" fmla="*/ 98 w 152"/>
                <a:gd name="T11" fmla="*/ 105 h 135"/>
                <a:gd name="T12" fmla="*/ 119 w 152"/>
                <a:gd name="T13" fmla="*/ 64 h 135"/>
                <a:gd name="T14" fmla="*/ 137 w 152"/>
                <a:gd name="T15" fmla="*/ 32 h 135"/>
                <a:gd name="T16" fmla="*/ 149 w 152"/>
                <a:gd name="T17" fmla="*/ 9 h 135"/>
                <a:gd name="T18" fmla="*/ 152 w 152"/>
                <a:gd name="T19" fmla="*/ 5 h 135"/>
                <a:gd name="T20" fmla="*/ 152 w 152"/>
                <a:gd name="T21" fmla="*/ 0 h 135"/>
                <a:gd name="T22" fmla="*/ 152 w 152"/>
                <a:gd name="T23" fmla="*/ 0 h 135"/>
                <a:gd name="T24" fmla="*/ 152 w 152"/>
                <a:gd name="T25" fmla="*/ 5 h 135"/>
                <a:gd name="T26" fmla="*/ 149 w 152"/>
                <a:gd name="T27" fmla="*/ 9 h 135"/>
                <a:gd name="T28" fmla="*/ 137 w 152"/>
                <a:gd name="T29" fmla="*/ 32 h 135"/>
                <a:gd name="T30" fmla="*/ 119 w 152"/>
                <a:gd name="T31" fmla="*/ 64 h 135"/>
                <a:gd name="T32" fmla="*/ 98 w 152"/>
                <a:gd name="T33" fmla="*/ 105 h 135"/>
                <a:gd name="T34" fmla="*/ 74 w 152"/>
                <a:gd name="T35" fmla="*/ 140 h 135"/>
                <a:gd name="T36" fmla="*/ 47 w 152"/>
                <a:gd name="T37" fmla="*/ 172 h 135"/>
                <a:gd name="T38" fmla="*/ 23 w 152"/>
                <a:gd name="T39" fmla="*/ 196 h 135"/>
                <a:gd name="T40" fmla="*/ 11 w 152"/>
                <a:gd name="T41" fmla="*/ 204 h 135"/>
                <a:gd name="T42" fmla="*/ 0 w 152"/>
                <a:gd name="T43" fmla="*/ 204 h 135"/>
                <a:gd name="T44" fmla="*/ 0 w 152"/>
                <a:gd name="T45" fmla="*/ 204 h 135"/>
                <a:gd name="T46" fmla="*/ 0 w 152"/>
                <a:gd name="T47" fmla="*/ 204 h 135"/>
                <a:gd name="T48" fmla="*/ 0 w 152"/>
                <a:gd name="T49" fmla="*/ 204 h 135"/>
                <a:gd name="T50" fmla="*/ 0 w 152"/>
                <a:gd name="T51" fmla="*/ 204 h 13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2"/>
                <a:gd name="T79" fmla="*/ 0 h 135"/>
                <a:gd name="T80" fmla="*/ 152 w 152"/>
                <a:gd name="T81" fmla="*/ 135 h 13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2" h="135">
                  <a:moveTo>
                    <a:pt x="0" y="135"/>
                  </a:moveTo>
                  <a:lnTo>
                    <a:pt x="11" y="135"/>
                  </a:lnTo>
                  <a:lnTo>
                    <a:pt x="23" y="129"/>
                  </a:lnTo>
                  <a:lnTo>
                    <a:pt x="47" y="114"/>
                  </a:lnTo>
                  <a:lnTo>
                    <a:pt x="74" y="93"/>
                  </a:lnTo>
                  <a:lnTo>
                    <a:pt x="98" y="69"/>
                  </a:lnTo>
                  <a:lnTo>
                    <a:pt x="119" y="42"/>
                  </a:lnTo>
                  <a:lnTo>
                    <a:pt x="137" y="21"/>
                  </a:lnTo>
                  <a:lnTo>
                    <a:pt x="149" y="6"/>
                  </a:lnTo>
                  <a:lnTo>
                    <a:pt x="152" y="3"/>
                  </a:lnTo>
                  <a:lnTo>
                    <a:pt x="152" y="0"/>
                  </a:lnTo>
                  <a:lnTo>
                    <a:pt x="152" y="3"/>
                  </a:lnTo>
                  <a:lnTo>
                    <a:pt x="149" y="6"/>
                  </a:lnTo>
                  <a:lnTo>
                    <a:pt x="137" y="21"/>
                  </a:lnTo>
                  <a:lnTo>
                    <a:pt x="119" y="42"/>
                  </a:lnTo>
                  <a:lnTo>
                    <a:pt x="98" y="69"/>
                  </a:lnTo>
                  <a:lnTo>
                    <a:pt x="74" y="93"/>
                  </a:lnTo>
                  <a:lnTo>
                    <a:pt x="47" y="114"/>
                  </a:lnTo>
                  <a:lnTo>
                    <a:pt x="23" y="129"/>
                  </a:lnTo>
                  <a:lnTo>
                    <a:pt x="11" y="135"/>
                  </a:lnTo>
                  <a:lnTo>
                    <a:pt x="0" y="135"/>
                  </a:lnTo>
                  <a:close/>
                  <a:moveTo>
                    <a:pt x="0" y="135"/>
                  </a:moveTo>
                  <a:lnTo>
                    <a:pt x="0" y="135"/>
                  </a:lnTo>
                  <a:close/>
                </a:path>
              </a:pathLst>
            </a:custGeom>
            <a:solidFill>
              <a:srgbClr val="000000"/>
            </a:solidFill>
            <a:ln w="9525">
              <a:noFill/>
              <a:round/>
              <a:headEnd/>
              <a:tailEnd/>
            </a:ln>
          </p:spPr>
          <p:txBody>
            <a:bodyPr/>
            <a:lstStyle/>
            <a:p>
              <a:endParaRPr lang="zh-CN" altLang="en-US"/>
            </a:p>
          </p:txBody>
        </p:sp>
        <p:sp>
          <p:nvSpPr>
            <p:cNvPr id="4135" name="Freeform 9"/>
            <p:cNvSpPr>
              <a:spLocks noEditPoints="1"/>
            </p:cNvSpPr>
            <p:nvPr/>
          </p:nvSpPr>
          <p:spPr bwMode="auto">
            <a:xfrm>
              <a:off x="4579" y="493"/>
              <a:ext cx="30" cy="1"/>
            </a:xfrm>
            <a:custGeom>
              <a:avLst/>
              <a:gdLst>
                <a:gd name="T0" fmla="*/ 30 w 30"/>
                <a:gd name="T1" fmla="*/ 0 h 1"/>
                <a:gd name="T2" fmla="*/ 0 w 30"/>
                <a:gd name="T3" fmla="*/ 0 h 1"/>
                <a:gd name="T4" fmla="*/ 30 w 30"/>
                <a:gd name="T5" fmla="*/ 0 h 1"/>
                <a:gd name="T6" fmla="*/ 30 w 30"/>
                <a:gd name="T7" fmla="*/ 0 h 1"/>
                <a:gd name="T8" fmla="*/ 30 w 30"/>
                <a:gd name="T9" fmla="*/ 0 h 1"/>
                <a:gd name="T10" fmla="*/ 30 w 30"/>
                <a:gd name="T11" fmla="*/ 0 h 1"/>
                <a:gd name="T12" fmla="*/ 30 w 30"/>
                <a:gd name="T13" fmla="*/ 0 h 1"/>
                <a:gd name="T14" fmla="*/ 0 60000 65536"/>
                <a:gd name="T15" fmla="*/ 0 60000 65536"/>
                <a:gd name="T16" fmla="*/ 0 60000 65536"/>
                <a:gd name="T17" fmla="*/ 0 60000 65536"/>
                <a:gd name="T18" fmla="*/ 0 60000 65536"/>
                <a:gd name="T19" fmla="*/ 0 60000 65536"/>
                <a:gd name="T20" fmla="*/ 0 60000 65536"/>
                <a:gd name="T21" fmla="*/ 0 w 30"/>
                <a:gd name="T22" fmla="*/ 0 h 1"/>
                <a:gd name="T23" fmla="*/ 30 w 30"/>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1">
                  <a:moveTo>
                    <a:pt x="30" y="0"/>
                  </a:moveTo>
                  <a:lnTo>
                    <a:pt x="0" y="0"/>
                  </a:lnTo>
                  <a:lnTo>
                    <a:pt x="30" y="0"/>
                  </a:lnTo>
                  <a:close/>
                  <a:moveTo>
                    <a:pt x="30" y="0"/>
                  </a:moveTo>
                  <a:lnTo>
                    <a:pt x="30" y="0"/>
                  </a:lnTo>
                  <a:close/>
                </a:path>
              </a:pathLst>
            </a:custGeom>
            <a:solidFill>
              <a:srgbClr val="000000"/>
            </a:solidFill>
            <a:ln w="9525">
              <a:noFill/>
              <a:round/>
              <a:headEnd/>
              <a:tailEnd/>
            </a:ln>
          </p:spPr>
          <p:txBody>
            <a:bodyPr/>
            <a:lstStyle/>
            <a:p>
              <a:endParaRPr lang="zh-CN" altLang="en-US"/>
            </a:p>
          </p:txBody>
        </p:sp>
        <p:sp>
          <p:nvSpPr>
            <p:cNvPr id="4136" name="Freeform 10"/>
            <p:cNvSpPr>
              <a:spLocks/>
            </p:cNvSpPr>
            <p:nvPr/>
          </p:nvSpPr>
          <p:spPr bwMode="auto">
            <a:xfrm>
              <a:off x="4579" y="49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000000"/>
            </a:solidFill>
            <a:ln w="9525">
              <a:noFill/>
              <a:round/>
              <a:headEnd/>
              <a:tailEnd/>
            </a:ln>
          </p:spPr>
          <p:txBody>
            <a:bodyPr/>
            <a:lstStyle/>
            <a:p>
              <a:endParaRPr lang="zh-CN" altLang="en-US"/>
            </a:p>
          </p:txBody>
        </p:sp>
        <p:sp>
          <p:nvSpPr>
            <p:cNvPr id="4137" name="Freeform 11"/>
            <p:cNvSpPr>
              <a:spLocks/>
            </p:cNvSpPr>
            <p:nvPr/>
          </p:nvSpPr>
          <p:spPr bwMode="auto">
            <a:xfrm>
              <a:off x="4268" y="276"/>
              <a:ext cx="96" cy="221"/>
            </a:xfrm>
            <a:custGeom>
              <a:avLst/>
              <a:gdLst>
                <a:gd name="T0" fmla="*/ 66 w 96"/>
                <a:gd name="T1" fmla="*/ 83 h 179"/>
                <a:gd name="T2" fmla="*/ 66 w 96"/>
                <a:gd name="T3" fmla="*/ 105 h 179"/>
                <a:gd name="T4" fmla="*/ 66 w 96"/>
                <a:gd name="T5" fmla="*/ 123 h 179"/>
                <a:gd name="T6" fmla="*/ 63 w 96"/>
                <a:gd name="T7" fmla="*/ 156 h 179"/>
                <a:gd name="T8" fmla="*/ 63 w 96"/>
                <a:gd name="T9" fmla="*/ 188 h 179"/>
                <a:gd name="T10" fmla="*/ 69 w 96"/>
                <a:gd name="T11" fmla="*/ 214 h 179"/>
                <a:gd name="T12" fmla="*/ 81 w 96"/>
                <a:gd name="T13" fmla="*/ 241 h 179"/>
                <a:gd name="T14" fmla="*/ 96 w 96"/>
                <a:gd name="T15" fmla="*/ 259 h 179"/>
                <a:gd name="T16" fmla="*/ 87 w 96"/>
                <a:gd name="T17" fmla="*/ 264 h 179"/>
                <a:gd name="T18" fmla="*/ 81 w 96"/>
                <a:gd name="T19" fmla="*/ 264 h 179"/>
                <a:gd name="T20" fmla="*/ 75 w 96"/>
                <a:gd name="T21" fmla="*/ 246 h 179"/>
                <a:gd name="T22" fmla="*/ 57 w 96"/>
                <a:gd name="T23" fmla="*/ 227 h 179"/>
                <a:gd name="T24" fmla="*/ 60 w 96"/>
                <a:gd name="T25" fmla="*/ 219 h 179"/>
                <a:gd name="T26" fmla="*/ 60 w 96"/>
                <a:gd name="T27" fmla="*/ 193 h 179"/>
                <a:gd name="T28" fmla="*/ 57 w 96"/>
                <a:gd name="T29" fmla="*/ 169 h 179"/>
                <a:gd name="T30" fmla="*/ 54 w 96"/>
                <a:gd name="T31" fmla="*/ 119 h 179"/>
                <a:gd name="T32" fmla="*/ 51 w 96"/>
                <a:gd name="T33" fmla="*/ 119 h 179"/>
                <a:gd name="T34" fmla="*/ 45 w 96"/>
                <a:gd name="T35" fmla="*/ 119 h 179"/>
                <a:gd name="T36" fmla="*/ 36 w 96"/>
                <a:gd name="T37" fmla="*/ 119 h 179"/>
                <a:gd name="T38" fmla="*/ 33 w 96"/>
                <a:gd name="T39" fmla="*/ 183 h 179"/>
                <a:gd name="T40" fmla="*/ 45 w 96"/>
                <a:gd name="T41" fmla="*/ 249 h 179"/>
                <a:gd name="T42" fmla="*/ 60 w 96"/>
                <a:gd name="T43" fmla="*/ 268 h 179"/>
                <a:gd name="T44" fmla="*/ 54 w 96"/>
                <a:gd name="T45" fmla="*/ 273 h 179"/>
                <a:gd name="T46" fmla="*/ 42 w 96"/>
                <a:gd name="T47" fmla="*/ 259 h 179"/>
                <a:gd name="T48" fmla="*/ 27 w 96"/>
                <a:gd name="T49" fmla="*/ 249 h 179"/>
                <a:gd name="T50" fmla="*/ 21 w 96"/>
                <a:gd name="T51" fmla="*/ 249 h 179"/>
                <a:gd name="T52" fmla="*/ 21 w 96"/>
                <a:gd name="T53" fmla="*/ 246 h 179"/>
                <a:gd name="T54" fmla="*/ 30 w 96"/>
                <a:gd name="T55" fmla="*/ 196 h 179"/>
                <a:gd name="T56" fmla="*/ 33 w 96"/>
                <a:gd name="T57" fmla="*/ 142 h 179"/>
                <a:gd name="T58" fmla="*/ 27 w 96"/>
                <a:gd name="T59" fmla="*/ 123 h 179"/>
                <a:gd name="T60" fmla="*/ 21 w 96"/>
                <a:gd name="T61" fmla="*/ 105 h 179"/>
                <a:gd name="T62" fmla="*/ 21 w 96"/>
                <a:gd name="T63" fmla="*/ 83 h 179"/>
                <a:gd name="T64" fmla="*/ 21 w 96"/>
                <a:gd name="T65" fmla="*/ 19 h 179"/>
                <a:gd name="T66" fmla="*/ 12 w 96"/>
                <a:gd name="T67" fmla="*/ 32 h 179"/>
                <a:gd name="T68" fmla="*/ 6 w 96"/>
                <a:gd name="T69" fmla="*/ 64 h 179"/>
                <a:gd name="T70" fmla="*/ 9 w 96"/>
                <a:gd name="T71" fmla="*/ 100 h 179"/>
                <a:gd name="T72" fmla="*/ 12 w 96"/>
                <a:gd name="T73" fmla="*/ 128 h 179"/>
                <a:gd name="T74" fmla="*/ 9 w 96"/>
                <a:gd name="T75" fmla="*/ 151 h 179"/>
                <a:gd name="T76" fmla="*/ 6 w 96"/>
                <a:gd name="T77" fmla="*/ 151 h 179"/>
                <a:gd name="T78" fmla="*/ 3 w 96"/>
                <a:gd name="T79" fmla="*/ 132 h 179"/>
                <a:gd name="T80" fmla="*/ 6 w 96"/>
                <a:gd name="T81" fmla="*/ 115 h 179"/>
                <a:gd name="T82" fmla="*/ 0 w 96"/>
                <a:gd name="T83" fmla="*/ 59 h 179"/>
                <a:gd name="T84" fmla="*/ 6 w 96"/>
                <a:gd name="T85" fmla="*/ 19 h 179"/>
                <a:gd name="T86" fmla="*/ 18 w 96"/>
                <a:gd name="T87" fmla="*/ 5 h 179"/>
                <a:gd name="T88" fmla="*/ 27 w 96"/>
                <a:gd name="T89" fmla="*/ 5 h 179"/>
                <a:gd name="T90" fmla="*/ 33 w 96"/>
                <a:gd name="T91" fmla="*/ 5 h 179"/>
                <a:gd name="T92" fmla="*/ 48 w 96"/>
                <a:gd name="T93" fmla="*/ 0 h 179"/>
                <a:gd name="T94" fmla="*/ 60 w 96"/>
                <a:gd name="T95" fmla="*/ 5 h 179"/>
                <a:gd name="T96" fmla="*/ 63 w 96"/>
                <a:gd name="T97" fmla="*/ 5 h 179"/>
                <a:gd name="T98" fmla="*/ 72 w 96"/>
                <a:gd name="T99" fmla="*/ 0 h 179"/>
                <a:gd name="T100" fmla="*/ 81 w 96"/>
                <a:gd name="T101" fmla="*/ 32 h 179"/>
                <a:gd name="T102" fmla="*/ 84 w 96"/>
                <a:gd name="T103" fmla="*/ 59 h 179"/>
                <a:gd name="T104" fmla="*/ 84 w 96"/>
                <a:gd name="T105" fmla="*/ 110 h 179"/>
                <a:gd name="T106" fmla="*/ 87 w 96"/>
                <a:gd name="T107" fmla="*/ 142 h 179"/>
                <a:gd name="T108" fmla="*/ 81 w 96"/>
                <a:gd name="T109" fmla="*/ 137 h 179"/>
                <a:gd name="T110" fmla="*/ 75 w 96"/>
                <a:gd name="T111" fmla="*/ 110 h 179"/>
                <a:gd name="T112" fmla="*/ 81 w 96"/>
                <a:gd name="T113" fmla="*/ 83 h 179"/>
                <a:gd name="T114" fmla="*/ 78 w 96"/>
                <a:gd name="T115" fmla="*/ 37 h 179"/>
                <a:gd name="T116" fmla="*/ 72 w 96"/>
                <a:gd name="T117" fmla="*/ 46 h 179"/>
                <a:gd name="T118" fmla="*/ 69 w 96"/>
                <a:gd name="T119" fmla="*/ 64 h 17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6"/>
                <a:gd name="T181" fmla="*/ 0 h 179"/>
                <a:gd name="T182" fmla="*/ 96 w 96"/>
                <a:gd name="T183" fmla="*/ 179 h 179"/>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6" h="179">
                  <a:moveTo>
                    <a:pt x="69" y="42"/>
                  </a:moveTo>
                  <a:lnTo>
                    <a:pt x="66" y="54"/>
                  </a:lnTo>
                  <a:lnTo>
                    <a:pt x="63" y="66"/>
                  </a:lnTo>
                  <a:lnTo>
                    <a:pt x="66" y="69"/>
                  </a:lnTo>
                  <a:lnTo>
                    <a:pt x="66" y="72"/>
                  </a:lnTo>
                  <a:lnTo>
                    <a:pt x="66" y="81"/>
                  </a:lnTo>
                  <a:lnTo>
                    <a:pt x="63" y="87"/>
                  </a:lnTo>
                  <a:lnTo>
                    <a:pt x="63" y="102"/>
                  </a:lnTo>
                  <a:lnTo>
                    <a:pt x="63" y="117"/>
                  </a:lnTo>
                  <a:lnTo>
                    <a:pt x="63" y="123"/>
                  </a:lnTo>
                  <a:lnTo>
                    <a:pt x="66" y="131"/>
                  </a:lnTo>
                  <a:lnTo>
                    <a:pt x="69" y="140"/>
                  </a:lnTo>
                  <a:lnTo>
                    <a:pt x="69" y="149"/>
                  </a:lnTo>
                  <a:lnTo>
                    <a:pt x="81" y="158"/>
                  </a:lnTo>
                  <a:lnTo>
                    <a:pt x="93" y="167"/>
                  </a:lnTo>
                  <a:lnTo>
                    <a:pt x="96" y="170"/>
                  </a:lnTo>
                  <a:lnTo>
                    <a:pt x="93" y="170"/>
                  </a:lnTo>
                  <a:lnTo>
                    <a:pt x="87" y="173"/>
                  </a:lnTo>
                  <a:lnTo>
                    <a:pt x="84" y="173"/>
                  </a:lnTo>
                  <a:lnTo>
                    <a:pt x="81" y="173"/>
                  </a:lnTo>
                  <a:lnTo>
                    <a:pt x="78" y="167"/>
                  </a:lnTo>
                  <a:lnTo>
                    <a:pt x="75" y="161"/>
                  </a:lnTo>
                  <a:lnTo>
                    <a:pt x="66" y="155"/>
                  </a:lnTo>
                  <a:lnTo>
                    <a:pt x="57" y="149"/>
                  </a:lnTo>
                  <a:lnTo>
                    <a:pt x="57" y="146"/>
                  </a:lnTo>
                  <a:lnTo>
                    <a:pt x="60" y="143"/>
                  </a:lnTo>
                  <a:lnTo>
                    <a:pt x="60" y="134"/>
                  </a:lnTo>
                  <a:lnTo>
                    <a:pt x="60" y="126"/>
                  </a:lnTo>
                  <a:lnTo>
                    <a:pt x="60" y="117"/>
                  </a:lnTo>
                  <a:lnTo>
                    <a:pt x="57" y="111"/>
                  </a:lnTo>
                  <a:lnTo>
                    <a:pt x="57" y="96"/>
                  </a:lnTo>
                  <a:lnTo>
                    <a:pt x="54" y="78"/>
                  </a:lnTo>
                  <a:lnTo>
                    <a:pt x="51" y="78"/>
                  </a:lnTo>
                  <a:lnTo>
                    <a:pt x="45" y="78"/>
                  </a:lnTo>
                  <a:lnTo>
                    <a:pt x="36" y="78"/>
                  </a:lnTo>
                  <a:lnTo>
                    <a:pt x="33" y="78"/>
                  </a:lnTo>
                  <a:lnTo>
                    <a:pt x="33" y="120"/>
                  </a:lnTo>
                  <a:lnTo>
                    <a:pt x="27" y="161"/>
                  </a:lnTo>
                  <a:lnTo>
                    <a:pt x="45" y="164"/>
                  </a:lnTo>
                  <a:lnTo>
                    <a:pt x="60" y="170"/>
                  </a:lnTo>
                  <a:lnTo>
                    <a:pt x="60" y="176"/>
                  </a:lnTo>
                  <a:lnTo>
                    <a:pt x="54" y="179"/>
                  </a:lnTo>
                  <a:lnTo>
                    <a:pt x="51" y="176"/>
                  </a:lnTo>
                  <a:lnTo>
                    <a:pt x="42" y="170"/>
                  </a:lnTo>
                  <a:lnTo>
                    <a:pt x="33" y="167"/>
                  </a:lnTo>
                  <a:lnTo>
                    <a:pt x="27" y="164"/>
                  </a:lnTo>
                  <a:lnTo>
                    <a:pt x="21" y="164"/>
                  </a:lnTo>
                  <a:lnTo>
                    <a:pt x="21" y="161"/>
                  </a:lnTo>
                  <a:lnTo>
                    <a:pt x="24" y="158"/>
                  </a:lnTo>
                  <a:lnTo>
                    <a:pt x="30" y="129"/>
                  </a:lnTo>
                  <a:lnTo>
                    <a:pt x="33" y="99"/>
                  </a:lnTo>
                  <a:lnTo>
                    <a:pt x="33" y="93"/>
                  </a:lnTo>
                  <a:lnTo>
                    <a:pt x="30" y="87"/>
                  </a:lnTo>
                  <a:lnTo>
                    <a:pt x="27" y="81"/>
                  </a:lnTo>
                  <a:lnTo>
                    <a:pt x="24" y="75"/>
                  </a:lnTo>
                  <a:lnTo>
                    <a:pt x="21" y="69"/>
                  </a:lnTo>
                  <a:lnTo>
                    <a:pt x="24" y="66"/>
                  </a:lnTo>
                  <a:lnTo>
                    <a:pt x="21" y="54"/>
                  </a:lnTo>
                  <a:lnTo>
                    <a:pt x="18" y="39"/>
                  </a:lnTo>
                  <a:lnTo>
                    <a:pt x="21" y="12"/>
                  </a:lnTo>
                  <a:lnTo>
                    <a:pt x="15" y="15"/>
                  </a:lnTo>
                  <a:lnTo>
                    <a:pt x="12" y="21"/>
                  </a:lnTo>
                  <a:lnTo>
                    <a:pt x="9" y="30"/>
                  </a:lnTo>
                  <a:lnTo>
                    <a:pt x="6" y="42"/>
                  </a:lnTo>
                  <a:lnTo>
                    <a:pt x="6" y="54"/>
                  </a:lnTo>
                  <a:lnTo>
                    <a:pt x="9" y="66"/>
                  </a:lnTo>
                  <a:lnTo>
                    <a:pt x="12" y="78"/>
                  </a:lnTo>
                  <a:lnTo>
                    <a:pt x="12" y="84"/>
                  </a:lnTo>
                  <a:lnTo>
                    <a:pt x="9" y="90"/>
                  </a:lnTo>
                  <a:lnTo>
                    <a:pt x="9" y="99"/>
                  </a:lnTo>
                  <a:lnTo>
                    <a:pt x="6" y="99"/>
                  </a:lnTo>
                  <a:lnTo>
                    <a:pt x="3" y="93"/>
                  </a:lnTo>
                  <a:lnTo>
                    <a:pt x="3" y="87"/>
                  </a:lnTo>
                  <a:lnTo>
                    <a:pt x="6" y="81"/>
                  </a:lnTo>
                  <a:lnTo>
                    <a:pt x="6" y="75"/>
                  </a:lnTo>
                  <a:lnTo>
                    <a:pt x="0" y="57"/>
                  </a:lnTo>
                  <a:lnTo>
                    <a:pt x="0" y="39"/>
                  </a:lnTo>
                  <a:lnTo>
                    <a:pt x="3" y="21"/>
                  </a:lnTo>
                  <a:lnTo>
                    <a:pt x="6" y="12"/>
                  </a:lnTo>
                  <a:lnTo>
                    <a:pt x="12" y="3"/>
                  </a:lnTo>
                  <a:lnTo>
                    <a:pt x="18" y="3"/>
                  </a:lnTo>
                  <a:lnTo>
                    <a:pt x="24" y="0"/>
                  </a:lnTo>
                  <a:lnTo>
                    <a:pt x="27" y="3"/>
                  </a:lnTo>
                  <a:lnTo>
                    <a:pt x="27" y="6"/>
                  </a:lnTo>
                  <a:lnTo>
                    <a:pt x="33" y="3"/>
                  </a:lnTo>
                  <a:lnTo>
                    <a:pt x="39" y="0"/>
                  </a:lnTo>
                  <a:lnTo>
                    <a:pt x="48" y="0"/>
                  </a:lnTo>
                  <a:lnTo>
                    <a:pt x="54" y="0"/>
                  </a:lnTo>
                  <a:lnTo>
                    <a:pt x="60" y="3"/>
                  </a:lnTo>
                  <a:lnTo>
                    <a:pt x="63" y="3"/>
                  </a:lnTo>
                  <a:lnTo>
                    <a:pt x="63" y="0"/>
                  </a:lnTo>
                  <a:lnTo>
                    <a:pt x="72" y="0"/>
                  </a:lnTo>
                  <a:lnTo>
                    <a:pt x="78" y="12"/>
                  </a:lnTo>
                  <a:lnTo>
                    <a:pt x="81" y="21"/>
                  </a:lnTo>
                  <a:lnTo>
                    <a:pt x="84" y="30"/>
                  </a:lnTo>
                  <a:lnTo>
                    <a:pt x="84" y="39"/>
                  </a:lnTo>
                  <a:lnTo>
                    <a:pt x="84" y="54"/>
                  </a:lnTo>
                  <a:lnTo>
                    <a:pt x="84" y="72"/>
                  </a:lnTo>
                  <a:lnTo>
                    <a:pt x="87" y="84"/>
                  </a:lnTo>
                  <a:lnTo>
                    <a:pt x="87" y="93"/>
                  </a:lnTo>
                  <a:lnTo>
                    <a:pt x="84" y="93"/>
                  </a:lnTo>
                  <a:lnTo>
                    <a:pt x="81" y="90"/>
                  </a:lnTo>
                  <a:lnTo>
                    <a:pt x="78" y="81"/>
                  </a:lnTo>
                  <a:lnTo>
                    <a:pt x="75" y="72"/>
                  </a:lnTo>
                  <a:lnTo>
                    <a:pt x="81" y="63"/>
                  </a:lnTo>
                  <a:lnTo>
                    <a:pt x="81" y="54"/>
                  </a:lnTo>
                  <a:lnTo>
                    <a:pt x="81" y="36"/>
                  </a:lnTo>
                  <a:lnTo>
                    <a:pt x="78" y="24"/>
                  </a:lnTo>
                  <a:lnTo>
                    <a:pt x="72" y="15"/>
                  </a:lnTo>
                  <a:lnTo>
                    <a:pt x="72" y="30"/>
                  </a:lnTo>
                  <a:lnTo>
                    <a:pt x="69" y="42"/>
                  </a:lnTo>
                  <a:close/>
                </a:path>
              </a:pathLst>
            </a:custGeom>
            <a:solidFill>
              <a:srgbClr val="0000FF"/>
            </a:solidFill>
            <a:ln w="9525">
              <a:noFill/>
              <a:round/>
              <a:headEnd/>
              <a:tailEnd/>
            </a:ln>
          </p:spPr>
          <p:txBody>
            <a:bodyPr/>
            <a:lstStyle/>
            <a:p>
              <a:endParaRPr lang="zh-CN" altLang="en-US"/>
            </a:p>
          </p:txBody>
        </p:sp>
        <p:sp>
          <p:nvSpPr>
            <p:cNvPr id="4138" name="Freeform 12"/>
            <p:cNvSpPr>
              <a:spLocks/>
            </p:cNvSpPr>
            <p:nvPr/>
          </p:nvSpPr>
          <p:spPr bwMode="auto">
            <a:xfrm>
              <a:off x="4331" y="328"/>
              <a:ext cx="6" cy="30"/>
            </a:xfrm>
            <a:custGeom>
              <a:avLst/>
              <a:gdLst>
                <a:gd name="T0" fmla="*/ 6 w 6"/>
                <a:gd name="T1" fmla="*/ 0 h 24"/>
                <a:gd name="T2" fmla="*/ 3 w 6"/>
                <a:gd name="T3" fmla="*/ 19 h 24"/>
                <a:gd name="T4" fmla="*/ 0 w 6"/>
                <a:gd name="T5" fmla="*/ 37 h 24"/>
                <a:gd name="T6" fmla="*/ 0 w 6"/>
                <a:gd name="T7" fmla="*/ 37 h 24"/>
                <a:gd name="T8" fmla="*/ 3 w 6"/>
                <a:gd name="T9" fmla="*/ 19 h 24"/>
                <a:gd name="T10" fmla="*/ 6 w 6"/>
                <a:gd name="T11" fmla="*/ 0 h 24"/>
                <a:gd name="T12" fmla="*/ 6 w 6"/>
                <a:gd name="T13" fmla="*/ 0 h 24"/>
                <a:gd name="T14" fmla="*/ 0 60000 65536"/>
                <a:gd name="T15" fmla="*/ 0 60000 65536"/>
                <a:gd name="T16" fmla="*/ 0 60000 65536"/>
                <a:gd name="T17" fmla="*/ 0 60000 65536"/>
                <a:gd name="T18" fmla="*/ 0 60000 65536"/>
                <a:gd name="T19" fmla="*/ 0 60000 65536"/>
                <a:gd name="T20" fmla="*/ 0 60000 65536"/>
                <a:gd name="T21" fmla="*/ 0 w 6"/>
                <a:gd name="T22" fmla="*/ 0 h 24"/>
                <a:gd name="T23" fmla="*/ 6 w 6"/>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 h="24">
                  <a:moveTo>
                    <a:pt x="6" y="0"/>
                  </a:moveTo>
                  <a:lnTo>
                    <a:pt x="3" y="12"/>
                  </a:lnTo>
                  <a:lnTo>
                    <a:pt x="0" y="24"/>
                  </a:lnTo>
                  <a:lnTo>
                    <a:pt x="3" y="12"/>
                  </a:lnTo>
                  <a:lnTo>
                    <a:pt x="6" y="0"/>
                  </a:lnTo>
                  <a:close/>
                </a:path>
              </a:pathLst>
            </a:custGeom>
            <a:solidFill>
              <a:srgbClr val="FFFFFF"/>
            </a:solidFill>
            <a:ln w="9525">
              <a:noFill/>
              <a:round/>
              <a:headEnd/>
              <a:tailEnd/>
            </a:ln>
          </p:spPr>
          <p:txBody>
            <a:bodyPr/>
            <a:lstStyle/>
            <a:p>
              <a:endParaRPr lang="zh-CN" altLang="en-US"/>
            </a:p>
          </p:txBody>
        </p:sp>
        <p:sp>
          <p:nvSpPr>
            <p:cNvPr id="4139" name="Freeform 13"/>
            <p:cNvSpPr>
              <a:spLocks noEditPoints="1"/>
            </p:cNvSpPr>
            <p:nvPr/>
          </p:nvSpPr>
          <p:spPr bwMode="auto">
            <a:xfrm>
              <a:off x="4331" y="358"/>
              <a:ext cx="3" cy="7"/>
            </a:xfrm>
            <a:custGeom>
              <a:avLst/>
              <a:gdLst>
                <a:gd name="T0" fmla="*/ 0 w 3"/>
                <a:gd name="T1" fmla="*/ 0 h 6"/>
                <a:gd name="T2" fmla="*/ 3 w 3"/>
                <a:gd name="T3" fmla="*/ 5 h 6"/>
                <a:gd name="T4" fmla="*/ 3 w 3"/>
                <a:gd name="T5" fmla="*/ 8 h 6"/>
                <a:gd name="T6" fmla="*/ 3 w 3"/>
                <a:gd name="T7" fmla="*/ 8 h 6"/>
                <a:gd name="T8" fmla="*/ 3 w 3"/>
                <a:gd name="T9" fmla="*/ 5 h 6"/>
                <a:gd name="T10" fmla="*/ 0 w 3"/>
                <a:gd name="T11" fmla="*/ 0 h 6"/>
                <a:gd name="T12" fmla="*/ 0 w 3"/>
                <a:gd name="T13" fmla="*/ 0 h 6"/>
                <a:gd name="T14" fmla="*/ 0 w 3"/>
                <a:gd name="T15" fmla="*/ 0 h 6"/>
                <a:gd name="T16" fmla="*/ 0 w 3"/>
                <a:gd name="T17" fmla="*/ 0 h 6"/>
                <a:gd name="T18" fmla="*/ 0 w 3"/>
                <a:gd name="T19" fmla="*/ 0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6"/>
                <a:gd name="T32" fmla="*/ 3 w 3"/>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6">
                  <a:moveTo>
                    <a:pt x="0" y="0"/>
                  </a:moveTo>
                  <a:lnTo>
                    <a:pt x="3" y="3"/>
                  </a:lnTo>
                  <a:lnTo>
                    <a:pt x="3" y="6"/>
                  </a:lnTo>
                  <a:lnTo>
                    <a:pt x="3" y="3"/>
                  </a:lnTo>
                  <a:lnTo>
                    <a:pt x="0" y="0"/>
                  </a:lnTo>
                  <a:close/>
                  <a:moveTo>
                    <a:pt x="0" y="0"/>
                  </a:moveTo>
                  <a:lnTo>
                    <a:pt x="0" y="0"/>
                  </a:lnTo>
                  <a:close/>
                </a:path>
              </a:pathLst>
            </a:custGeom>
            <a:solidFill>
              <a:srgbClr val="FFFFFF"/>
            </a:solidFill>
            <a:ln w="9525">
              <a:noFill/>
              <a:round/>
              <a:headEnd/>
              <a:tailEnd/>
            </a:ln>
          </p:spPr>
          <p:txBody>
            <a:bodyPr/>
            <a:lstStyle/>
            <a:p>
              <a:endParaRPr lang="zh-CN" altLang="en-US"/>
            </a:p>
          </p:txBody>
        </p:sp>
        <p:sp>
          <p:nvSpPr>
            <p:cNvPr id="4140" name="Freeform 14"/>
            <p:cNvSpPr>
              <a:spLocks noEditPoints="1"/>
            </p:cNvSpPr>
            <p:nvPr/>
          </p:nvSpPr>
          <p:spPr bwMode="auto">
            <a:xfrm>
              <a:off x="4331" y="365"/>
              <a:ext cx="3" cy="19"/>
            </a:xfrm>
            <a:custGeom>
              <a:avLst/>
              <a:gdLst>
                <a:gd name="T0" fmla="*/ 3 w 3"/>
                <a:gd name="T1" fmla="*/ 0 h 15"/>
                <a:gd name="T2" fmla="*/ 3 w 3"/>
                <a:gd name="T3" fmla="*/ 14 h 15"/>
                <a:gd name="T4" fmla="*/ 0 w 3"/>
                <a:gd name="T5" fmla="*/ 24 h 15"/>
                <a:gd name="T6" fmla="*/ 0 w 3"/>
                <a:gd name="T7" fmla="*/ 24 h 15"/>
                <a:gd name="T8" fmla="*/ 3 w 3"/>
                <a:gd name="T9" fmla="*/ 14 h 15"/>
                <a:gd name="T10" fmla="*/ 3 w 3"/>
                <a:gd name="T11" fmla="*/ 0 h 15"/>
                <a:gd name="T12" fmla="*/ 3 w 3"/>
                <a:gd name="T13" fmla="*/ 0 h 15"/>
                <a:gd name="T14" fmla="*/ 3 w 3"/>
                <a:gd name="T15" fmla="*/ 0 h 15"/>
                <a:gd name="T16" fmla="*/ 3 w 3"/>
                <a:gd name="T17" fmla="*/ 0 h 15"/>
                <a:gd name="T18" fmla="*/ 3 w 3"/>
                <a:gd name="T19" fmla="*/ 0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15"/>
                <a:gd name="T32" fmla="*/ 3 w 3"/>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15">
                  <a:moveTo>
                    <a:pt x="3" y="0"/>
                  </a:moveTo>
                  <a:lnTo>
                    <a:pt x="3" y="9"/>
                  </a:lnTo>
                  <a:lnTo>
                    <a:pt x="0" y="15"/>
                  </a:lnTo>
                  <a:lnTo>
                    <a:pt x="3" y="9"/>
                  </a:lnTo>
                  <a:lnTo>
                    <a:pt x="3" y="0"/>
                  </a:lnTo>
                  <a:close/>
                  <a:moveTo>
                    <a:pt x="3" y="0"/>
                  </a:moveTo>
                  <a:lnTo>
                    <a:pt x="3" y="0"/>
                  </a:lnTo>
                  <a:close/>
                </a:path>
              </a:pathLst>
            </a:custGeom>
            <a:solidFill>
              <a:srgbClr val="FFFFFF"/>
            </a:solidFill>
            <a:ln w="9525">
              <a:noFill/>
              <a:round/>
              <a:headEnd/>
              <a:tailEnd/>
            </a:ln>
          </p:spPr>
          <p:txBody>
            <a:bodyPr/>
            <a:lstStyle/>
            <a:p>
              <a:endParaRPr lang="zh-CN" altLang="en-US"/>
            </a:p>
          </p:txBody>
        </p:sp>
        <p:sp>
          <p:nvSpPr>
            <p:cNvPr id="4141" name="Freeform 15"/>
            <p:cNvSpPr>
              <a:spLocks noEditPoints="1"/>
            </p:cNvSpPr>
            <p:nvPr/>
          </p:nvSpPr>
          <p:spPr bwMode="auto">
            <a:xfrm>
              <a:off x="4331" y="384"/>
              <a:ext cx="1" cy="36"/>
            </a:xfrm>
            <a:custGeom>
              <a:avLst/>
              <a:gdLst>
                <a:gd name="T0" fmla="*/ 0 w 1"/>
                <a:gd name="T1" fmla="*/ 0 h 30"/>
                <a:gd name="T2" fmla="*/ 0 w 1"/>
                <a:gd name="T3" fmla="*/ 22 h 30"/>
                <a:gd name="T4" fmla="*/ 0 w 1"/>
                <a:gd name="T5" fmla="*/ 43 h 30"/>
                <a:gd name="T6" fmla="*/ 0 w 1"/>
                <a:gd name="T7" fmla="*/ 43 h 30"/>
                <a:gd name="T8" fmla="*/ 0 w 1"/>
                <a:gd name="T9" fmla="*/ 22 h 30"/>
                <a:gd name="T10" fmla="*/ 0 w 1"/>
                <a:gd name="T11" fmla="*/ 0 h 30"/>
                <a:gd name="T12" fmla="*/ 0 w 1"/>
                <a:gd name="T13" fmla="*/ 0 h 30"/>
                <a:gd name="T14" fmla="*/ 0 w 1"/>
                <a:gd name="T15" fmla="*/ 0 h 30"/>
                <a:gd name="T16" fmla="*/ 0 w 1"/>
                <a:gd name="T17" fmla="*/ 0 h 30"/>
                <a:gd name="T18" fmla="*/ 0 w 1"/>
                <a:gd name="T19" fmla="*/ 0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
                <a:gd name="T31" fmla="*/ 0 h 30"/>
                <a:gd name="T32" fmla="*/ 1 w 1"/>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 h="30">
                  <a:moveTo>
                    <a:pt x="0" y="0"/>
                  </a:moveTo>
                  <a:lnTo>
                    <a:pt x="0" y="15"/>
                  </a:lnTo>
                  <a:lnTo>
                    <a:pt x="0" y="30"/>
                  </a:lnTo>
                  <a:lnTo>
                    <a:pt x="0" y="15"/>
                  </a:lnTo>
                  <a:lnTo>
                    <a:pt x="0" y="0"/>
                  </a:lnTo>
                  <a:close/>
                  <a:moveTo>
                    <a:pt x="0" y="0"/>
                  </a:moveTo>
                  <a:lnTo>
                    <a:pt x="0" y="0"/>
                  </a:lnTo>
                  <a:close/>
                </a:path>
              </a:pathLst>
            </a:custGeom>
            <a:solidFill>
              <a:srgbClr val="FFFFFF"/>
            </a:solidFill>
            <a:ln w="9525">
              <a:noFill/>
              <a:round/>
              <a:headEnd/>
              <a:tailEnd/>
            </a:ln>
          </p:spPr>
          <p:txBody>
            <a:bodyPr/>
            <a:lstStyle/>
            <a:p>
              <a:endParaRPr lang="zh-CN" altLang="en-US"/>
            </a:p>
          </p:txBody>
        </p:sp>
        <p:sp>
          <p:nvSpPr>
            <p:cNvPr id="4142" name="Freeform 16"/>
            <p:cNvSpPr>
              <a:spLocks noEditPoints="1"/>
            </p:cNvSpPr>
            <p:nvPr/>
          </p:nvSpPr>
          <p:spPr bwMode="auto">
            <a:xfrm>
              <a:off x="4331" y="420"/>
              <a:ext cx="6" cy="40"/>
            </a:xfrm>
            <a:custGeom>
              <a:avLst/>
              <a:gdLst>
                <a:gd name="T0" fmla="*/ 0 w 6"/>
                <a:gd name="T1" fmla="*/ 0 h 32"/>
                <a:gd name="T2" fmla="*/ 0 w 6"/>
                <a:gd name="T3" fmla="*/ 9 h 32"/>
                <a:gd name="T4" fmla="*/ 3 w 6"/>
                <a:gd name="T5" fmla="*/ 21 h 32"/>
                <a:gd name="T6" fmla="*/ 6 w 6"/>
                <a:gd name="T7" fmla="*/ 36 h 32"/>
                <a:gd name="T8" fmla="*/ 6 w 6"/>
                <a:gd name="T9" fmla="*/ 50 h 32"/>
                <a:gd name="T10" fmla="*/ 6 w 6"/>
                <a:gd name="T11" fmla="*/ 50 h 32"/>
                <a:gd name="T12" fmla="*/ 6 w 6"/>
                <a:gd name="T13" fmla="*/ 36 h 32"/>
                <a:gd name="T14" fmla="*/ 3 w 6"/>
                <a:gd name="T15" fmla="*/ 21 h 32"/>
                <a:gd name="T16" fmla="*/ 0 w 6"/>
                <a:gd name="T17" fmla="*/ 9 h 32"/>
                <a:gd name="T18" fmla="*/ 0 w 6"/>
                <a:gd name="T19" fmla="*/ 0 h 32"/>
                <a:gd name="T20" fmla="*/ 0 w 6"/>
                <a:gd name="T21" fmla="*/ 0 h 32"/>
                <a:gd name="T22" fmla="*/ 0 w 6"/>
                <a:gd name="T23" fmla="*/ 0 h 32"/>
                <a:gd name="T24" fmla="*/ 0 w 6"/>
                <a:gd name="T25" fmla="*/ 0 h 32"/>
                <a:gd name="T26" fmla="*/ 0 w 6"/>
                <a:gd name="T27" fmla="*/ 0 h 3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
                <a:gd name="T43" fmla="*/ 0 h 32"/>
                <a:gd name="T44" fmla="*/ 6 w 6"/>
                <a:gd name="T45" fmla="*/ 32 h 3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 h="32">
                  <a:moveTo>
                    <a:pt x="0" y="0"/>
                  </a:moveTo>
                  <a:lnTo>
                    <a:pt x="0" y="6"/>
                  </a:lnTo>
                  <a:lnTo>
                    <a:pt x="3" y="14"/>
                  </a:lnTo>
                  <a:lnTo>
                    <a:pt x="6" y="23"/>
                  </a:lnTo>
                  <a:lnTo>
                    <a:pt x="6" y="32"/>
                  </a:lnTo>
                  <a:lnTo>
                    <a:pt x="6" y="23"/>
                  </a:lnTo>
                  <a:lnTo>
                    <a:pt x="3" y="14"/>
                  </a:lnTo>
                  <a:lnTo>
                    <a:pt x="0" y="6"/>
                  </a:lnTo>
                  <a:lnTo>
                    <a:pt x="0" y="0"/>
                  </a:lnTo>
                  <a:close/>
                  <a:moveTo>
                    <a:pt x="0" y="0"/>
                  </a:moveTo>
                  <a:lnTo>
                    <a:pt x="0" y="0"/>
                  </a:lnTo>
                  <a:close/>
                </a:path>
              </a:pathLst>
            </a:custGeom>
            <a:solidFill>
              <a:srgbClr val="FFFFFF"/>
            </a:solidFill>
            <a:ln w="9525">
              <a:noFill/>
              <a:round/>
              <a:headEnd/>
              <a:tailEnd/>
            </a:ln>
          </p:spPr>
          <p:txBody>
            <a:bodyPr/>
            <a:lstStyle/>
            <a:p>
              <a:endParaRPr lang="zh-CN" altLang="en-US"/>
            </a:p>
          </p:txBody>
        </p:sp>
        <p:sp>
          <p:nvSpPr>
            <p:cNvPr id="4143" name="Freeform 17"/>
            <p:cNvSpPr>
              <a:spLocks noEditPoints="1"/>
            </p:cNvSpPr>
            <p:nvPr/>
          </p:nvSpPr>
          <p:spPr bwMode="auto">
            <a:xfrm>
              <a:off x="4337" y="460"/>
              <a:ext cx="24" cy="22"/>
            </a:xfrm>
            <a:custGeom>
              <a:avLst/>
              <a:gdLst>
                <a:gd name="T0" fmla="*/ 0 w 24"/>
                <a:gd name="T1" fmla="*/ 0 h 18"/>
                <a:gd name="T2" fmla="*/ 12 w 24"/>
                <a:gd name="T3" fmla="*/ 13 h 18"/>
                <a:gd name="T4" fmla="*/ 24 w 24"/>
                <a:gd name="T5" fmla="*/ 27 h 18"/>
                <a:gd name="T6" fmla="*/ 24 w 24"/>
                <a:gd name="T7" fmla="*/ 27 h 18"/>
                <a:gd name="T8" fmla="*/ 12 w 24"/>
                <a:gd name="T9" fmla="*/ 13 h 18"/>
                <a:gd name="T10" fmla="*/ 0 w 24"/>
                <a:gd name="T11" fmla="*/ 0 h 18"/>
                <a:gd name="T12" fmla="*/ 0 w 24"/>
                <a:gd name="T13" fmla="*/ 0 h 18"/>
                <a:gd name="T14" fmla="*/ 0 w 24"/>
                <a:gd name="T15" fmla="*/ 0 h 18"/>
                <a:gd name="T16" fmla="*/ 0 w 24"/>
                <a:gd name="T17" fmla="*/ 0 h 18"/>
                <a:gd name="T18" fmla="*/ 0 w 24"/>
                <a:gd name="T19" fmla="*/ 0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
                <a:gd name="T31" fmla="*/ 0 h 18"/>
                <a:gd name="T32" fmla="*/ 24 w 24"/>
                <a:gd name="T33" fmla="*/ 18 h 1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 h="18">
                  <a:moveTo>
                    <a:pt x="0" y="0"/>
                  </a:moveTo>
                  <a:lnTo>
                    <a:pt x="12" y="9"/>
                  </a:lnTo>
                  <a:lnTo>
                    <a:pt x="24" y="18"/>
                  </a:lnTo>
                  <a:lnTo>
                    <a:pt x="12" y="9"/>
                  </a:lnTo>
                  <a:lnTo>
                    <a:pt x="0" y="0"/>
                  </a:lnTo>
                  <a:close/>
                  <a:moveTo>
                    <a:pt x="0" y="0"/>
                  </a:moveTo>
                  <a:lnTo>
                    <a:pt x="0" y="0"/>
                  </a:lnTo>
                  <a:close/>
                </a:path>
              </a:pathLst>
            </a:custGeom>
            <a:solidFill>
              <a:srgbClr val="FFFFFF"/>
            </a:solidFill>
            <a:ln w="9525">
              <a:noFill/>
              <a:round/>
              <a:headEnd/>
              <a:tailEnd/>
            </a:ln>
          </p:spPr>
          <p:txBody>
            <a:bodyPr/>
            <a:lstStyle/>
            <a:p>
              <a:endParaRPr lang="zh-CN" altLang="en-US"/>
            </a:p>
          </p:txBody>
        </p:sp>
        <p:sp>
          <p:nvSpPr>
            <p:cNvPr id="4144" name="Freeform 18"/>
            <p:cNvSpPr>
              <a:spLocks noEditPoints="1"/>
            </p:cNvSpPr>
            <p:nvPr/>
          </p:nvSpPr>
          <p:spPr bwMode="auto">
            <a:xfrm>
              <a:off x="4361" y="482"/>
              <a:ext cx="3" cy="4"/>
            </a:xfrm>
            <a:custGeom>
              <a:avLst/>
              <a:gdLst>
                <a:gd name="T0" fmla="*/ 0 w 3"/>
                <a:gd name="T1" fmla="*/ 0 h 3"/>
                <a:gd name="T2" fmla="*/ 3 w 3"/>
                <a:gd name="T3" fmla="*/ 5 h 3"/>
                <a:gd name="T4" fmla="*/ 0 w 3"/>
                <a:gd name="T5" fmla="*/ 5 h 3"/>
                <a:gd name="T6" fmla="*/ 0 w 3"/>
                <a:gd name="T7" fmla="*/ 5 h 3"/>
                <a:gd name="T8" fmla="*/ 3 w 3"/>
                <a:gd name="T9" fmla="*/ 5 h 3"/>
                <a:gd name="T10" fmla="*/ 0 w 3"/>
                <a:gd name="T11" fmla="*/ 0 h 3"/>
                <a:gd name="T12" fmla="*/ 0 w 3"/>
                <a:gd name="T13" fmla="*/ 0 h 3"/>
                <a:gd name="T14" fmla="*/ 0 w 3"/>
                <a:gd name="T15" fmla="*/ 0 h 3"/>
                <a:gd name="T16" fmla="*/ 0 w 3"/>
                <a:gd name="T17" fmla="*/ 0 h 3"/>
                <a:gd name="T18" fmla="*/ 0 w 3"/>
                <a:gd name="T19" fmla="*/ 0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3"/>
                <a:gd name="T32" fmla="*/ 3 w 3"/>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3">
                  <a:moveTo>
                    <a:pt x="0" y="0"/>
                  </a:moveTo>
                  <a:lnTo>
                    <a:pt x="3" y="3"/>
                  </a:lnTo>
                  <a:lnTo>
                    <a:pt x="0" y="3"/>
                  </a:lnTo>
                  <a:lnTo>
                    <a:pt x="3" y="3"/>
                  </a:lnTo>
                  <a:lnTo>
                    <a:pt x="0" y="0"/>
                  </a:lnTo>
                  <a:close/>
                  <a:moveTo>
                    <a:pt x="0" y="0"/>
                  </a:moveTo>
                  <a:lnTo>
                    <a:pt x="0" y="0"/>
                  </a:lnTo>
                  <a:close/>
                </a:path>
              </a:pathLst>
            </a:custGeom>
            <a:solidFill>
              <a:srgbClr val="FFFFFF"/>
            </a:solidFill>
            <a:ln w="9525">
              <a:noFill/>
              <a:round/>
              <a:headEnd/>
              <a:tailEnd/>
            </a:ln>
          </p:spPr>
          <p:txBody>
            <a:bodyPr/>
            <a:lstStyle/>
            <a:p>
              <a:endParaRPr lang="zh-CN" altLang="en-US"/>
            </a:p>
          </p:txBody>
        </p:sp>
        <p:sp>
          <p:nvSpPr>
            <p:cNvPr id="4145" name="Freeform 19"/>
            <p:cNvSpPr>
              <a:spLocks noEditPoints="1"/>
            </p:cNvSpPr>
            <p:nvPr/>
          </p:nvSpPr>
          <p:spPr bwMode="auto">
            <a:xfrm>
              <a:off x="4349" y="486"/>
              <a:ext cx="12" cy="3"/>
            </a:xfrm>
            <a:custGeom>
              <a:avLst/>
              <a:gdLst>
                <a:gd name="T0" fmla="*/ 12 w 12"/>
                <a:gd name="T1" fmla="*/ 0 h 3"/>
                <a:gd name="T2" fmla="*/ 6 w 12"/>
                <a:gd name="T3" fmla="*/ 3 h 3"/>
                <a:gd name="T4" fmla="*/ 3 w 12"/>
                <a:gd name="T5" fmla="*/ 3 h 3"/>
                <a:gd name="T6" fmla="*/ 0 w 12"/>
                <a:gd name="T7" fmla="*/ 3 h 3"/>
                <a:gd name="T8" fmla="*/ 0 w 12"/>
                <a:gd name="T9" fmla="*/ 3 h 3"/>
                <a:gd name="T10" fmla="*/ 3 w 12"/>
                <a:gd name="T11" fmla="*/ 3 h 3"/>
                <a:gd name="T12" fmla="*/ 6 w 12"/>
                <a:gd name="T13" fmla="*/ 3 h 3"/>
                <a:gd name="T14" fmla="*/ 12 w 12"/>
                <a:gd name="T15" fmla="*/ 0 h 3"/>
                <a:gd name="T16" fmla="*/ 12 w 12"/>
                <a:gd name="T17" fmla="*/ 0 h 3"/>
                <a:gd name="T18" fmla="*/ 12 w 12"/>
                <a:gd name="T19" fmla="*/ 0 h 3"/>
                <a:gd name="T20" fmla="*/ 12 w 12"/>
                <a:gd name="T21" fmla="*/ 0 h 3"/>
                <a:gd name="T22" fmla="*/ 12 w 12"/>
                <a:gd name="T23" fmla="*/ 0 h 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
                <a:gd name="T37" fmla="*/ 0 h 3"/>
                <a:gd name="T38" fmla="*/ 12 w 12"/>
                <a:gd name="T39" fmla="*/ 3 h 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 h="3">
                  <a:moveTo>
                    <a:pt x="12" y="0"/>
                  </a:moveTo>
                  <a:lnTo>
                    <a:pt x="6" y="3"/>
                  </a:lnTo>
                  <a:lnTo>
                    <a:pt x="3" y="3"/>
                  </a:lnTo>
                  <a:lnTo>
                    <a:pt x="0" y="3"/>
                  </a:lnTo>
                  <a:lnTo>
                    <a:pt x="3" y="3"/>
                  </a:lnTo>
                  <a:lnTo>
                    <a:pt x="6" y="3"/>
                  </a:lnTo>
                  <a:lnTo>
                    <a:pt x="12" y="0"/>
                  </a:lnTo>
                  <a:close/>
                  <a:moveTo>
                    <a:pt x="12" y="0"/>
                  </a:moveTo>
                  <a:lnTo>
                    <a:pt x="12" y="0"/>
                  </a:lnTo>
                  <a:close/>
                </a:path>
              </a:pathLst>
            </a:custGeom>
            <a:solidFill>
              <a:srgbClr val="FFFFFF"/>
            </a:solidFill>
            <a:ln w="9525">
              <a:noFill/>
              <a:round/>
              <a:headEnd/>
              <a:tailEnd/>
            </a:ln>
          </p:spPr>
          <p:txBody>
            <a:bodyPr/>
            <a:lstStyle/>
            <a:p>
              <a:endParaRPr lang="zh-CN" altLang="en-US"/>
            </a:p>
          </p:txBody>
        </p:sp>
        <p:sp>
          <p:nvSpPr>
            <p:cNvPr id="4146" name="Freeform 20"/>
            <p:cNvSpPr>
              <a:spLocks noEditPoints="1"/>
            </p:cNvSpPr>
            <p:nvPr/>
          </p:nvSpPr>
          <p:spPr bwMode="auto">
            <a:xfrm>
              <a:off x="4343" y="475"/>
              <a:ext cx="6" cy="14"/>
            </a:xfrm>
            <a:custGeom>
              <a:avLst/>
              <a:gdLst>
                <a:gd name="T0" fmla="*/ 6 w 6"/>
                <a:gd name="T1" fmla="*/ 16 h 12"/>
                <a:gd name="T2" fmla="*/ 3 w 6"/>
                <a:gd name="T3" fmla="*/ 8 h 12"/>
                <a:gd name="T4" fmla="*/ 0 w 6"/>
                <a:gd name="T5" fmla="*/ 0 h 12"/>
                <a:gd name="T6" fmla="*/ 0 w 6"/>
                <a:gd name="T7" fmla="*/ 0 h 12"/>
                <a:gd name="T8" fmla="*/ 3 w 6"/>
                <a:gd name="T9" fmla="*/ 8 h 12"/>
                <a:gd name="T10" fmla="*/ 6 w 6"/>
                <a:gd name="T11" fmla="*/ 16 h 12"/>
                <a:gd name="T12" fmla="*/ 6 w 6"/>
                <a:gd name="T13" fmla="*/ 16 h 12"/>
                <a:gd name="T14" fmla="*/ 6 w 6"/>
                <a:gd name="T15" fmla="*/ 16 h 12"/>
                <a:gd name="T16" fmla="*/ 6 w 6"/>
                <a:gd name="T17" fmla="*/ 16 h 12"/>
                <a:gd name="T18" fmla="*/ 6 w 6"/>
                <a:gd name="T19" fmla="*/ 16 h 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12"/>
                <a:gd name="T32" fmla="*/ 6 w 6"/>
                <a:gd name="T33" fmla="*/ 12 h 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12">
                  <a:moveTo>
                    <a:pt x="6" y="12"/>
                  </a:moveTo>
                  <a:lnTo>
                    <a:pt x="3" y="6"/>
                  </a:lnTo>
                  <a:lnTo>
                    <a:pt x="0" y="0"/>
                  </a:lnTo>
                  <a:lnTo>
                    <a:pt x="3" y="6"/>
                  </a:lnTo>
                  <a:lnTo>
                    <a:pt x="6" y="12"/>
                  </a:lnTo>
                  <a:close/>
                  <a:moveTo>
                    <a:pt x="6" y="12"/>
                  </a:moveTo>
                  <a:lnTo>
                    <a:pt x="6" y="12"/>
                  </a:lnTo>
                  <a:close/>
                </a:path>
              </a:pathLst>
            </a:custGeom>
            <a:solidFill>
              <a:srgbClr val="FFFFFF"/>
            </a:solidFill>
            <a:ln w="9525">
              <a:noFill/>
              <a:round/>
              <a:headEnd/>
              <a:tailEnd/>
            </a:ln>
          </p:spPr>
          <p:txBody>
            <a:bodyPr/>
            <a:lstStyle/>
            <a:p>
              <a:endParaRPr lang="zh-CN" altLang="en-US"/>
            </a:p>
          </p:txBody>
        </p:sp>
        <p:sp>
          <p:nvSpPr>
            <p:cNvPr id="4147" name="Freeform 21"/>
            <p:cNvSpPr>
              <a:spLocks noEditPoints="1"/>
            </p:cNvSpPr>
            <p:nvPr/>
          </p:nvSpPr>
          <p:spPr bwMode="auto">
            <a:xfrm>
              <a:off x="4325" y="460"/>
              <a:ext cx="18" cy="15"/>
            </a:xfrm>
            <a:custGeom>
              <a:avLst/>
              <a:gdLst>
                <a:gd name="T0" fmla="*/ 18 w 18"/>
                <a:gd name="T1" fmla="*/ 19 h 12"/>
                <a:gd name="T2" fmla="*/ 9 w 18"/>
                <a:gd name="T3" fmla="*/ 10 h 12"/>
                <a:gd name="T4" fmla="*/ 0 w 18"/>
                <a:gd name="T5" fmla="*/ 0 h 12"/>
                <a:gd name="T6" fmla="*/ 0 w 18"/>
                <a:gd name="T7" fmla="*/ 0 h 12"/>
                <a:gd name="T8" fmla="*/ 9 w 18"/>
                <a:gd name="T9" fmla="*/ 10 h 12"/>
                <a:gd name="T10" fmla="*/ 18 w 18"/>
                <a:gd name="T11" fmla="*/ 19 h 12"/>
                <a:gd name="T12" fmla="*/ 18 w 18"/>
                <a:gd name="T13" fmla="*/ 19 h 12"/>
                <a:gd name="T14" fmla="*/ 18 w 18"/>
                <a:gd name="T15" fmla="*/ 19 h 12"/>
                <a:gd name="T16" fmla="*/ 18 w 18"/>
                <a:gd name="T17" fmla="*/ 19 h 12"/>
                <a:gd name="T18" fmla="*/ 18 w 18"/>
                <a:gd name="T19" fmla="*/ 19 h 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
                <a:gd name="T31" fmla="*/ 0 h 12"/>
                <a:gd name="T32" fmla="*/ 18 w 18"/>
                <a:gd name="T33" fmla="*/ 12 h 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 h="12">
                  <a:moveTo>
                    <a:pt x="18" y="12"/>
                  </a:moveTo>
                  <a:lnTo>
                    <a:pt x="9" y="6"/>
                  </a:lnTo>
                  <a:lnTo>
                    <a:pt x="0" y="0"/>
                  </a:lnTo>
                  <a:lnTo>
                    <a:pt x="9" y="6"/>
                  </a:lnTo>
                  <a:lnTo>
                    <a:pt x="18" y="12"/>
                  </a:lnTo>
                  <a:close/>
                  <a:moveTo>
                    <a:pt x="18" y="12"/>
                  </a:moveTo>
                  <a:lnTo>
                    <a:pt x="18" y="12"/>
                  </a:lnTo>
                  <a:close/>
                </a:path>
              </a:pathLst>
            </a:custGeom>
            <a:solidFill>
              <a:srgbClr val="FFFFFF"/>
            </a:solidFill>
            <a:ln w="9525">
              <a:noFill/>
              <a:round/>
              <a:headEnd/>
              <a:tailEnd/>
            </a:ln>
          </p:spPr>
          <p:txBody>
            <a:bodyPr/>
            <a:lstStyle/>
            <a:p>
              <a:endParaRPr lang="zh-CN" altLang="en-US"/>
            </a:p>
          </p:txBody>
        </p:sp>
        <p:sp>
          <p:nvSpPr>
            <p:cNvPr id="4148" name="Freeform 22"/>
            <p:cNvSpPr>
              <a:spLocks noEditPoints="1"/>
            </p:cNvSpPr>
            <p:nvPr/>
          </p:nvSpPr>
          <p:spPr bwMode="auto">
            <a:xfrm>
              <a:off x="4325" y="453"/>
              <a:ext cx="3" cy="7"/>
            </a:xfrm>
            <a:custGeom>
              <a:avLst/>
              <a:gdLst>
                <a:gd name="T0" fmla="*/ 0 w 3"/>
                <a:gd name="T1" fmla="*/ 8 h 6"/>
                <a:gd name="T2" fmla="*/ 0 w 3"/>
                <a:gd name="T3" fmla="*/ 5 h 6"/>
                <a:gd name="T4" fmla="*/ 3 w 3"/>
                <a:gd name="T5" fmla="*/ 0 h 6"/>
                <a:gd name="T6" fmla="*/ 3 w 3"/>
                <a:gd name="T7" fmla="*/ 0 h 6"/>
                <a:gd name="T8" fmla="*/ 0 w 3"/>
                <a:gd name="T9" fmla="*/ 5 h 6"/>
                <a:gd name="T10" fmla="*/ 0 w 3"/>
                <a:gd name="T11" fmla="*/ 8 h 6"/>
                <a:gd name="T12" fmla="*/ 0 w 3"/>
                <a:gd name="T13" fmla="*/ 8 h 6"/>
                <a:gd name="T14" fmla="*/ 0 w 3"/>
                <a:gd name="T15" fmla="*/ 8 h 6"/>
                <a:gd name="T16" fmla="*/ 0 w 3"/>
                <a:gd name="T17" fmla="*/ 8 h 6"/>
                <a:gd name="T18" fmla="*/ 0 w 3"/>
                <a:gd name="T19" fmla="*/ 8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6"/>
                <a:gd name="T32" fmla="*/ 3 w 3"/>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6">
                  <a:moveTo>
                    <a:pt x="0" y="6"/>
                  </a:moveTo>
                  <a:lnTo>
                    <a:pt x="0" y="3"/>
                  </a:lnTo>
                  <a:lnTo>
                    <a:pt x="3" y="0"/>
                  </a:lnTo>
                  <a:lnTo>
                    <a:pt x="0" y="3"/>
                  </a:lnTo>
                  <a:lnTo>
                    <a:pt x="0" y="6"/>
                  </a:lnTo>
                  <a:close/>
                  <a:moveTo>
                    <a:pt x="0" y="6"/>
                  </a:moveTo>
                  <a:lnTo>
                    <a:pt x="0" y="6"/>
                  </a:lnTo>
                  <a:close/>
                </a:path>
              </a:pathLst>
            </a:custGeom>
            <a:solidFill>
              <a:srgbClr val="FFFFFF"/>
            </a:solidFill>
            <a:ln w="9525">
              <a:noFill/>
              <a:round/>
              <a:headEnd/>
              <a:tailEnd/>
            </a:ln>
          </p:spPr>
          <p:txBody>
            <a:bodyPr/>
            <a:lstStyle/>
            <a:p>
              <a:endParaRPr lang="zh-CN" altLang="en-US"/>
            </a:p>
          </p:txBody>
        </p:sp>
        <p:sp>
          <p:nvSpPr>
            <p:cNvPr id="4149" name="Freeform 23"/>
            <p:cNvSpPr>
              <a:spLocks noEditPoints="1"/>
            </p:cNvSpPr>
            <p:nvPr/>
          </p:nvSpPr>
          <p:spPr bwMode="auto">
            <a:xfrm>
              <a:off x="4325" y="413"/>
              <a:ext cx="3" cy="40"/>
            </a:xfrm>
            <a:custGeom>
              <a:avLst/>
              <a:gdLst>
                <a:gd name="T0" fmla="*/ 3 w 3"/>
                <a:gd name="T1" fmla="*/ 50 h 32"/>
                <a:gd name="T2" fmla="*/ 3 w 3"/>
                <a:gd name="T3" fmla="*/ 36 h 32"/>
                <a:gd name="T4" fmla="*/ 3 w 3"/>
                <a:gd name="T5" fmla="*/ 24 h 32"/>
                <a:gd name="T6" fmla="*/ 3 w 3"/>
                <a:gd name="T7" fmla="*/ 9 h 32"/>
                <a:gd name="T8" fmla="*/ 0 w 3"/>
                <a:gd name="T9" fmla="*/ 0 h 32"/>
                <a:gd name="T10" fmla="*/ 0 w 3"/>
                <a:gd name="T11" fmla="*/ 0 h 32"/>
                <a:gd name="T12" fmla="*/ 3 w 3"/>
                <a:gd name="T13" fmla="*/ 9 h 32"/>
                <a:gd name="T14" fmla="*/ 3 w 3"/>
                <a:gd name="T15" fmla="*/ 24 h 32"/>
                <a:gd name="T16" fmla="*/ 3 w 3"/>
                <a:gd name="T17" fmla="*/ 36 h 32"/>
                <a:gd name="T18" fmla="*/ 3 w 3"/>
                <a:gd name="T19" fmla="*/ 50 h 32"/>
                <a:gd name="T20" fmla="*/ 3 w 3"/>
                <a:gd name="T21" fmla="*/ 50 h 32"/>
                <a:gd name="T22" fmla="*/ 3 w 3"/>
                <a:gd name="T23" fmla="*/ 50 h 32"/>
                <a:gd name="T24" fmla="*/ 3 w 3"/>
                <a:gd name="T25" fmla="*/ 50 h 32"/>
                <a:gd name="T26" fmla="*/ 3 w 3"/>
                <a:gd name="T27" fmla="*/ 50 h 3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
                <a:gd name="T43" fmla="*/ 0 h 32"/>
                <a:gd name="T44" fmla="*/ 3 w 3"/>
                <a:gd name="T45" fmla="*/ 32 h 3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 h="32">
                  <a:moveTo>
                    <a:pt x="3" y="32"/>
                  </a:moveTo>
                  <a:lnTo>
                    <a:pt x="3" y="23"/>
                  </a:lnTo>
                  <a:lnTo>
                    <a:pt x="3" y="15"/>
                  </a:lnTo>
                  <a:lnTo>
                    <a:pt x="3" y="6"/>
                  </a:lnTo>
                  <a:lnTo>
                    <a:pt x="0" y="0"/>
                  </a:lnTo>
                  <a:lnTo>
                    <a:pt x="3" y="6"/>
                  </a:lnTo>
                  <a:lnTo>
                    <a:pt x="3" y="15"/>
                  </a:lnTo>
                  <a:lnTo>
                    <a:pt x="3" y="23"/>
                  </a:lnTo>
                  <a:lnTo>
                    <a:pt x="3" y="32"/>
                  </a:lnTo>
                  <a:close/>
                  <a:moveTo>
                    <a:pt x="3" y="32"/>
                  </a:moveTo>
                  <a:lnTo>
                    <a:pt x="3" y="32"/>
                  </a:lnTo>
                  <a:close/>
                </a:path>
              </a:pathLst>
            </a:custGeom>
            <a:solidFill>
              <a:srgbClr val="FFFFFF"/>
            </a:solidFill>
            <a:ln w="9525">
              <a:noFill/>
              <a:round/>
              <a:headEnd/>
              <a:tailEnd/>
            </a:ln>
          </p:spPr>
          <p:txBody>
            <a:bodyPr/>
            <a:lstStyle/>
            <a:p>
              <a:endParaRPr lang="zh-CN" altLang="en-US"/>
            </a:p>
          </p:txBody>
        </p:sp>
        <p:sp>
          <p:nvSpPr>
            <p:cNvPr id="4150" name="Freeform 24"/>
            <p:cNvSpPr>
              <a:spLocks noEditPoints="1"/>
            </p:cNvSpPr>
            <p:nvPr/>
          </p:nvSpPr>
          <p:spPr bwMode="auto">
            <a:xfrm>
              <a:off x="4322" y="372"/>
              <a:ext cx="3" cy="41"/>
            </a:xfrm>
            <a:custGeom>
              <a:avLst/>
              <a:gdLst>
                <a:gd name="T0" fmla="*/ 3 w 3"/>
                <a:gd name="T1" fmla="*/ 51 h 33"/>
                <a:gd name="T2" fmla="*/ 3 w 3"/>
                <a:gd name="T3" fmla="*/ 27 h 33"/>
                <a:gd name="T4" fmla="*/ 0 w 3"/>
                <a:gd name="T5" fmla="*/ 0 h 33"/>
                <a:gd name="T6" fmla="*/ 0 w 3"/>
                <a:gd name="T7" fmla="*/ 0 h 33"/>
                <a:gd name="T8" fmla="*/ 3 w 3"/>
                <a:gd name="T9" fmla="*/ 27 h 33"/>
                <a:gd name="T10" fmla="*/ 3 w 3"/>
                <a:gd name="T11" fmla="*/ 51 h 33"/>
                <a:gd name="T12" fmla="*/ 3 w 3"/>
                <a:gd name="T13" fmla="*/ 51 h 33"/>
                <a:gd name="T14" fmla="*/ 3 w 3"/>
                <a:gd name="T15" fmla="*/ 51 h 33"/>
                <a:gd name="T16" fmla="*/ 3 w 3"/>
                <a:gd name="T17" fmla="*/ 51 h 33"/>
                <a:gd name="T18" fmla="*/ 3 w 3"/>
                <a:gd name="T19" fmla="*/ 51 h 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33"/>
                <a:gd name="T32" fmla="*/ 3 w 3"/>
                <a:gd name="T33" fmla="*/ 33 h 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33">
                  <a:moveTo>
                    <a:pt x="3" y="33"/>
                  </a:moveTo>
                  <a:lnTo>
                    <a:pt x="3" y="18"/>
                  </a:lnTo>
                  <a:lnTo>
                    <a:pt x="0" y="0"/>
                  </a:lnTo>
                  <a:lnTo>
                    <a:pt x="3" y="18"/>
                  </a:lnTo>
                  <a:lnTo>
                    <a:pt x="3" y="33"/>
                  </a:lnTo>
                  <a:close/>
                  <a:moveTo>
                    <a:pt x="3" y="33"/>
                  </a:moveTo>
                  <a:lnTo>
                    <a:pt x="3" y="33"/>
                  </a:lnTo>
                  <a:close/>
                </a:path>
              </a:pathLst>
            </a:custGeom>
            <a:solidFill>
              <a:srgbClr val="FFFFFF"/>
            </a:solidFill>
            <a:ln w="9525">
              <a:noFill/>
              <a:round/>
              <a:headEnd/>
              <a:tailEnd/>
            </a:ln>
          </p:spPr>
          <p:txBody>
            <a:bodyPr/>
            <a:lstStyle/>
            <a:p>
              <a:endParaRPr lang="zh-CN" altLang="en-US"/>
            </a:p>
          </p:txBody>
        </p:sp>
        <p:sp>
          <p:nvSpPr>
            <p:cNvPr id="4151" name="Freeform 25"/>
            <p:cNvSpPr>
              <a:spLocks noEditPoints="1"/>
            </p:cNvSpPr>
            <p:nvPr/>
          </p:nvSpPr>
          <p:spPr bwMode="auto">
            <a:xfrm>
              <a:off x="4322" y="372"/>
              <a:ext cx="1" cy="2"/>
            </a:xfrm>
            <a:custGeom>
              <a:avLst/>
              <a:gdLst>
                <a:gd name="T0" fmla="*/ 0 w 1"/>
                <a:gd name="T1" fmla="*/ 0 h 2"/>
                <a:gd name="T2" fmla="*/ 0 w 1"/>
                <a:gd name="T3" fmla="*/ 0 h 2"/>
                <a:gd name="T4" fmla="*/ 0 w 1"/>
                <a:gd name="T5" fmla="*/ 0 h 2"/>
                <a:gd name="T6" fmla="*/ 0 w 1"/>
                <a:gd name="T7" fmla="*/ 0 h 2"/>
                <a:gd name="T8" fmla="*/ 0 w 1"/>
                <a:gd name="T9" fmla="*/ 0 h 2"/>
                <a:gd name="T10" fmla="*/ 0 w 1"/>
                <a:gd name="T11" fmla="*/ 0 h 2"/>
                <a:gd name="T12" fmla="*/ 0 w 1"/>
                <a:gd name="T13" fmla="*/ 0 h 2"/>
                <a:gd name="T14" fmla="*/ 0 w 1"/>
                <a:gd name="T15" fmla="*/ 0 h 2"/>
                <a:gd name="T16" fmla="*/ 0 60000 65536"/>
                <a:gd name="T17" fmla="*/ 0 60000 65536"/>
                <a:gd name="T18" fmla="*/ 0 60000 65536"/>
                <a:gd name="T19" fmla="*/ 0 60000 65536"/>
                <a:gd name="T20" fmla="*/ 0 60000 65536"/>
                <a:gd name="T21" fmla="*/ 0 60000 65536"/>
                <a:gd name="T22" fmla="*/ 0 60000 65536"/>
                <a:gd name="T23" fmla="*/ 0 60000 65536"/>
                <a:gd name="T24" fmla="*/ 0 w 1"/>
                <a:gd name="T25" fmla="*/ 0 h 2"/>
                <a:gd name="T26" fmla="*/ 1 w 1"/>
                <a:gd name="T27" fmla="*/ 2 h 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 h="2">
                  <a:moveTo>
                    <a:pt x="0" y="0"/>
                  </a:moveTo>
                  <a:lnTo>
                    <a:pt x="0" y="0"/>
                  </a:lnTo>
                  <a:close/>
                  <a:moveTo>
                    <a:pt x="0" y="0"/>
                  </a:moveTo>
                  <a:lnTo>
                    <a:pt x="0" y="0"/>
                  </a:lnTo>
                  <a:close/>
                </a:path>
              </a:pathLst>
            </a:custGeom>
            <a:solidFill>
              <a:srgbClr val="FFFFFF"/>
            </a:solidFill>
            <a:ln w="9525">
              <a:noFill/>
              <a:round/>
              <a:headEnd/>
              <a:tailEnd/>
            </a:ln>
          </p:spPr>
          <p:txBody>
            <a:bodyPr/>
            <a:lstStyle/>
            <a:p>
              <a:endParaRPr lang="zh-CN" altLang="en-US"/>
            </a:p>
          </p:txBody>
        </p:sp>
        <p:sp>
          <p:nvSpPr>
            <p:cNvPr id="4152" name="Freeform 26"/>
            <p:cNvSpPr>
              <a:spLocks noEditPoints="1"/>
            </p:cNvSpPr>
            <p:nvPr/>
          </p:nvSpPr>
          <p:spPr bwMode="auto">
            <a:xfrm>
              <a:off x="4319" y="372"/>
              <a:ext cx="3" cy="2"/>
            </a:xfrm>
            <a:custGeom>
              <a:avLst/>
              <a:gdLst>
                <a:gd name="T0" fmla="*/ 3 w 3"/>
                <a:gd name="T1" fmla="*/ 0 h 2"/>
                <a:gd name="T2" fmla="*/ 0 w 3"/>
                <a:gd name="T3" fmla="*/ 0 h 2"/>
                <a:gd name="T4" fmla="*/ 0 w 3"/>
                <a:gd name="T5" fmla="*/ 0 h 2"/>
                <a:gd name="T6" fmla="*/ 0 w 3"/>
                <a:gd name="T7" fmla="*/ 0 h 2"/>
                <a:gd name="T8" fmla="*/ 0 w 3"/>
                <a:gd name="T9" fmla="*/ 0 h 2"/>
                <a:gd name="T10" fmla="*/ 3 w 3"/>
                <a:gd name="T11" fmla="*/ 0 h 2"/>
                <a:gd name="T12" fmla="*/ 3 w 3"/>
                <a:gd name="T13" fmla="*/ 0 h 2"/>
                <a:gd name="T14" fmla="*/ 3 w 3"/>
                <a:gd name="T15" fmla="*/ 0 h 2"/>
                <a:gd name="T16" fmla="*/ 3 w 3"/>
                <a:gd name="T17" fmla="*/ 0 h 2"/>
                <a:gd name="T18" fmla="*/ 3 w 3"/>
                <a:gd name="T19" fmla="*/ 0 h 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2"/>
                <a:gd name="T32" fmla="*/ 3 w 3"/>
                <a:gd name="T33" fmla="*/ 2 h 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2">
                  <a:moveTo>
                    <a:pt x="3" y="0"/>
                  </a:moveTo>
                  <a:lnTo>
                    <a:pt x="0" y="0"/>
                  </a:lnTo>
                  <a:lnTo>
                    <a:pt x="3" y="0"/>
                  </a:lnTo>
                  <a:close/>
                  <a:moveTo>
                    <a:pt x="3" y="0"/>
                  </a:moveTo>
                  <a:lnTo>
                    <a:pt x="3" y="0"/>
                  </a:lnTo>
                  <a:close/>
                </a:path>
              </a:pathLst>
            </a:custGeom>
            <a:solidFill>
              <a:srgbClr val="FFFFFF"/>
            </a:solidFill>
            <a:ln w="9525">
              <a:noFill/>
              <a:round/>
              <a:headEnd/>
              <a:tailEnd/>
            </a:ln>
          </p:spPr>
          <p:txBody>
            <a:bodyPr/>
            <a:lstStyle/>
            <a:p>
              <a:endParaRPr lang="zh-CN" altLang="en-US"/>
            </a:p>
          </p:txBody>
        </p:sp>
        <p:sp>
          <p:nvSpPr>
            <p:cNvPr id="4153" name="Freeform 27"/>
            <p:cNvSpPr>
              <a:spLocks noEditPoints="1"/>
            </p:cNvSpPr>
            <p:nvPr/>
          </p:nvSpPr>
          <p:spPr bwMode="auto">
            <a:xfrm>
              <a:off x="4304" y="372"/>
              <a:ext cx="15" cy="2"/>
            </a:xfrm>
            <a:custGeom>
              <a:avLst/>
              <a:gdLst>
                <a:gd name="T0" fmla="*/ 15 w 15"/>
                <a:gd name="T1" fmla="*/ 0 h 2"/>
                <a:gd name="T2" fmla="*/ 9 w 15"/>
                <a:gd name="T3" fmla="*/ 0 h 2"/>
                <a:gd name="T4" fmla="*/ 0 w 15"/>
                <a:gd name="T5" fmla="*/ 0 h 2"/>
                <a:gd name="T6" fmla="*/ 0 w 15"/>
                <a:gd name="T7" fmla="*/ 0 h 2"/>
                <a:gd name="T8" fmla="*/ 9 w 15"/>
                <a:gd name="T9" fmla="*/ 0 h 2"/>
                <a:gd name="T10" fmla="*/ 15 w 15"/>
                <a:gd name="T11" fmla="*/ 0 h 2"/>
                <a:gd name="T12" fmla="*/ 15 w 15"/>
                <a:gd name="T13" fmla="*/ 0 h 2"/>
                <a:gd name="T14" fmla="*/ 15 w 15"/>
                <a:gd name="T15" fmla="*/ 0 h 2"/>
                <a:gd name="T16" fmla="*/ 15 w 15"/>
                <a:gd name="T17" fmla="*/ 0 h 2"/>
                <a:gd name="T18" fmla="*/ 15 w 15"/>
                <a:gd name="T19" fmla="*/ 0 h 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2"/>
                <a:gd name="T32" fmla="*/ 15 w 15"/>
                <a:gd name="T33" fmla="*/ 2 h 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2">
                  <a:moveTo>
                    <a:pt x="15" y="0"/>
                  </a:moveTo>
                  <a:lnTo>
                    <a:pt x="9" y="0"/>
                  </a:lnTo>
                  <a:lnTo>
                    <a:pt x="0" y="0"/>
                  </a:lnTo>
                  <a:lnTo>
                    <a:pt x="9" y="0"/>
                  </a:lnTo>
                  <a:lnTo>
                    <a:pt x="15" y="0"/>
                  </a:lnTo>
                  <a:close/>
                  <a:moveTo>
                    <a:pt x="15" y="0"/>
                  </a:moveTo>
                  <a:lnTo>
                    <a:pt x="15" y="0"/>
                  </a:lnTo>
                  <a:close/>
                </a:path>
              </a:pathLst>
            </a:custGeom>
            <a:solidFill>
              <a:srgbClr val="FFFFFF"/>
            </a:solidFill>
            <a:ln w="9525">
              <a:noFill/>
              <a:round/>
              <a:headEnd/>
              <a:tailEnd/>
            </a:ln>
          </p:spPr>
          <p:txBody>
            <a:bodyPr/>
            <a:lstStyle/>
            <a:p>
              <a:endParaRPr lang="zh-CN" altLang="en-US"/>
            </a:p>
          </p:txBody>
        </p:sp>
        <p:sp>
          <p:nvSpPr>
            <p:cNvPr id="4154" name="Freeform 28"/>
            <p:cNvSpPr>
              <a:spLocks noEditPoints="1"/>
            </p:cNvSpPr>
            <p:nvPr/>
          </p:nvSpPr>
          <p:spPr bwMode="auto">
            <a:xfrm>
              <a:off x="4301" y="372"/>
              <a:ext cx="3" cy="2"/>
            </a:xfrm>
            <a:custGeom>
              <a:avLst/>
              <a:gdLst>
                <a:gd name="T0" fmla="*/ 3 w 3"/>
                <a:gd name="T1" fmla="*/ 0 h 2"/>
                <a:gd name="T2" fmla="*/ 3 w 3"/>
                <a:gd name="T3" fmla="*/ 0 h 2"/>
                <a:gd name="T4" fmla="*/ 0 w 3"/>
                <a:gd name="T5" fmla="*/ 0 h 2"/>
                <a:gd name="T6" fmla="*/ 0 w 3"/>
                <a:gd name="T7" fmla="*/ 0 h 2"/>
                <a:gd name="T8" fmla="*/ 3 w 3"/>
                <a:gd name="T9" fmla="*/ 0 h 2"/>
                <a:gd name="T10" fmla="*/ 3 w 3"/>
                <a:gd name="T11" fmla="*/ 0 h 2"/>
                <a:gd name="T12" fmla="*/ 3 w 3"/>
                <a:gd name="T13" fmla="*/ 0 h 2"/>
                <a:gd name="T14" fmla="*/ 3 w 3"/>
                <a:gd name="T15" fmla="*/ 0 h 2"/>
                <a:gd name="T16" fmla="*/ 3 w 3"/>
                <a:gd name="T17" fmla="*/ 0 h 2"/>
                <a:gd name="T18" fmla="*/ 3 w 3"/>
                <a:gd name="T19" fmla="*/ 0 h 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2"/>
                <a:gd name="T32" fmla="*/ 3 w 3"/>
                <a:gd name="T33" fmla="*/ 2 h 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2">
                  <a:moveTo>
                    <a:pt x="3" y="0"/>
                  </a:moveTo>
                  <a:lnTo>
                    <a:pt x="3" y="0"/>
                  </a:lnTo>
                  <a:lnTo>
                    <a:pt x="0" y="0"/>
                  </a:lnTo>
                  <a:lnTo>
                    <a:pt x="3" y="0"/>
                  </a:lnTo>
                  <a:close/>
                  <a:moveTo>
                    <a:pt x="3" y="0"/>
                  </a:moveTo>
                  <a:lnTo>
                    <a:pt x="3" y="0"/>
                  </a:lnTo>
                  <a:close/>
                </a:path>
              </a:pathLst>
            </a:custGeom>
            <a:solidFill>
              <a:srgbClr val="FFFFFF"/>
            </a:solidFill>
            <a:ln w="9525">
              <a:noFill/>
              <a:round/>
              <a:headEnd/>
              <a:tailEnd/>
            </a:ln>
          </p:spPr>
          <p:txBody>
            <a:bodyPr/>
            <a:lstStyle/>
            <a:p>
              <a:endParaRPr lang="zh-CN" altLang="en-US"/>
            </a:p>
          </p:txBody>
        </p:sp>
        <p:sp>
          <p:nvSpPr>
            <p:cNvPr id="4155" name="Freeform 29"/>
            <p:cNvSpPr>
              <a:spLocks noEditPoints="1"/>
            </p:cNvSpPr>
            <p:nvPr/>
          </p:nvSpPr>
          <p:spPr bwMode="auto">
            <a:xfrm>
              <a:off x="4295" y="372"/>
              <a:ext cx="6" cy="103"/>
            </a:xfrm>
            <a:custGeom>
              <a:avLst/>
              <a:gdLst>
                <a:gd name="T0" fmla="*/ 6 w 6"/>
                <a:gd name="T1" fmla="*/ 0 h 83"/>
                <a:gd name="T2" fmla="*/ 6 w 6"/>
                <a:gd name="T3" fmla="*/ 65 h 83"/>
                <a:gd name="T4" fmla="*/ 0 w 6"/>
                <a:gd name="T5" fmla="*/ 128 h 83"/>
                <a:gd name="T6" fmla="*/ 0 w 6"/>
                <a:gd name="T7" fmla="*/ 128 h 83"/>
                <a:gd name="T8" fmla="*/ 6 w 6"/>
                <a:gd name="T9" fmla="*/ 65 h 83"/>
                <a:gd name="T10" fmla="*/ 6 w 6"/>
                <a:gd name="T11" fmla="*/ 0 h 83"/>
                <a:gd name="T12" fmla="*/ 6 w 6"/>
                <a:gd name="T13" fmla="*/ 0 h 83"/>
                <a:gd name="T14" fmla="*/ 6 w 6"/>
                <a:gd name="T15" fmla="*/ 0 h 83"/>
                <a:gd name="T16" fmla="*/ 6 w 6"/>
                <a:gd name="T17" fmla="*/ 0 h 83"/>
                <a:gd name="T18" fmla="*/ 6 w 6"/>
                <a:gd name="T19" fmla="*/ 0 h 8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83"/>
                <a:gd name="T32" fmla="*/ 6 w 6"/>
                <a:gd name="T33" fmla="*/ 83 h 8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83">
                  <a:moveTo>
                    <a:pt x="6" y="0"/>
                  </a:moveTo>
                  <a:lnTo>
                    <a:pt x="6" y="42"/>
                  </a:lnTo>
                  <a:lnTo>
                    <a:pt x="0" y="83"/>
                  </a:lnTo>
                  <a:lnTo>
                    <a:pt x="6" y="42"/>
                  </a:lnTo>
                  <a:lnTo>
                    <a:pt x="6" y="0"/>
                  </a:lnTo>
                  <a:close/>
                  <a:moveTo>
                    <a:pt x="6" y="0"/>
                  </a:moveTo>
                  <a:lnTo>
                    <a:pt x="6" y="0"/>
                  </a:lnTo>
                  <a:close/>
                </a:path>
              </a:pathLst>
            </a:custGeom>
            <a:solidFill>
              <a:srgbClr val="FFFFFF"/>
            </a:solidFill>
            <a:ln w="9525">
              <a:noFill/>
              <a:round/>
              <a:headEnd/>
              <a:tailEnd/>
            </a:ln>
          </p:spPr>
          <p:txBody>
            <a:bodyPr/>
            <a:lstStyle/>
            <a:p>
              <a:endParaRPr lang="zh-CN" altLang="en-US"/>
            </a:p>
          </p:txBody>
        </p:sp>
        <p:sp>
          <p:nvSpPr>
            <p:cNvPr id="4156" name="Freeform 30"/>
            <p:cNvSpPr>
              <a:spLocks noEditPoints="1"/>
            </p:cNvSpPr>
            <p:nvPr/>
          </p:nvSpPr>
          <p:spPr bwMode="auto">
            <a:xfrm>
              <a:off x="4295" y="475"/>
              <a:ext cx="33" cy="11"/>
            </a:xfrm>
            <a:custGeom>
              <a:avLst/>
              <a:gdLst>
                <a:gd name="T0" fmla="*/ 0 w 33"/>
                <a:gd name="T1" fmla="*/ 0 h 9"/>
                <a:gd name="T2" fmla="*/ 18 w 33"/>
                <a:gd name="T3" fmla="*/ 5 h 9"/>
                <a:gd name="T4" fmla="*/ 33 w 33"/>
                <a:gd name="T5" fmla="*/ 13 h 9"/>
                <a:gd name="T6" fmla="*/ 33 w 33"/>
                <a:gd name="T7" fmla="*/ 13 h 9"/>
                <a:gd name="T8" fmla="*/ 18 w 33"/>
                <a:gd name="T9" fmla="*/ 5 h 9"/>
                <a:gd name="T10" fmla="*/ 0 w 33"/>
                <a:gd name="T11" fmla="*/ 0 h 9"/>
                <a:gd name="T12" fmla="*/ 0 w 33"/>
                <a:gd name="T13" fmla="*/ 0 h 9"/>
                <a:gd name="T14" fmla="*/ 0 w 33"/>
                <a:gd name="T15" fmla="*/ 0 h 9"/>
                <a:gd name="T16" fmla="*/ 0 w 33"/>
                <a:gd name="T17" fmla="*/ 0 h 9"/>
                <a:gd name="T18" fmla="*/ 0 w 33"/>
                <a:gd name="T19" fmla="*/ 0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
                <a:gd name="T31" fmla="*/ 0 h 9"/>
                <a:gd name="T32" fmla="*/ 33 w 33"/>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 h="9">
                  <a:moveTo>
                    <a:pt x="0" y="0"/>
                  </a:moveTo>
                  <a:lnTo>
                    <a:pt x="18" y="3"/>
                  </a:lnTo>
                  <a:lnTo>
                    <a:pt x="33" y="9"/>
                  </a:lnTo>
                  <a:lnTo>
                    <a:pt x="18" y="3"/>
                  </a:lnTo>
                  <a:lnTo>
                    <a:pt x="0" y="0"/>
                  </a:lnTo>
                  <a:close/>
                  <a:moveTo>
                    <a:pt x="0" y="0"/>
                  </a:moveTo>
                  <a:lnTo>
                    <a:pt x="0" y="0"/>
                  </a:lnTo>
                  <a:close/>
                </a:path>
              </a:pathLst>
            </a:custGeom>
            <a:solidFill>
              <a:srgbClr val="FFFFFF"/>
            </a:solidFill>
            <a:ln w="9525">
              <a:noFill/>
              <a:round/>
              <a:headEnd/>
              <a:tailEnd/>
            </a:ln>
          </p:spPr>
          <p:txBody>
            <a:bodyPr/>
            <a:lstStyle/>
            <a:p>
              <a:endParaRPr lang="zh-CN" altLang="en-US"/>
            </a:p>
          </p:txBody>
        </p:sp>
        <p:sp>
          <p:nvSpPr>
            <p:cNvPr id="4157" name="Freeform 31"/>
            <p:cNvSpPr>
              <a:spLocks noEditPoints="1"/>
            </p:cNvSpPr>
            <p:nvPr/>
          </p:nvSpPr>
          <p:spPr bwMode="auto">
            <a:xfrm>
              <a:off x="4322" y="486"/>
              <a:ext cx="6" cy="11"/>
            </a:xfrm>
            <a:custGeom>
              <a:avLst/>
              <a:gdLst>
                <a:gd name="T0" fmla="*/ 6 w 6"/>
                <a:gd name="T1" fmla="*/ 0 h 9"/>
                <a:gd name="T2" fmla="*/ 6 w 6"/>
                <a:gd name="T3" fmla="*/ 9 h 9"/>
                <a:gd name="T4" fmla="*/ 0 w 6"/>
                <a:gd name="T5" fmla="*/ 13 h 9"/>
                <a:gd name="T6" fmla="*/ 0 w 6"/>
                <a:gd name="T7" fmla="*/ 13 h 9"/>
                <a:gd name="T8" fmla="*/ 6 w 6"/>
                <a:gd name="T9" fmla="*/ 9 h 9"/>
                <a:gd name="T10" fmla="*/ 6 w 6"/>
                <a:gd name="T11" fmla="*/ 0 h 9"/>
                <a:gd name="T12" fmla="*/ 6 w 6"/>
                <a:gd name="T13" fmla="*/ 0 h 9"/>
                <a:gd name="T14" fmla="*/ 6 w 6"/>
                <a:gd name="T15" fmla="*/ 0 h 9"/>
                <a:gd name="T16" fmla="*/ 6 w 6"/>
                <a:gd name="T17" fmla="*/ 0 h 9"/>
                <a:gd name="T18" fmla="*/ 6 w 6"/>
                <a:gd name="T19" fmla="*/ 0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9"/>
                <a:gd name="T32" fmla="*/ 6 w 6"/>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9">
                  <a:moveTo>
                    <a:pt x="6" y="0"/>
                  </a:moveTo>
                  <a:lnTo>
                    <a:pt x="6" y="6"/>
                  </a:lnTo>
                  <a:lnTo>
                    <a:pt x="0" y="9"/>
                  </a:lnTo>
                  <a:lnTo>
                    <a:pt x="6" y="6"/>
                  </a:lnTo>
                  <a:lnTo>
                    <a:pt x="6" y="0"/>
                  </a:lnTo>
                  <a:close/>
                  <a:moveTo>
                    <a:pt x="6" y="0"/>
                  </a:moveTo>
                  <a:lnTo>
                    <a:pt x="6" y="0"/>
                  </a:lnTo>
                  <a:close/>
                </a:path>
              </a:pathLst>
            </a:custGeom>
            <a:solidFill>
              <a:srgbClr val="FFFFFF"/>
            </a:solidFill>
            <a:ln w="9525">
              <a:noFill/>
              <a:round/>
              <a:headEnd/>
              <a:tailEnd/>
            </a:ln>
          </p:spPr>
          <p:txBody>
            <a:bodyPr/>
            <a:lstStyle/>
            <a:p>
              <a:endParaRPr lang="zh-CN" altLang="en-US"/>
            </a:p>
          </p:txBody>
        </p:sp>
        <p:sp>
          <p:nvSpPr>
            <p:cNvPr id="4158" name="Freeform 32"/>
            <p:cNvSpPr>
              <a:spLocks noEditPoints="1"/>
            </p:cNvSpPr>
            <p:nvPr/>
          </p:nvSpPr>
          <p:spPr bwMode="auto">
            <a:xfrm>
              <a:off x="4319" y="493"/>
              <a:ext cx="3" cy="4"/>
            </a:xfrm>
            <a:custGeom>
              <a:avLst/>
              <a:gdLst>
                <a:gd name="T0" fmla="*/ 3 w 3"/>
                <a:gd name="T1" fmla="*/ 5 h 3"/>
                <a:gd name="T2" fmla="*/ 3 w 3"/>
                <a:gd name="T3" fmla="*/ 5 h 3"/>
                <a:gd name="T4" fmla="*/ 0 w 3"/>
                <a:gd name="T5" fmla="*/ 0 h 3"/>
                <a:gd name="T6" fmla="*/ 0 w 3"/>
                <a:gd name="T7" fmla="*/ 0 h 3"/>
                <a:gd name="T8" fmla="*/ 3 w 3"/>
                <a:gd name="T9" fmla="*/ 5 h 3"/>
                <a:gd name="T10" fmla="*/ 3 w 3"/>
                <a:gd name="T11" fmla="*/ 5 h 3"/>
                <a:gd name="T12" fmla="*/ 3 w 3"/>
                <a:gd name="T13" fmla="*/ 5 h 3"/>
                <a:gd name="T14" fmla="*/ 3 w 3"/>
                <a:gd name="T15" fmla="*/ 5 h 3"/>
                <a:gd name="T16" fmla="*/ 3 w 3"/>
                <a:gd name="T17" fmla="*/ 5 h 3"/>
                <a:gd name="T18" fmla="*/ 3 w 3"/>
                <a:gd name="T19" fmla="*/ 5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3"/>
                <a:gd name="T32" fmla="*/ 3 w 3"/>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3">
                  <a:moveTo>
                    <a:pt x="3" y="3"/>
                  </a:moveTo>
                  <a:lnTo>
                    <a:pt x="3" y="3"/>
                  </a:lnTo>
                  <a:lnTo>
                    <a:pt x="0" y="0"/>
                  </a:lnTo>
                  <a:lnTo>
                    <a:pt x="3" y="3"/>
                  </a:lnTo>
                  <a:close/>
                  <a:moveTo>
                    <a:pt x="3" y="3"/>
                  </a:moveTo>
                  <a:lnTo>
                    <a:pt x="3" y="3"/>
                  </a:lnTo>
                  <a:close/>
                </a:path>
              </a:pathLst>
            </a:custGeom>
            <a:solidFill>
              <a:srgbClr val="FFFFFF"/>
            </a:solidFill>
            <a:ln w="9525">
              <a:noFill/>
              <a:round/>
              <a:headEnd/>
              <a:tailEnd/>
            </a:ln>
          </p:spPr>
          <p:txBody>
            <a:bodyPr/>
            <a:lstStyle/>
            <a:p>
              <a:endParaRPr lang="zh-CN" altLang="en-US"/>
            </a:p>
          </p:txBody>
        </p:sp>
        <p:sp>
          <p:nvSpPr>
            <p:cNvPr id="4159" name="Freeform 33"/>
            <p:cNvSpPr>
              <a:spLocks noEditPoints="1"/>
            </p:cNvSpPr>
            <p:nvPr/>
          </p:nvSpPr>
          <p:spPr bwMode="auto">
            <a:xfrm>
              <a:off x="4301" y="482"/>
              <a:ext cx="18" cy="11"/>
            </a:xfrm>
            <a:custGeom>
              <a:avLst/>
              <a:gdLst>
                <a:gd name="T0" fmla="*/ 18 w 18"/>
                <a:gd name="T1" fmla="*/ 13 h 9"/>
                <a:gd name="T2" fmla="*/ 9 w 18"/>
                <a:gd name="T3" fmla="*/ 5 h 9"/>
                <a:gd name="T4" fmla="*/ 0 w 18"/>
                <a:gd name="T5" fmla="*/ 0 h 9"/>
                <a:gd name="T6" fmla="*/ 0 w 18"/>
                <a:gd name="T7" fmla="*/ 0 h 9"/>
                <a:gd name="T8" fmla="*/ 9 w 18"/>
                <a:gd name="T9" fmla="*/ 5 h 9"/>
                <a:gd name="T10" fmla="*/ 18 w 18"/>
                <a:gd name="T11" fmla="*/ 13 h 9"/>
                <a:gd name="T12" fmla="*/ 18 w 18"/>
                <a:gd name="T13" fmla="*/ 13 h 9"/>
                <a:gd name="T14" fmla="*/ 18 w 18"/>
                <a:gd name="T15" fmla="*/ 13 h 9"/>
                <a:gd name="T16" fmla="*/ 18 w 18"/>
                <a:gd name="T17" fmla="*/ 13 h 9"/>
                <a:gd name="T18" fmla="*/ 18 w 18"/>
                <a:gd name="T19" fmla="*/ 13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
                <a:gd name="T31" fmla="*/ 0 h 9"/>
                <a:gd name="T32" fmla="*/ 18 w 18"/>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 h="9">
                  <a:moveTo>
                    <a:pt x="18" y="9"/>
                  </a:moveTo>
                  <a:lnTo>
                    <a:pt x="9" y="3"/>
                  </a:lnTo>
                  <a:lnTo>
                    <a:pt x="0" y="0"/>
                  </a:lnTo>
                  <a:lnTo>
                    <a:pt x="9" y="3"/>
                  </a:lnTo>
                  <a:lnTo>
                    <a:pt x="18" y="9"/>
                  </a:lnTo>
                  <a:close/>
                  <a:moveTo>
                    <a:pt x="18" y="9"/>
                  </a:moveTo>
                  <a:lnTo>
                    <a:pt x="18" y="9"/>
                  </a:lnTo>
                  <a:close/>
                </a:path>
              </a:pathLst>
            </a:custGeom>
            <a:solidFill>
              <a:srgbClr val="FFFFFF"/>
            </a:solidFill>
            <a:ln w="9525">
              <a:noFill/>
              <a:round/>
              <a:headEnd/>
              <a:tailEnd/>
            </a:ln>
          </p:spPr>
          <p:txBody>
            <a:bodyPr/>
            <a:lstStyle/>
            <a:p>
              <a:endParaRPr lang="zh-CN" altLang="en-US"/>
            </a:p>
          </p:txBody>
        </p:sp>
        <p:sp>
          <p:nvSpPr>
            <p:cNvPr id="4160" name="Freeform 34"/>
            <p:cNvSpPr>
              <a:spLocks noEditPoints="1"/>
            </p:cNvSpPr>
            <p:nvPr/>
          </p:nvSpPr>
          <p:spPr bwMode="auto">
            <a:xfrm>
              <a:off x="4289" y="478"/>
              <a:ext cx="12" cy="4"/>
            </a:xfrm>
            <a:custGeom>
              <a:avLst/>
              <a:gdLst>
                <a:gd name="T0" fmla="*/ 12 w 12"/>
                <a:gd name="T1" fmla="*/ 5 h 3"/>
                <a:gd name="T2" fmla="*/ 6 w 12"/>
                <a:gd name="T3" fmla="*/ 0 h 3"/>
                <a:gd name="T4" fmla="*/ 0 w 12"/>
                <a:gd name="T5" fmla="*/ 0 h 3"/>
                <a:gd name="T6" fmla="*/ 0 w 12"/>
                <a:gd name="T7" fmla="*/ 0 h 3"/>
                <a:gd name="T8" fmla="*/ 6 w 12"/>
                <a:gd name="T9" fmla="*/ 0 h 3"/>
                <a:gd name="T10" fmla="*/ 12 w 12"/>
                <a:gd name="T11" fmla="*/ 5 h 3"/>
                <a:gd name="T12" fmla="*/ 12 w 12"/>
                <a:gd name="T13" fmla="*/ 5 h 3"/>
                <a:gd name="T14" fmla="*/ 12 w 12"/>
                <a:gd name="T15" fmla="*/ 5 h 3"/>
                <a:gd name="T16" fmla="*/ 12 w 12"/>
                <a:gd name="T17" fmla="*/ 5 h 3"/>
                <a:gd name="T18" fmla="*/ 12 w 12"/>
                <a:gd name="T19" fmla="*/ 5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
                <a:gd name="T31" fmla="*/ 0 h 3"/>
                <a:gd name="T32" fmla="*/ 12 w 12"/>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 h="3">
                  <a:moveTo>
                    <a:pt x="12" y="3"/>
                  </a:moveTo>
                  <a:lnTo>
                    <a:pt x="6" y="0"/>
                  </a:lnTo>
                  <a:lnTo>
                    <a:pt x="0" y="0"/>
                  </a:lnTo>
                  <a:lnTo>
                    <a:pt x="6" y="0"/>
                  </a:lnTo>
                  <a:lnTo>
                    <a:pt x="12" y="3"/>
                  </a:lnTo>
                  <a:close/>
                  <a:moveTo>
                    <a:pt x="12" y="3"/>
                  </a:moveTo>
                  <a:lnTo>
                    <a:pt x="12" y="3"/>
                  </a:lnTo>
                  <a:close/>
                </a:path>
              </a:pathLst>
            </a:custGeom>
            <a:solidFill>
              <a:srgbClr val="FFFFFF"/>
            </a:solidFill>
            <a:ln w="9525">
              <a:noFill/>
              <a:round/>
              <a:headEnd/>
              <a:tailEnd/>
            </a:ln>
          </p:spPr>
          <p:txBody>
            <a:bodyPr/>
            <a:lstStyle/>
            <a:p>
              <a:endParaRPr lang="zh-CN" altLang="en-US"/>
            </a:p>
          </p:txBody>
        </p:sp>
        <p:sp>
          <p:nvSpPr>
            <p:cNvPr id="4161" name="Freeform 35"/>
            <p:cNvSpPr>
              <a:spLocks noEditPoints="1"/>
            </p:cNvSpPr>
            <p:nvPr/>
          </p:nvSpPr>
          <p:spPr bwMode="auto">
            <a:xfrm>
              <a:off x="4289" y="475"/>
              <a:ext cx="1" cy="3"/>
            </a:xfrm>
            <a:custGeom>
              <a:avLst/>
              <a:gdLst>
                <a:gd name="T0" fmla="*/ 0 w 1"/>
                <a:gd name="T1" fmla="*/ 3 h 3"/>
                <a:gd name="T2" fmla="*/ 0 w 1"/>
                <a:gd name="T3" fmla="*/ 3 h 3"/>
                <a:gd name="T4" fmla="*/ 0 w 1"/>
                <a:gd name="T5" fmla="*/ 0 h 3"/>
                <a:gd name="T6" fmla="*/ 0 w 1"/>
                <a:gd name="T7" fmla="*/ 0 h 3"/>
                <a:gd name="T8" fmla="*/ 0 w 1"/>
                <a:gd name="T9" fmla="*/ 3 h 3"/>
                <a:gd name="T10" fmla="*/ 0 w 1"/>
                <a:gd name="T11" fmla="*/ 3 h 3"/>
                <a:gd name="T12" fmla="*/ 0 w 1"/>
                <a:gd name="T13" fmla="*/ 3 h 3"/>
                <a:gd name="T14" fmla="*/ 0 w 1"/>
                <a:gd name="T15" fmla="*/ 3 h 3"/>
                <a:gd name="T16" fmla="*/ 0 w 1"/>
                <a:gd name="T17" fmla="*/ 3 h 3"/>
                <a:gd name="T18" fmla="*/ 0 w 1"/>
                <a:gd name="T19" fmla="*/ 3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
                <a:gd name="T31" fmla="*/ 0 h 3"/>
                <a:gd name="T32" fmla="*/ 1 w 1"/>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 h="3">
                  <a:moveTo>
                    <a:pt x="0" y="3"/>
                  </a:moveTo>
                  <a:lnTo>
                    <a:pt x="0" y="3"/>
                  </a:lnTo>
                  <a:lnTo>
                    <a:pt x="0" y="0"/>
                  </a:lnTo>
                  <a:lnTo>
                    <a:pt x="0" y="3"/>
                  </a:lnTo>
                  <a:close/>
                  <a:moveTo>
                    <a:pt x="0" y="3"/>
                  </a:moveTo>
                  <a:lnTo>
                    <a:pt x="0" y="3"/>
                  </a:lnTo>
                  <a:close/>
                </a:path>
              </a:pathLst>
            </a:custGeom>
            <a:solidFill>
              <a:srgbClr val="FFFFFF"/>
            </a:solidFill>
            <a:ln w="9525">
              <a:noFill/>
              <a:round/>
              <a:headEnd/>
              <a:tailEnd/>
            </a:ln>
          </p:spPr>
          <p:txBody>
            <a:bodyPr/>
            <a:lstStyle/>
            <a:p>
              <a:endParaRPr lang="zh-CN" altLang="en-US"/>
            </a:p>
          </p:txBody>
        </p:sp>
        <p:sp>
          <p:nvSpPr>
            <p:cNvPr id="4162" name="Freeform 36"/>
            <p:cNvSpPr>
              <a:spLocks noEditPoints="1"/>
            </p:cNvSpPr>
            <p:nvPr/>
          </p:nvSpPr>
          <p:spPr bwMode="auto">
            <a:xfrm>
              <a:off x="4289" y="471"/>
              <a:ext cx="3" cy="4"/>
            </a:xfrm>
            <a:custGeom>
              <a:avLst/>
              <a:gdLst>
                <a:gd name="T0" fmla="*/ 0 w 3"/>
                <a:gd name="T1" fmla="*/ 5 h 3"/>
                <a:gd name="T2" fmla="*/ 0 w 3"/>
                <a:gd name="T3" fmla="*/ 5 h 3"/>
                <a:gd name="T4" fmla="*/ 3 w 3"/>
                <a:gd name="T5" fmla="*/ 0 h 3"/>
                <a:gd name="T6" fmla="*/ 3 w 3"/>
                <a:gd name="T7" fmla="*/ 0 h 3"/>
                <a:gd name="T8" fmla="*/ 0 w 3"/>
                <a:gd name="T9" fmla="*/ 5 h 3"/>
                <a:gd name="T10" fmla="*/ 0 w 3"/>
                <a:gd name="T11" fmla="*/ 5 h 3"/>
                <a:gd name="T12" fmla="*/ 0 w 3"/>
                <a:gd name="T13" fmla="*/ 5 h 3"/>
                <a:gd name="T14" fmla="*/ 0 w 3"/>
                <a:gd name="T15" fmla="*/ 5 h 3"/>
                <a:gd name="T16" fmla="*/ 0 w 3"/>
                <a:gd name="T17" fmla="*/ 5 h 3"/>
                <a:gd name="T18" fmla="*/ 0 w 3"/>
                <a:gd name="T19" fmla="*/ 5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3"/>
                <a:gd name="T32" fmla="*/ 3 w 3"/>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3">
                  <a:moveTo>
                    <a:pt x="0" y="3"/>
                  </a:moveTo>
                  <a:lnTo>
                    <a:pt x="0" y="3"/>
                  </a:lnTo>
                  <a:lnTo>
                    <a:pt x="3" y="0"/>
                  </a:lnTo>
                  <a:lnTo>
                    <a:pt x="0" y="3"/>
                  </a:lnTo>
                  <a:close/>
                  <a:moveTo>
                    <a:pt x="0" y="3"/>
                  </a:moveTo>
                  <a:lnTo>
                    <a:pt x="0" y="3"/>
                  </a:lnTo>
                  <a:close/>
                </a:path>
              </a:pathLst>
            </a:custGeom>
            <a:solidFill>
              <a:srgbClr val="FFFFFF"/>
            </a:solidFill>
            <a:ln w="9525">
              <a:noFill/>
              <a:round/>
              <a:headEnd/>
              <a:tailEnd/>
            </a:ln>
          </p:spPr>
          <p:txBody>
            <a:bodyPr/>
            <a:lstStyle/>
            <a:p>
              <a:endParaRPr lang="zh-CN" altLang="en-US"/>
            </a:p>
          </p:txBody>
        </p:sp>
        <p:sp>
          <p:nvSpPr>
            <p:cNvPr id="4163" name="Freeform 37"/>
            <p:cNvSpPr>
              <a:spLocks noEditPoints="1"/>
            </p:cNvSpPr>
            <p:nvPr/>
          </p:nvSpPr>
          <p:spPr bwMode="auto">
            <a:xfrm>
              <a:off x="4292" y="398"/>
              <a:ext cx="9" cy="73"/>
            </a:xfrm>
            <a:custGeom>
              <a:avLst/>
              <a:gdLst>
                <a:gd name="T0" fmla="*/ 0 w 9"/>
                <a:gd name="T1" fmla="*/ 90 h 59"/>
                <a:gd name="T2" fmla="*/ 6 w 9"/>
                <a:gd name="T3" fmla="*/ 46 h 59"/>
                <a:gd name="T4" fmla="*/ 9 w 9"/>
                <a:gd name="T5" fmla="*/ 0 h 59"/>
                <a:gd name="T6" fmla="*/ 9 w 9"/>
                <a:gd name="T7" fmla="*/ 0 h 59"/>
                <a:gd name="T8" fmla="*/ 6 w 9"/>
                <a:gd name="T9" fmla="*/ 46 h 59"/>
                <a:gd name="T10" fmla="*/ 0 w 9"/>
                <a:gd name="T11" fmla="*/ 90 h 59"/>
                <a:gd name="T12" fmla="*/ 0 w 9"/>
                <a:gd name="T13" fmla="*/ 90 h 59"/>
                <a:gd name="T14" fmla="*/ 0 w 9"/>
                <a:gd name="T15" fmla="*/ 90 h 59"/>
                <a:gd name="T16" fmla="*/ 0 w 9"/>
                <a:gd name="T17" fmla="*/ 90 h 59"/>
                <a:gd name="T18" fmla="*/ 0 w 9"/>
                <a:gd name="T19" fmla="*/ 90 h 5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
                <a:gd name="T31" fmla="*/ 0 h 59"/>
                <a:gd name="T32" fmla="*/ 9 w 9"/>
                <a:gd name="T33" fmla="*/ 59 h 5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 h="59">
                  <a:moveTo>
                    <a:pt x="0" y="59"/>
                  </a:moveTo>
                  <a:lnTo>
                    <a:pt x="6" y="30"/>
                  </a:lnTo>
                  <a:lnTo>
                    <a:pt x="9" y="0"/>
                  </a:lnTo>
                  <a:lnTo>
                    <a:pt x="6" y="30"/>
                  </a:lnTo>
                  <a:lnTo>
                    <a:pt x="0" y="59"/>
                  </a:lnTo>
                  <a:close/>
                  <a:moveTo>
                    <a:pt x="0" y="59"/>
                  </a:moveTo>
                  <a:lnTo>
                    <a:pt x="0" y="59"/>
                  </a:lnTo>
                  <a:close/>
                </a:path>
              </a:pathLst>
            </a:custGeom>
            <a:solidFill>
              <a:srgbClr val="FFFFFF"/>
            </a:solidFill>
            <a:ln w="9525">
              <a:noFill/>
              <a:round/>
              <a:headEnd/>
              <a:tailEnd/>
            </a:ln>
          </p:spPr>
          <p:txBody>
            <a:bodyPr/>
            <a:lstStyle/>
            <a:p>
              <a:endParaRPr lang="zh-CN" altLang="en-US"/>
            </a:p>
          </p:txBody>
        </p:sp>
        <p:sp>
          <p:nvSpPr>
            <p:cNvPr id="4164" name="Freeform 38"/>
            <p:cNvSpPr>
              <a:spLocks noEditPoints="1"/>
            </p:cNvSpPr>
            <p:nvPr/>
          </p:nvSpPr>
          <p:spPr bwMode="auto">
            <a:xfrm>
              <a:off x="4298" y="384"/>
              <a:ext cx="3" cy="14"/>
            </a:xfrm>
            <a:custGeom>
              <a:avLst/>
              <a:gdLst>
                <a:gd name="T0" fmla="*/ 3 w 3"/>
                <a:gd name="T1" fmla="*/ 16 h 12"/>
                <a:gd name="T2" fmla="*/ 3 w 3"/>
                <a:gd name="T3" fmla="*/ 13 h 12"/>
                <a:gd name="T4" fmla="*/ 0 w 3"/>
                <a:gd name="T5" fmla="*/ 5 h 12"/>
                <a:gd name="T6" fmla="*/ 0 w 3"/>
                <a:gd name="T7" fmla="*/ 0 h 12"/>
                <a:gd name="T8" fmla="*/ 3 w 3"/>
                <a:gd name="T9" fmla="*/ 8 h 12"/>
                <a:gd name="T10" fmla="*/ 3 w 3"/>
                <a:gd name="T11" fmla="*/ 16 h 12"/>
                <a:gd name="T12" fmla="*/ 3 w 3"/>
                <a:gd name="T13" fmla="*/ 16 h 12"/>
                <a:gd name="T14" fmla="*/ 3 w 3"/>
                <a:gd name="T15" fmla="*/ 16 h 12"/>
                <a:gd name="T16" fmla="*/ 3 w 3"/>
                <a:gd name="T17" fmla="*/ 16 h 12"/>
                <a:gd name="T18" fmla="*/ 3 w 3"/>
                <a:gd name="T19" fmla="*/ 16 h 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12"/>
                <a:gd name="T32" fmla="*/ 3 w 3"/>
                <a:gd name="T33" fmla="*/ 12 h 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12">
                  <a:moveTo>
                    <a:pt x="3" y="12"/>
                  </a:moveTo>
                  <a:lnTo>
                    <a:pt x="3" y="9"/>
                  </a:lnTo>
                  <a:lnTo>
                    <a:pt x="0" y="3"/>
                  </a:lnTo>
                  <a:lnTo>
                    <a:pt x="0" y="0"/>
                  </a:lnTo>
                  <a:lnTo>
                    <a:pt x="3" y="6"/>
                  </a:lnTo>
                  <a:lnTo>
                    <a:pt x="3" y="12"/>
                  </a:lnTo>
                  <a:close/>
                  <a:moveTo>
                    <a:pt x="3" y="12"/>
                  </a:moveTo>
                  <a:lnTo>
                    <a:pt x="3" y="12"/>
                  </a:lnTo>
                  <a:close/>
                </a:path>
              </a:pathLst>
            </a:custGeom>
            <a:solidFill>
              <a:srgbClr val="FFFFFF"/>
            </a:solidFill>
            <a:ln w="9525">
              <a:noFill/>
              <a:round/>
              <a:headEnd/>
              <a:tailEnd/>
            </a:ln>
          </p:spPr>
          <p:txBody>
            <a:bodyPr/>
            <a:lstStyle/>
            <a:p>
              <a:endParaRPr lang="zh-CN" altLang="en-US"/>
            </a:p>
          </p:txBody>
        </p:sp>
        <p:sp>
          <p:nvSpPr>
            <p:cNvPr id="4165" name="Freeform 39"/>
            <p:cNvSpPr>
              <a:spLocks noEditPoints="1"/>
            </p:cNvSpPr>
            <p:nvPr/>
          </p:nvSpPr>
          <p:spPr bwMode="auto">
            <a:xfrm>
              <a:off x="4292" y="369"/>
              <a:ext cx="6" cy="18"/>
            </a:xfrm>
            <a:custGeom>
              <a:avLst/>
              <a:gdLst>
                <a:gd name="T0" fmla="*/ 6 w 6"/>
                <a:gd name="T1" fmla="*/ 17 h 15"/>
                <a:gd name="T2" fmla="*/ 3 w 6"/>
                <a:gd name="T3" fmla="*/ 8 h 15"/>
                <a:gd name="T4" fmla="*/ 0 w 6"/>
                <a:gd name="T5" fmla="*/ 0 h 15"/>
                <a:gd name="T6" fmla="*/ 0 w 6"/>
                <a:gd name="T7" fmla="*/ 0 h 15"/>
                <a:gd name="T8" fmla="*/ 3 w 6"/>
                <a:gd name="T9" fmla="*/ 8 h 15"/>
                <a:gd name="T10" fmla="*/ 6 w 6"/>
                <a:gd name="T11" fmla="*/ 22 h 15"/>
                <a:gd name="T12" fmla="*/ 6 w 6"/>
                <a:gd name="T13" fmla="*/ 17 h 15"/>
                <a:gd name="T14" fmla="*/ 6 w 6"/>
                <a:gd name="T15" fmla="*/ 17 h 15"/>
                <a:gd name="T16" fmla="*/ 6 w 6"/>
                <a:gd name="T17" fmla="*/ 17 h 15"/>
                <a:gd name="T18" fmla="*/ 6 w 6"/>
                <a:gd name="T19" fmla="*/ 17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15"/>
                <a:gd name="T32" fmla="*/ 6 w 6"/>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15">
                  <a:moveTo>
                    <a:pt x="6" y="12"/>
                  </a:moveTo>
                  <a:lnTo>
                    <a:pt x="3" y="6"/>
                  </a:lnTo>
                  <a:lnTo>
                    <a:pt x="0" y="0"/>
                  </a:lnTo>
                  <a:lnTo>
                    <a:pt x="3" y="6"/>
                  </a:lnTo>
                  <a:lnTo>
                    <a:pt x="6" y="15"/>
                  </a:lnTo>
                  <a:lnTo>
                    <a:pt x="6" y="12"/>
                  </a:lnTo>
                  <a:close/>
                  <a:moveTo>
                    <a:pt x="6" y="12"/>
                  </a:moveTo>
                  <a:lnTo>
                    <a:pt x="6" y="12"/>
                  </a:lnTo>
                  <a:close/>
                </a:path>
              </a:pathLst>
            </a:custGeom>
            <a:solidFill>
              <a:srgbClr val="FFFFFF"/>
            </a:solidFill>
            <a:ln w="9525">
              <a:noFill/>
              <a:round/>
              <a:headEnd/>
              <a:tailEnd/>
            </a:ln>
          </p:spPr>
          <p:txBody>
            <a:bodyPr/>
            <a:lstStyle/>
            <a:p>
              <a:endParaRPr lang="zh-CN" altLang="en-US"/>
            </a:p>
          </p:txBody>
        </p:sp>
        <p:sp>
          <p:nvSpPr>
            <p:cNvPr id="4166" name="Freeform 40"/>
            <p:cNvSpPr>
              <a:spLocks noEditPoints="1"/>
            </p:cNvSpPr>
            <p:nvPr/>
          </p:nvSpPr>
          <p:spPr bwMode="auto">
            <a:xfrm>
              <a:off x="4289" y="358"/>
              <a:ext cx="3" cy="11"/>
            </a:xfrm>
            <a:custGeom>
              <a:avLst/>
              <a:gdLst>
                <a:gd name="T0" fmla="*/ 3 w 3"/>
                <a:gd name="T1" fmla="*/ 13 h 9"/>
                <a:gd name="T2" fmla="*/ 0 w 3"/>
                <a:gd name="T3" fmla="*/ 5 h 9"/>
                <a:gd name="T4" fmla="*/ 3 w 3"/>
                <a:gd name="T5" fmla="*/ 0 h 9"/>
                <a:gd name="T6" fmla="*/ 3 w 3"/>
                <a:gd name="T7" fmla="*/ 0 h 9"/>
                <a:gd name="T8" fmla="*/ 0 w 3"/>
                <a:gd name="T9" fmla="*/ 5 h 9"/>
                <a:gd name="T10" fmla="*/ 3 w 3"/>
                <a:gd name="T11" fmla="*/ 13 h 9"/>
                <a:gd name="T12" fmla="*/ 3 w 3"/>
                <a:gd name="T13" fmla="*/ 13 h 9"/>
                <a:gd name="T14" fmla="*/ 3 w 3"/>
                <a:gd name="T15" fmla="*/ 13 h 9"/>
                <a:gd name="T16" fmla="*/ 3 w 3"/>
                <a:gd name="T17" fmla="*/ 13 h 9"/>
                <a:gd name="T18" fmla="*/ 3 w 3"/>
                <a:gd name="T19" fmla="*/ 13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9"/>
                <a:gd name="T32" fmla="*/ 3 w 3"/>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9">
                  <a:moveTo>
                    <a:pt x="3" y="9"/>
                  </a:moveTo>
                  <a:lnTo>
                    <a:pt x="0" y="3"/>
                  </a:lnTo>
                  <a:lnTo>
                    <a:pt x="3" y="0"/>
                  </a:lnTo>
                  <a:lnTo>
                    <a:pt x="0" y="3"/>
                  </a:lnTo>
                  <a:lnTo>
                    <a:pt x="3" y="9"/>
                  </a:lnTo>
                  <a:close/>
                  <a:moveTo>
                    <a:pt x="3" y="9"/>
                  </a:moveTo>
                  <a:lnTo>
                    <a:pt x="3" y="9"/>
                  </a:lnTo>
                  <a:close/>
                </a:path>
              </a:pathLst>
            </a:custGeom>
            <a:solidFill>
              <a:srgbClr val="FFFFFF"/>
            </a:solidFill>
            <a:ln w="9525">
              <a:noFill/>
              <a:round/>
              <a:headEnd/>
              <a:tailEnd/>
            </a:ln>
          </p:spPr>
          <p:txBody>
            <a:bodyPr/>
            <a:lstStyle/>
            <a:p>
              <a:endParaRPr lang="zh-CN" altLang="en-US"/>
            </a:p>
          </p:txBody>
        </p:sp>
        <p:sp>
          <p:nvSpPr>
            <p:cNvPr id="4167" name="Freeform 41"/>
            <p:cNvSpPr>
              <a:spLocks noEditPoints="1"/>
            </p:cNvSpPr>
            <p:nvPr/>
          </p:nvSpPr>
          <p:spPr bwMode="auto">
            <a:xfrm>
              <a:off x="4286" y="291"/>
              <a:ext cx="6" cy="67"/>
            </a:xfrm>
            <a:custGeom>
              <a:avLst/>
              <a:gdLst>
                <a:gd name="T0" fmla="*/ 6 w 6"/>
                <a:gd name="T1" fmla="*/ 83 h 54"/>
                <a:gd name="T2" fmla="*/ 3 w 6"/>
                <a:gd name="T3" fmla="*/ 65 h 54"/>
                <a:gd name="T4" fmla="*/ 0 w 6"/>
                <a:gd name="T5" fmla="*/ 42 h 54"/>
                <a:gd name="T6" fmla="*/ 3 w 6"/>
                <a:gd name="T7" fmla="*/ 0 h 54"/>
                <a:gd name="T8" fmla="*/ 3 w 6"/>
                <a:gd name="T9" fmla="*/ 0 h 54"/>
                <a:gd name="T10" fmla="*/ 0 w 6"/>
                <a:gd name="T11" fmla="*/ 42 h 54"/>
                <a:gd name="T12" fmla="*/ 3 w 6"/>
                <a:gd name="T13" fmla="*/ 65 h 54"/>
                <a:gd name="T14" fmla="*/ 6 w 6"/>
                <a:gd name="T15" fmla="*/ 83 h 54"/>
                <a:gd name="T16" fmla="*/ 6 w 6"/>
                <a:gd name="T17" fmla="*/ 83 h 54"/>
                <a:gd name="T18" fmla="*/ 6 w 6"/>
                <a:gd name="T19" fmla="*/ 83 h 54"/>
                <a:gd name="T20" fmla="*/ 6 w 6"/>
                <a:gd name="T21" fmla="*/ 83 h 54"/>
                <a:gd name="T22" fmla="*/ 6 w 6"/>
                <a:gd name="T23" fmla="*/ 83 h 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
                <a:gd name="T37" fmla="*/ 0 h 54"/>
                <a:gd name="T38" fmla="*/ 6 w 6"/>
                <a:gd name="T39" fmla="*/ 54 h 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 h="54">
                  <a:moveTo>
                    <a:pt x="6" y="54"/>
                  </a:moveTo>
                  <a:lnTo>
                    <a:pt x="3" y="42"/>
                  </a:lnTo>
                  <a:lnTo>
                    <a:pt x="0" y="27"/>
                  </a:lnTo>
                  <a:lnTo>
                    <a:pt x="3" y="0"/>
                  </a:lnTo>
                  <a:lnTo>
                    <a:pt x="0" y="27"/>
                  </a:lnTo>
                  <a:lnTo>
                    <a:pt x="3" y="42"/>
                  </a:lnTo>
                  <a:lnTo>
                    <a:pt x="6" y="54"/>
                  </a:lnTo>
                  <a:close/>
                  <a:moveTo>
                    <a:pt x="6" y="54"/>
                  </a:moveTo>
                  <a:lnTo>
                    <a:pt x="6" y="54"/>
                  </a:lnTo>
                  <a:close/>
                </a:path>
              </a:pathLst>
            </a:custGeom>
            <a:solidFill>
              <a:srgbClr val="FFFFFF"/>
            </a:solidFill>
            <a:ln w="9525">
              <a:noFill/>
              <a:round/>
              <a:headEnd/>
              <a:tailEnd/>
            </a:ln>
          </p:spPr>
          <p:txBody>
            <a:bodyPr/>
            <a:lstStyle/>
            <a:p>
              <a:endParaRPr lang="zh-CN" altLang="en-US"/>
            </a:p>
          </p:txBody>
        </p:sp>
        <p:sp>
          <p:nvSpPr>
            <p:cNvPr id="4168" name="Freeform 42"/>
            <p:cNvSpPr>
              <a:spLocks noEditPoints="1"/>
            </p:cNvSpPr>
            <p:nvPr/>
          </p:nvSpPr>
          <p:spPr bwMode="auto">
            <a:xfrm>
              <a:off x="4277" y="291"/>
              <a:ext cx="12" cy="22"/>
            </a:xfrm>
            <a:custGeom>
              <a:avLst/>
              <a:gdLst>
                <a:gd name="T0" fmla="*/ 12 w 12"/>
                <a:gd name="T1" fmla="*/ 0 h 18"/>
                <a:gd name="T2" fmla="*/ 6 w 12"/>
                <a:gd name="T3" fmla="*/ 5 h 18"/>
                <a:gd name="T4" fmla="*/ 3 w 12"/>
                <a:gd name="T5" fmla="*/ 13 h 18"/>
                <a:gd name="T6" fmla="*/ 0 w 12"/>
                <a:gd name="T7" fmla="*/ 27 h 18"/>
                <a:gd name="T8" fmla="*/ 0 w 12"/>
                <a:gd name="T9" fmla="*/ 27 h 18"/>
                <a:gd name="T10" fmla="*/ 3 w 12"/>
                <a:gd name="T11" fmla="*/ 13 h 18"/>
                <a:gd name="T12" fmla="*/ 6 w 12"/>
                <a:gd name="T13" fmla="*/ 5 h 18"/>
                <a:gd name="T14" fmla="*/ 12 w 12"/>
                <a:gd name="T15" fmla="*/ 0 h 18"/>
                <a:gd name="T16" fmla="*/ 12 w 12"/>
                <a:gd name="T17" fmla="*/ 0 h 18"/>
                <a:gd name="T18" fmla="*/ 12 w 12"/>
                <a:gd name="T19" fmla="*/ 0 h 18"/>
                <a:gd name="T20" fmla="*/ 12 w 12"/>
                <a:gd name="T21" fmla="*/ 0 h 18"/>
                <a:gd name="T22" fmla="*/ 12 w 12"/>
                <a:gd name="T23" fmla="*/ 0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
                <a:gd name="T37" fmla="*/ 0 h 18"/>
                <a:gd name="T38" fmla="*/ 12 w 12"/>
                <a:gd name="T39" fmla="*/ 18 h 1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 h="18">
                  <a:moveTo>
                    <a:pt x="12" y="0"/>
                  </a:moveTo>
                  <a:lnTo>
                    <a:pt x="6" y="3"/>
                  </a:lnTo>
                  <a:lnTo>
                    <a:pt x="3" y="9"/>
                  </a:lnTo>
                  <a:lnTo>
                    <a:pt x="0" y="18"/>
                  </a:lnTo>
                  <a:lnTo>
                    <a:pt x="3" y="9"/>
                  </a:lnTo>
                  <a:lnTo>
                    <a:pt x="6" y="3"/>
                  </a:lnTo>
                  <a:lnTo>
                    <a:pt x="12" y="0"/>
                  </a:lnTo>
                  <a:close/>
                  <a:moveTo>
                    <a:pt x="12" y="0"/>
                  </a:moveTo>
                  <a:lnTo>
                    <a:pt x="12" y="0"/>
                  </a:lnTo>
                  <a:close/>
                </a:path>
              </a:pathLst>
            </a:custGeom>
            <a:solidFill>
              <a:srgbClr val="FFFFFF"/>
            </a:solidFill>
            <a:ln w="9525">
              <a:noFill/>
              <a:round/>
              <a:headEnd/>
              <a:tailEnd/>
            </a:ln>
          </p:spPr>
          <p:txBody>
            <a:bodyPr/>
            <a:lstStyle/>
            <a:p>
              <a:endParaRPr lang="zh-CN" altLang="en-US"/>
            </a:p>
          </p:txBody>
        </p:sp>
        <p:sp>
          <p:nvSpPr>
            <p:cNvPr id="4169" name="Freeform 43"/>
            <p:cNvSpPr>
              <a:spLocks noEditPoints="1"/>
            </p:cNvSpPr>
            <p:nvPr/>
          </p:nvSpPr>
          <p:spPr bwMode="auto">
            <a:xfrm>
              <a:off x="4274" y="313"/>
              <a:ext cx="3" cy="30"/>
            </a:xfrm>
            <a:custGeom>
              <a:avLst/>
              <a:gdLst>
                <a:gd name="T0" fmla="*/ 3 w 3"/>
                <a:gd name="T1" fmla="*/ 0 h 24"/>
                <a:gd name="T2" fmla="*/ 0 w 3"/>
                <a:gd name="T3" fmla="*/ 19 h 24"/>
                <a:gd name="T4" fmla="*/ 0 w 3"/>
                <a:gd name="T5" fmla="*/ 37 h 24"/>
                <a:gd name="T6" fmla="*/ 0 w 3"/>
                <a:gd name="T7" fmla="*/ 37 h 24"/>
                <a:gd name="T8" fmla="*/ 0 w 3"/>
                <a:gd name="T9" fmla="*/ 19 h 24"/>
                <a:gd name="T10" fmla="*/ 3 w 3"/>
                <a:gd name="T11" fmla="*/ 0 h 24"/>
                <a:gd name="T12" fmla="*/ 3 w 3"/>
                <a:gd name="T13" fmla="*/ 0 h 24"/>
                <a:gd name="T14" fmla="*/ 3 w 3"/>
                <a:gd name="T15" fmla="*/ 0 h 24"/>
                <a:gd name="T16" fmla="*/ 3 w 3"/>
                <a:gd name="T17" fmla="*/ 0 h 24"/>
                <a:gd name="T18" fmla="*/ 3 w 3"/>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24"/>
                <a:gd name="T32" fmla="*/ 3 w 3"/>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24">
                  <a:moveTo>
                    <a:pt x="3" y="0"/>
                  </a:moveTo>
                  <a:lnTo>
                    <a:pt x="0" y="12"/>
                  </a:lnTo>
                  <a:lnTo>
                    <a:pt x="0" y="24"/>
                  </a:lnTo>
                  <a:lnTo>
                    <a:pt x="0" y="12"/>
                  </a:lnTo>
                  <a:lnTo>
                    <a:pt x="3" y="0"/>
                  </a:lnTo>
                  <a:close/>
                  <a:moveTo>
                    <a:pt x="3" y="0"/>
                  </a:moveTo>
                  <a:lnTo>
                    <a:pt x="3" y="0"/>
                  </a:lnTo>
                  <a:close/>
                </a:path>
              </a:pathLst>
            </a:custGeom>
            <a:solidFill>
              <a:srgbClr val="FFFFFF"/>
            </a:solidFill>
            <a:ln w="9525">
              <a:noFill/>
              <a:round/>
              <a:headEnd/>
              <a:tailEnd/>
            </a:ln>
          </p:spPr>
          <p:txBody>
            <a:bodyPr/>
            <a:lstStyle/>
            <a:p>
              <a:endParaRPr lang="zh-CN" altLang="en-US"/>
            </a:p>
          </p:txBody>
        </p:sp>
        <p:sp>
          <p:nvSpPr>
            <p:cNvPr id="4170" name="Freeform 44"/>
            <p:cNvSpPr>
              <a:spLocks noEditPoints="1"/>
            </p:cNvSpPr>
            <p:nvPr/>
          </p:nvSpPr>
          <p:spPr bwMode="auto">
            <a:xfrm>
              <a:off x="4274" y="343"/>
              <a:ext cx="6" cy="29"/>
            </a:xfrm>
            <a:custGeom>
              <a:avLst/>
              <a:gdLst>
                <a:gd name="T0" fmla="*/ 0 w 6"/>
                <a:gd name="T1" fmla="*/ 0 h 24"/>
                <a:gd name="T2" fmla="*/ 3 w 6"/>
                <a:gd name="T3" fmla="*/ 18 h 24"/>
                <a:gd name="T4" fmla="*/ 6 w 6"/>
                <a:gd name="T5" fmla="*/ 35 h 24"/>
                <a:gd name="T6" fmla="*/ 6 w 6"/>
                <a:gd name="T7" fmla="*/ 35 h 24"/>
                <a:gd name="T8" fmla="*/ 3 w 6"/>
                <a:gd name="T9" fmla="*/ 18 h 24"/>
                <a:gd name="T10" fmla="*/ 0 w 6"/>
                <a:gd name="T11" fmla="*/ 0 h 24"/>
                <a:gd name="T12" fmla="*/ 0 w 6"/>
                <a:gd name="T13" fmla="*/ 0 h 24"/>
                <a:gd name="T14" fmla="*/ 0 w 6"/>
                <a:gd name="T15" fmla="*/ 0 h 24"/>
                <a:gd name="T16" fmla="*/ 0 w 6"/>
                <a:gd name="T17" fmla="*/ 0 h 24"/>
                <a:gd name="T18" fmla="*/ 0 w 6"/>
                <a:gd name="T19" fmla="*/ 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24"/>
                <a:gd name="T32" fmla="*/ 6 w 6"/>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24">
                  <a:moveTo>
                    <a:pt x="0" y="0"/>
                  </a:moveTo>
                  <a:lnTo>
                    <a:pt x="3" y="12"/>
                  </a:lnTo>
                  <a:lnTo>
                    <a:pt x="6" y="24"/>
                  </a:lnTo>
                  <a:lnTo>
                    <a:pt x="3" y="12"/>
                  </a:lnTo>
                  <a:lnTo>
                    <a:pt x="0" y="0"/>
                  </a:lnTo>
                  <a:close/>
                  <a:moveTo>
                    <a:pt x="0" y="0"/>
                  </a:moveTo>
                  <a:lnTo>
                    <a:pt x="0" y="0"/>
                  </a:lnTo>
                  <a:close/>
                </a:path>
              </a:pathLst>
            </a:custGeom>
            <a:solidFill>
              <a:srgbClr val="FFFFFF"/>
            </a:solidFill>
            <a:ln w="9525">
              <a:noFill/>
              <a:round/>
              <a:headEnd/>
              <a:tailEnd/>
            </a:ln>
          </p:spPr>
          <p:txBody>
            <a:bodyPr/>
            <a:lstStyle/>
            <a:p>
              <a:endParaRPr lang="zh-CN" altLang="en-US"/>
            </a:p>
          </p:txBody>
        </p:sp>
        <p:sp>
          <p:nvSpPr>
            <p:cNvPr id="4171" name="Freeform 45"/>
            <p:cNvSpPr>
              <a:spLocks noEditPoints="1"/>
            </p:cNvSpPr>
            <p:nvPr/>
          </p:nvSpPr>
          <p:spPr bwMode="auto">
            <a:xfrm>
              <a:off x="4277" y="372"/>
              <a:ext cx="3" cy="15"/>
            </a:xfrm>
            <a:custGeom>
              <a:avLst/>
              <a:gdLst>
                <a:gd name="T0" fmla="*/ 3 w 3"/>
                <a:gd name="T1" fmla="*/ 0 h 12"/>
                <a:gd name="T2" fmla="*/ 3 w 3"/>
                <a:gd name="T3" fmla="*/ 10 h 12"/>
                <a:gd name="T4" fmla="*/ 0 w 3"/>
                <a:gd name="T5" fmla="*/ 19 h 12"/>
                <a:gd name="T6" fmla="*/ 0 w 3"/>
                <a:gd name="T7" fmla="*/ 19 h 12"/>
                <a:gd name="T8" fmla="*/ 3 w 3"/>
                <a:gd name="T9" fmla="*/ 10 h 12"/>
                <a:gd name="T10" fmla="*/ 3 w 3"/>
                <a:gd name="T11" fmla="*/ 0 h 12"/>
                <a:gd name="T12" fmla="*/ 3 w 3"/>
                <a:gd name="T13" fmla="*/ 0 h 12"/>
                <a:gd name="T14" fmla="*/ 3 w 3"/>
                <a:gd name="T15" fmla="*/ 0 h 12"/>
                <a:gd name="T16" fmla="*/ 3 w 3"/>
                <a:gd name="T17" fmla="*/ 0 h 12"/>
                <a:gd name="T18" fmla="*/ 3 w 3"/>
                <a:gd name="T19" fmla="*/ 0 h 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12"/>
                <a:gd name="T32" fmla="*/ 3 w 3"/>
                <a:gd name="T33" fmla="*/ 12 h 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12">
                  <a:moveTo>
                    <a:pt x="3" y="0"/>
                  </a:moveTo>
                  <a:lnTo>
                    <a:pt x="3" y="6"/>
                  </a:lnTo>
                  <a:lnTo>
                    <a:pt x="0" y="12"/>
                  </a:lnTo>
                  <a:lnTo>
                    <a:pt x="3" y="6"/>
                  </a:lnTo>
                  <a:lnTo>
                    <a:pt x="3" y="0"/>
                  </a:lnTo>
                  <a:close/>
                  <a:moveTo>
                    <a:pt x="3" y="0"/>
                  </a:moveTo>
                  <a:lnTo>
                    <a:pt x="3" y="0"/>
                  </a:lnTo>
                  <a:close/>
                </a:path>
              </a:pathLst>
            </a:custGeom>
            <a:solidFill>
              <a:srgbClr val="FFFFFF"/>
            </a:solidFill>
            <a:ln w="9525">
              <a:noFill/>
              <a:round/>
              <a:headEnd/>
              <a:tailEnd/>
            </a:ln>
          </p:spPr>
          <p:txBody>
            <a:bodyPr/>
            <a:lstStyle/>
            <a:p>
              <a:endParaRPr lang="zh-CN" altLang="en-US"/>
            </a:p>
          </p:txBody>
        </p:sp>
        <p:sp>
          <p:nvSpPr>
            <p:cNvPr id="4172" name="Freeform 46"/>
            <p:cNvSpPr>
              <a:spLocks noEditPoints="1"/>
            </p:cNvSpPr>
            <p:nvPr/>
          </p:nvSpPr>
          <p:spPr bwMode="auto">
            <a:xfrm>
              <a:off x="4277" y="387"/>
              <a:ext cx="1" cy="11"/>
            </a:xfrm>
            <a:custGeom>
              <a:avLst/>
              <a:gdLst>
                <a:gd name="T0" fmla="*/ 0 w 1"/>
                <a:gd name="T1" fmla="*/ 0 h 9"/>
                <a:gd name="T2" fmla="*/ 0 w 1"/>
                <a:gd name="T3" fmla="*/ 13 h 9"/>
                <a:gd name="T4" fmla="*/ 0 w 1"/>
                <a:gd name="T5" fmla="*/ 13 h 9"/>
                <a:gd name="T6" fmla="*/ 0 w 1"/>
                <a:gd name="T7" fmla="*/ 0 h 9"/>
                <a:gd name="T8" fmla="*/ 0 w 1"/>
                <a:gd name="T9" fmla="*/ 0 h 9"/>
                <a:gd name="T10" fmla="*/ 0 w 1"/>
                <a:gd name="T11" fmla="*/ 0 h 9"/>
                <a:gd name="T12" fmla="*/ 0 w 1"/>
                <a:gd name="T13" fmla="*/ 0 h 9"/>
                <a:gd name="T14" fmla="*/ 0 w 1"/>
                <a:gd name="T15" fmla="*/ 0 h 9"/>
                <a:gd name="T16" fmla="*/ 0 60000 65536"/>
                <a:gd name="T17" fmla="*/ 0 60000 65536"/>
                <a:gd name="T18" fmla="*/ 0 60000 65536"/>
                <a:gd name="T19" fmla="*/ 0 60000 65536"/>
                <a:gd name="T20" fmla="*/ 0 60000 65536"/>
                <a:gd name="T21" fmla="*/ 0 60000 65536"/>
                <a:gd name="T22" fmla="*/ 0 60000 65536"/>
                <a:gd name="T23" fmla="*/ 0 60000 65536"/>
                <a:gd name="T24" fmla="*/ 0 w 1"/>
                <a:gd name="T25" fmla="*/ 0 h 9"/>
                <a:gd name="T26" fmla="*/ 1 w 1"/>
                <a:gd name="T27" fmla="*/ 9 h 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 h="9">
                  <a:moveTo>
                    <a:pt x="0" y="0"/>
                  </a:moveTo>
                  <a:lnTo>
                    <a:pt x="0" y="9"/>
                  </a:lnTo>
                  <a:lnTo>
                    <a:pt x="0" y="0"/>
                  </a:lnTo>
                  <a:close/>
                  <a:moveTo>
                    <a:pt x="0" y="0"/>
                  </a:moveTo>
                  <a:lnTo>
                    <a:pt x="0" y="0"/>
                  </a:lnTo>
                  <a:close/>
                </a:path>
              </a:pathLst>
            </a:custGeom>
            <a:solidFill>
              <a:srgbClr val="FFFFFF"/>
            </a:solidFill>
            <a:ln w="9525">
              <a:noFill/>
              <a:round/>
              <a:headEnd/>
              <a:tailEnd/>
            </a:ln>
          </p:spPr>
          <p:txBody>
            <a:bodyPr/>
            <a:lstStyle/>
            <a:p>
              <a:endParaRPr lang="zh-CN" altLang="en-US"/>
            </a:p>
          </p:txBody>
        </p:sp>
        <p:sp>
          <p:nvSpPr>
            <p:cNvPr id="4173" name="Freeform 47"/>
            <p:cNvSpPr>
              <a:spLocks noEditPoints="1"/>
            </p:cNvSpPr>
            <p:nvPr/>
          </p:nvSpPr>
          <p:spPr bwMode="auto">
            <a:xfrm>
              <a:off x="4274" y="398"/>
              <a:ext cx="3" cy="2"/>
            </a:xfrm>
            <a:custGeom>
              <a:avLst/>
              <a:gdLst>
                <a:gd name="T0" fmla="*/ 3 w 3"/>
                <a:gd name="T1" fmla="*/ 0 h 2"/>
                <a:gd name="T2" fmla="*/ 3 w 3"/>
                <a:gd name="T3" fmla="*/ 0 h 2"/>
                <a:gd name="T4" fmla="*/ 0 w 3"/>
                <a:gd name="T5" fmla="*/ 0 h 2"/>
                <a:gd name="T6" fmla="*/ 0 w 3"/>
                <a:gd name="T7" fmla="*/ 0 h 2"/>
                <a:gd name="T8" fmla="*/ 3 w 3"/>
                <a:gd name="T9" fmla="*/ 0 h 2"/>
                <a:gd name="T10" fmla="*/ 3 w 3"/>
                <a:gd name="T11" fmla="*/ 0 h 2"/>
                <a:gd name="T12" fmla="*/ 3 w 3"/>
                <a:gd name="T13" fmla="*/ 0 h 2"/>
                <a:gd name="T14" fmla="*/ 3 w 3"/>
                <a:gd name="T15" fmla="*/ 0 h 2"/>
                <a:gd name="T16" fmla="*/ 3 w 3"/>
                <a:gd name="T17" fmla="*/ 0 h 2"/>
                <a:gd name="T18" fmla="*/ 3 w 3"/>
                <a:gd name="T19" fmla="*/ 0 h 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2"/>
                <a:gd name="T32" fmla="*/ 3 w 3"/>
                <a:gd name="T33" fmla="*/ 2 h 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2">
                  <a:moveTo>
                    <a:pt x="3" y="0"/>
                  </a:moveTo>
                  <a:lnTo>
                    <a:pt x="3" y="0"/>
                  </a:lnTo>
                  <a:lnTo>
                    <a:pt x="0" y="0"/>
                  </a:lnTo>
                  <a:lnTo>
                    <a:pt x="3" y="0"/>
                  </a:lnTo>
                  <a:close/>
                  <a:moveTo>
                    <a:pt x="3" y="0"/>
                  </a:moveTo>
                  <a:lnTo>
                    <a:pt x="3" y="0"/>
                  </a:lnTo>
                  <a:close/>
                </a:path>
              </a:pathLst>
            </a:custGeom>
            <a:solidFill>
              <a:srgbClr val="FFFFFF"/>
            </a:solidFill>
            <a:ln w="9525">
              <a:noFill/>
              <a:round/>
              <a:headEnd/>
              <a:tailEnd/>
            </a:ln>
          </p:spPr>
          <p:txBody>
            <a:bodyPr/>
            <a:lstStyle/>
            <a:p>
              <a:endParaRPr lang="zh-CN" altLang="en-US"/>
            </a:p>
          </p:txBody>
        </p:sp>
        <p:sp>
          <p:nvSpPr>
            <p:cNvPr id="4174" name="Freeform 48"/>
            <p:cNvSpPr>
              <a:spLocks noEditPoints="1"/>
            </p:cNvSpPr>
            <p:nvPr/>
          </p:nvSpPr>
          <p:spPr bwMode="auto">
            <a:xfrm>
              <a:off x="4271" y="384"/>
              <a:ext cx="3" cy="14"/>
            </a:xfrm>
            <a:custGeom>
              <a:avLst/>
              <a:gdLst>
                <a:gd name="T0" fmla="*/ 3 w 3"/>
                <a:gd name="T1" fmla="*/ 16 h 12"/>
                <a:gd name="T2" fmla="*/ 0 w 3"/>
                <a:gd name="T3" fmla="*/ 8 h 12"/>
                <a:gd name="T4" fmla="*/ 0 w 3"/>
                <a:gd name="T5" fmla="*/ 0 h 12"/>
                <a:gd name="T6" fmla="*/ 0 w 3"/>
                <a:gd name="T7" fmla="*/ 0 h 12"/>
                <a:gd name="T8" fmla="*/ 0 w 3"/>
                <a:gd name="T9" fmla="*/ 8 h 12"/>
                <a:gd name="T10" fmla="*/ 3 w 3"/>
                <a:gd name="T11" fmla="*/ 16 h 12"/>
                <a:gd name="T12" fmla="*/ 3 w 3"/>
                <a:gd name="T13" fmla="*/ 16 h 12"/>
                <a:gd name="T14" fmla="*/ 3 w 3"/>
                <a:gd name="T15" fmla="*/ 16 h 12"/>
                <a:gd name="T16" fmla="*/ 3 w 3"/>
                <a:gd name="T17" fmla="*/ 16 h 12"/>
                <a:gd name="T18" fmla="*/ 3 w 3"/>
                <a:gd name="T19" fmla="*/ 16 h 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12"/>
                <a:gd name="T32" fmla="*/ 3 w 3"/>
                <a:gd name="T33" fmla="*/ 12 h 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12">
                  <a:moveTo>
                    <a:pt x="3" y="12"/>
                  </a:moveTo>
                  <a:lnTo>
                    <a:pt x="0" y="6"/>
                  </a:lnTo>
                  <a:lnTo>
                    <a:pt x="0" y="0"/>
                  </a:lnTo>
                  <a:lnTo>
                    <a:pt x="0" y="6"/>
                  </a:lnTo>
                  <a:lnTo>
                    <a:pt x="3" y="12"/>
                  </a:lnTo>
                  <a:close/>
                  <a:moveTo>
                    <a:pt x="3" y="12"/>
                  </a:moveTo>
                  <a:lnTo>
                    <a:pt x="3" y="12"/>
                  </a:lnTo>
                  <a:close/>
                </a:path>
              </a:pathLst>
            </a:custGeom>
            <a:solidFill>
              <a:srgbClr val="FFFFFF"/>
            </a:solidFill>
            <a:ln w="9525">
              <a:noFill/>
              <a:round/>
              <a:headEnd/>
              <a:tailEnd/>
            </a:ln>
          </p:spPr>
          <p:txBody>
            <a:bodyPr/>
            <a:lstStyle/>
            <a:p>
              <a:endParaRPr lang="zh-CN" altLang="en-US"/>
            </a:p>
          </p:txBody>
        </p:sp>
        <p:sp>
          <p:nvSpPr>
            <p:cNvPr id="4175" name="Freeform 49"/>
            <p:cNvSpPr>
              <a:spLocks noEditPoints="1"/>
            </p:cNvSpPr>
            <p:nvPr/>
          </p:nvSpPr>
          <p:spPr bwMode="auto">
            <a:xfrm>
              <a:off x="4271" y="369"/>
              <a:ext cx="3" cy="15"/>
            </a:xfrm>
            <a:custGeom>
              <a:avLst/>
              <a:gdLst>
                <a:gd name="T0" fmla="*/ 0 w 3"/>
                <a:gd name="T1" fmla="*/ 19 h 12"/>
                <a:gd name="T2" fmla="*/ 3 w 3"/>
                <a:gd name="T3" fmla="*/ 10 h 12"/>
                <a:gd name="T4" fmla="*/ 3 w 3"/>
                <a:gd name="T5" fmla="*/ 0 h 12"/>
                <a:gd name="T6" fmla="*/ 3 w 3"/>
                <a:gd name="T7" fmla="*/ 0 h 12"/>
                <a:gd name="T8" fmla="*/ 3 w 3"/>
                <a:gd name="T9" fmla="*/ 10 h 12"/>
                <a:gd name="T10" fmla="*/ 0 w 3"/>
                <a:gd name="T11" fmla="*/ 19 h 12"/>
                <a:gd name="T12" fmla="*/ 0 w 3"/>
                <a:gd name="T13" fmla="*/ 19 h 12"/>
                <a:gd name="T14" fmla="*/ 0 w 3"/>
                <a:gd name="T15" fmla="*/ 19 h 12"/>
                <a:gd name="T16" fmla="*/ 0 w 3"/>
                <a:gd name="T17" fmla="*/ 19 h 12"/>
                <a:gd name="T18" fmla="*/ 0 w 3"/>
                <a:gd name="T19" fmla="*/ 19 h 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12"/>
                <a:gd name="T32" fmla="*/ 3 w 3"/>
                <a:gd name="T33" fmla="*/ 12 h 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12">
                  <a:moveTo>
                    <a:pt x="0" y="12"/>
                  </a:moveTo>
                  <a:lnTo>
                    <a:pt x="3" y="6"/>
                  </a:lnTo>
                  <a:lnTo>
                    <a:pt x="3" y="0"/>
                  </a:lnTo>
                  <a:lnTo>
                    <a:pt x="3" y="6"/>
                  </a:lnTo>
                  <a:lnTo>
                    <a:pt x="0" y="12"/>
                  </a:lnTo>
                  <a:close/>
                  <a:moveTo>
                    <a:pt x="0" y="12"/>
                  </a:moveTo>
                  <a:lnTo>
                    <a:pt x="0" y="12"/>
                  </a:lnTo>
                  <a:close/>
                </a:path>
              </a:pathLst>
            </a:custGeom>
            <a:solidFill>
              <a:srgbClr val="FFFFFF"/>
            </a:solidFill>
            <a:ln w="9525">
              <a:noFill/>
              <a:round/>
              <a:headEnd/>
              <a:tailEnd/>
            </a:ln>
          </p:spPr>
          <p:txBody>
            <a:bodyPr/>
            <a:lstStyle/>
            <a:p>
              <a:endParaRPr lang="zh-CN" altLang="en-US"/>
            </a:p>
          </p:txBody>
        </p:sp>
        <p:sp>
          <p:nvSpPr>
            <p:cNvPr id="4176" name="Freeform 50"/>
            <p:cNvSpPr>
              <a:spLocks noEditPoints="1"/>
            </p:cNvSpPr>
            <p:nvPr/>
          </p:nvSpPr>
          <p:spPr bwMode="auto">
            <a:xfrm>
              <a:off x="4268" y="324"/>
              <a:ext cx="6" cy="45"/>
            </a:xfrm>
            <a:custGeom>
              <a:avLst/>
              <a:gdLst>
                <a:gd name="T0" fmla="*/ 6 w 6"/>
                <a:gd name="T1" fmla="*/ 56 h 36"/>
                <a:gd name="T2" fmla="*/ 0 w 6"/>
                <a:gd name="T3" fmla="*/ 29 h 36"/>
                <a:gd name="T4" fmla="*/ 0 w 6"/>
                <a:gd name="T5" fmla="*/ 0 h 36"/>
                <a:gd name="T6" fmla="*/ 0 w 6"/>
                <a:gd name="T7" fmla="*/ 0 h 36"/>
                <a:gd name="T8" fmla="*/ 0 w 6"/>
                <a:gd name="T9" fmla="*/ 29 h 36"/>
                <a:gd name="T10" fmla="*/ 6 w 6"/>
                <a:gd name="T11" fmla="*/ 56 h 36"/>
                <a:gd name="T12" fmla="*/ 6 w 6"/>
                <a:gd name="T13" fmla="*/ 56 h 36"/>
                <a:gd name="T14" fmla="*/ 6 w 6"/>
                <a:gd name="T15" fmla="*/ 56 h 36"/>
                <a:gd name="T16" fmla="*/ 6 w 6"/>
                <a:gd name="T17" fmla="*/ 56 h 36"/>
                <a:gd name="T18" fmla="*/ 6 w 6"/>
                <a:gd name="T19" fmla="*/ 56 h 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36"/>
                <a:gd name="T32" fmla="*/ 6 w 6"/>
                <a:gd name="T33" fmla="*/ 36 h 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36">
                  <a:moveTo>
                    <a:pt x="6" y="36"/>
                  </a:moveTo>
                  <a:lnTo>
                    <a:pt x="0" y="18"/>
                  </a:lnTo>
                  <a:lnTo>
                    <a:pt x="0" y="0"/>
                  </a:lnTo>
                  <a:lnTo>
                    <a:pt x="0" y="18"/>
                  </a:lnTo>
                  <a:lnTo>
                    <a:pt x="6" y="36"/>
                  </a:lnTo>
                  <a:close/>
                  <a:moveTo>
                    <a:pt x="6" y="36"/>
                  </a:moveTo>
                  <a:lnTo>
                    <a:pt x="6" y="36"/>
                  </a:lnTo>
                  <a:close/>
                </a:path>
              </a:pathLst>
            </a:custGeom>
            <a:solidFill>
              <a:srgbClr val="FFFFFF"/>
            </a:solidFill>
            <a:ln w="9525">
              <a:noFill/>
              <a:round/>
              <a:headEnd/>
              <a:tailEnd/>
            </a:ln>
          </p:spPr>
          <p:txBody>
            <a:bodyPr/>
            <a:lstStyle/>
            <a:p>
              <a:endParaRPr lang="zh-CN" altLang="en-US"/>
            </a:p>
          </p:txBody>
        </p:sp>
        <p:sp>
          <p:nvSpPr>
            <p:cNvPr id="4177" name="Freeform 51"/>
            <p:cNvSpPr>
              <a:spLocks noEditPoints="1"/>
            </p:cNvSpPr>
            <p:nvPr/>
          </p:nvSpPr>
          <p:spPr bwMode="auto">
            <a:xfrm>
              <a:off x="4268" y="280"/>
              <a:ext cx="12" cy="44"/>
            </a:xfrm>
            <a:custGeom>
              <a:avLst/>
              <a:gdLst>
                <a:gd name="T0" fmla="*/ 0 w 12"/>
                <a:gd name="T1" fmla="*/ 54 h 36"/>
                <a:gd name="T2" fmla="*/ 3 w 12"/>
                <a:gd name="T3" fmla="*/ 27 h 36"/>
                <a:gd name="T4" fmla="*/ 6 w 12"/>
                <a:gd name="T5" fmla="*/ 13 h 36"/>
                <a:gd name="T6" fmla="*/ 12 w 12"/>
                <a:gd name="T7" fmla="*/ 0 h 36"/>
                <a:gd name="T8" fmla="*/ 12 w 12"/>
                <a:gd name="T9" fmla="*/ 0 h 36"/>
                <a:gd name="T10" fmla="*/ 6 w 12"/>
                <a:gd name="T11" fmla="*/ 13 h 36"/>
                <a:gd name="T12" fmla="*/ 3 w 12"/>
                <a:gd name="T13" fmla="*/ 27 h 36"/>
                <a:gd name="T14" fmla="*/ 0 w 12"/>
                <a:gd name="T15" fmla="*/ 54 h 36"/>
                <a:gd name="T16" fmla="*/ 0 w 12"/>
                <a:gd name="T17" fmla="*/ 54 h 36"/>
                <a:gd name="T18" fmla="*/ 0 w 12"/>
                <a:gd name="T19" fmla="*/ 54 h 36"/>
                <a:gd name="T20" fmla="*/ 0 w 12"/>
                <a:gd name="T21" fmla="*/ 54 h 36"/>
                <a:gd name="T22" fmla="*/ 0 w 12"/>
                <a:gd name="T23" fmla="*/ 54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
                <a:gd name="T37" fmla="*/ 0 h 36"/>
                <a:gd name="T38" fmla="*/ 12 w 12"/>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 h="36">
                  <a:moveTo>
                    <a:pt x="0" y="36"/>
                  </a:moveTo>
                  <a:lnTo>
                    <a:pt x="3" y="18"/>
                  </a:lnTo>
                  <a:lnTo>
                    <a:pt x="6" y="9"/>
                  </a:lnTo>
                  <a:lnTo>
                    <a:pt x="12" y="0"/>
                  </a:lnTo>
                  <a:lnTo>
                    <a:pt x="6" y="9"/>
                  </a:lnTo>
                  <a:lnTo>
                    <a:pt x="3" y="18"/>
                  </a:lnTo>
                  <a:lnTo>
                    <a:pt x="0" y="36"/>
                  </a:lnTo>
                  <a:close/>
                  <a:moveTo>
                    <a:pt x="0" y="36"/>
                  </a:moveTo>
                  <a:lnTo>
                    <a:pt x="0" y="36"/>
                  </a:lnTo>
                  <a:close/>
                </a:path>
              </a:pathLst>
            </a:custGeom>
            <a:solidFill>
              <a:srgbClr val="FFFFFF"/>
            </a:solidFill>
            <a:ln w="9525">
              <a:noFill/>
              <a:round/>
              <a:headEnd/>
              <a:tailEnd/>
            </a:ln>
          </p:spPr>
          <p:txBody>
            <a:bodyPr/>
            <a:lstStyle/>
            <a:p>
              <a:endParaRPr lang="zh-CN" altLang="en-US"/>
            </a:p>
          </p:txBody>
        </p:sp>
        <p:sp>
          <p:nvSpPr>
            <p:cNvPr id="4178" name="Freeform 52"/>
            <p:cNvSpPr>
              <a:spLocks noEditPoints="1"/>
            </p:cNvSpPr>
            <p:nvPr/>
          </p:nvSpPr>
          <p:spPr bwMode="auto">
            <a:xfrm>
              <a:off x="4280" y="276"/>
              <a:ext cx="12" cy="4"/>
            </a:xfrm>
            <a:custGeom>
              <a:avLst/>
              <a:gdLst>
                <a:gd name="T0" fmla="*/ 0 w 12"/>
                <a:gd name="T1" fmla="*/ 5 h 3"/>
                <a:gd name="T2" fmla="*/ 6 w 12"/>
                <a:gd name="T3" fmla="*/ 5 h 3"/>
                <a:gd name="T4" fmla="*/ 12 w 12"/>
                <a:gd name="T5" fmla="*/ 0 h 3"/>
                <a:gd name="T6" fmla="*/ 12 w 12"/>
                <a:gd name="T7" fmla="*/ 0 h 3"/>
                <a:gd name="T8" fmla="*/ 6 w 12"/>
                <a:gd name="T9" fmla="*/ 5 h 3"/>
                <a:gd name="T10" fmla="*/ 0 w 12"/>
                <a:gd name="T11" fmla="*/ 5 h 3"/>
                <a:gd name="T12" fmla="*/ 0 w 12"/>
                <a:gd name="T13" fmla="*/ 5 h 3"/>
                <a:gd name="T14" fmla="*/ 0 w 12"/>
                <a:gd name="T15" fmla="*/ 5 h 3"/>
                <a:gd name="T16" fmla="*/ 0 w 12"/>
                <a:gd name="T17" fmla="*/ 5 h 3"/>
                <a:gd name="T18" fmla="*/ 0 w 12"/>
                <a:gd name="T19" fmla="*/ 5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
                <a:gd name="T31" fmla="*/ 0 h 3"/>
                <a:gd name="T32" fmla="*/ 12 w 12"/>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 h="3">
                  <a:moveTo>
                    <a:pt x="0" y="3"/>
                  </a:moveTo>
                  <a:lnTo>
                    <a:pt x="6" y="3"/>
                  </a:lnTo>
                  <a:lnTo>
                    <a:pt x="12" y="0"/>
                  </a:lnTo>
                  <a:lnTo>
                    <a:pt x="6" y="3"/>
                  </a:lnTo>
                  <a:lnTo>
                    <a:pt x="0" y="3"/>
                  </a:lnTo>
                  <a:close/>
                  <a:moveTo>
                    <a:pt x="0" y="3"/>
                  </a:moveTo>
                  <a:lnTo>
                    <a:pt x="0" y="3"/>
                  </a:lnTo>
                  <a:close/>
                </a:path>
              </a:pathLst>
            </a:custGeom>
            <a:solidFill>
              <a:srgbClr val="FFFFFF"/>
            </a:solidFill>
            <a:ln w="9525">
              <a:noFill/>
              <a:round/>
              <a:headEnd/>
              <a:tailEnd/>
            </a:ln>
          </p:spPr>
          <p:txBody>
            <a:bodyPr/>
            <a:lstStyle/>
            <a:p>
              <a:endParaRPr lang="zh-CN" altLang="en-US"/>
            </a:p>
          </p:txBody>
        </p:sp>
        <p:sp>
          <p:nvSpPr>
            <p:cNvPr id="4179" name="Freeform 53"/>
            <p:cNvSpPr>
              <a:spLocks noEditPoints="1"/>
            </p:cNvSpPr>
            <p:nvPr/>
          </p:nvSpPr>
          <p:spPr bwMode="auto">
            <a:xfrm>
              <a:off x="4292" y="276"/>
              <a:ext cx="3" cy="8"/>
            </a:xfrm>
            <a:custGeom>
              <a:avLst/>
              <a:gdLst>
                <a:gd name="T0" fmla="*/ 0 w 3"/>
                <a:gd name="T1" fmla="*/ 0 h 6"/>
                <a:gd name="T2" fmla="*/ 3 w 3"/>
                <a:gd name="T3" fmla="*/ 5 h 6"/>
                <a:gd name="T4" fmla="*/ 3 w 3"/>
                <a:gd name="T5" fmla="*/ 11 h 6"/>
                <a:gd name="T6" fmla="*/ 3 w 3"/>
                <a:gd name="T7" fmla="*/ 11 h 6"/>
                <a:gd name="T8" fmla="*/ 3 w 3"/>
                <a:gd name="T9" fmla="*/ 5 h 6"/>
                <a:gd name="T10" fmla="*/ 0 w 3"/>
                <a:gd name="T11" fmla="*/ 0 h 6"/>
                <a:gd name="T12" fmla="*/ 0 w 3"/>
                <a:gd name="T13" fmla="*/ 0 h 6"/>
                <a:gd name="T14" fmla="*/ 0 w 3"/>
                <a:gd name="T15" fmla="*/ 0 h 6"/>
                <a:gd name="T16" fmla="*/ 0 w 3"/>
                <a:gd name="T17" fmla="*/ 0 h 6"/>
                <a:gd name="T18" fmla="*/ 0 w 3"/>
                <a:gd name="T19" fmla="*/ 0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6"/>
                <a:gd name="T32" fmla="*/ 3 w 3"/>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6">
                  <a:moveTo>
                    <a:pt x="0" y="0"/>
                  </a:moveTo>
                  <a:lnTo>
                    <a:pt x="3" y="3"/>
                  </a:lnTo>
                  <a:lnTo>
                    <a:pt x="3" y="6"/>
                  </a:lnTo>
                  <a:lnTo>
                    <a:pt x="3" y="3"/>
                  </a:lnTo>
                  <a:lnTo>
                    <a:pt x="0" y="0"/>
                  </a:lnTo>
                  <a:close/>
                  <a:moveTo>
                    <a:pt x="0" y="0"/>
                  </a:moveTo>
                  <a:lnTo>
                    <a:pt x="0" y="0"/>
                  </a:lnTo>
                  <a:close/>
                </a:path>
              </a:pathLst>
            </a:custGeom>
            <a:solidFill>
              <a:srgbClr val="FFFFFF"/>
            </a:solidFill>
            <a:ln w="9525">
              <a:noFill/>
              <a:round/>
              <a:headEnd/>
              <a:tailEnd/>
            </a:ln>
          </p:spPr>
          <p:txBody>
            <a:bodyPr/>
            <a:lstStyle/>
            <a:p>
              <a:endParaRPr lang="zh-CN" altLang="en-US"/>
            </a:p>
          </p:txBody>
        </p:sp>
        <p:sp>
          <p:nvSpPr>
            <p:cNvPr id="4180" name="Freeform 54"/>
            <p:cNvSpPr>
              <a:spLocks noEditPoints="1"/>
            </p:cNvSpPr>
            <p:nvPr/>
          </p:nvSpPr>
          <p:spPr bwMode="auto">
            <a:xfrm>
              <a:off x="4295" y="276"/>
              <a:ext cx="12" cy="8"/>
            </a:xfrm>
            <a:custGeom>
              <a:avLst/>
              <a:gdLst>
                <a:gd name="T0" fmla="*/ 0 w 12"/>
                <a:gd name="T1" fmla="*/ 11 h 6"/>
                <a:gd name="T2" fmla="*/ 6 w 12"/>
                <a:gd name="T3" fmla="*/ 5 h 6"/>
                <a:gd name="T4" fmla="*/ 12 w 12"/>
                <a:gd name="T5" fmla="*/ 0 h 6"/>
                <a:gd name="T6" fmla="*/ 12 w 12"/>
                <a:gd name="T7" fmla="*/ 0 h 6"/>
                <a:gd name="T8" fmla="*/ 6 w 12"/>
                <a:gd name="T9" fmla="*/ 5 h 6"/>
                <a:gd name="T10" fmla="*/ 0 w 12"/>
                <a:gd name="T11" fmla="*/ 11 h 6"/>
                <a:gd name="T12" fmla="*/ 0 w 12"/>
                <a:gd name="T13" fmla="*/ 11 h 6"/>
                <a:gd name="T14" fmla="*/ 0 w 12"/>
                <a:gd name="T15" fmla="*/ 11 h 6"/>
                <a:gd name="T16" fmla="*/ 0 w 12"/>
                <a:gd name="T17" fmla="*/ 11 h 6"/>
                <a:gd name="T18" fmla="*/ 0 w 12"/>
                <a:gd name="T19" fmla="*/ 11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
                <a:gd name="T31" fmla="*/ 0 h 6"/>
                <a:gd name="T32" fmla="*/ 12 w 12"/>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 h="6">
                  <a:moveTo>
                    <a:pt x="0" y="6"/>
                  </a:moveTo>
                  <a:lnTo>
                    <a:pt x="6" y="3"/>
                  </a:lnTo>
                  <a:lnTo>
                    <a:pt x="12" y="0"/>
                  </a:lnTo>
                  <a:lnTo>
                    <a:pt x="6" y="3"/>
                  </a:lnTo>
                  <a:lnTo>
                    <a:pt x="0" y="6"/>
                  </a:lnTo>
                  <a:close/>
                  <a:moveTo>
                    <a:pt x="0" y="6"/>
                  </a:moveTo>
                  <a:lnTo>
                    <a:pt x="0" y="6"/>
                  </a:lnTo>
                  <a:close/>
                </a:path>
              </a:pathLst>
            </a:custGeom>
            <a:solidFill>
              <a:srgbClr val="FFFFFF"/>
            </a:solidFill>
            <a:ln w="9525">
              <a:noFill/>
              <a:round/>
              <a:headEnd/>
              <a:tailEnd/>
            </a:ln>
          </p:spPr>
          <p:txBody>
            <a:bodyPr/>
            <a:lstStyle/>
            <a:p>
              <a:endParaRPr lang="zh-CN" altLang="en-US"/>
            </a:p>
          </p:txBody>
        </p:sp>
        <p:sp>
          <p:nvSpPr>
            <p:cNvPr id="4181" name="Freeform 55"/>
            <p:cNvSpPr>
              <a:spLocks noEditPoints="1"/>
            </p:cNvSpPr>
            <p:nvPr/>
          </p:nvSpPr>
          <p:spPr bwMode="auto">
            <a:xfrm>
              <a:off x="4307" y="276"/>
              <a:ext cx="15" cy="2"/>
            </a:xfrm>
            <a:custGeom>
              <a:avLst/>
              <a:gdLst>
                <a:gd name="T0" fmla="*/ 0 w 15"/>
                <a:gd name="T1" fmla="*/ 0 h 2"/>
                <a:gd name="T2" fmla="*/ 9 w 15"/>
                <a:gd name="T3" fmla="*/ 0 h 2"/>
                <a:gd name="T4" fmla="*/ 15 w 15"/>
                <a:gd name="T5" fmla="*/ 0 h 2"/>
                <a:gd name="T6" fmla="*/ 15 w 15"/>
                <a:gd name="T7" fmla="*/ 0 h 2"/>
                <a:gd name="T8" fmla="*/ 9 w 15"/>
                <a:gd name="T9" fmla="*/ 0 h 2"/>
                <a:gd name="T10" fmla="*/ 0 w 15"/>
                <a:gd name="T11" fmla="*/ 0 h 2"/>
                <a:gd name="T12" fmla="*/ 0 w 15"/>
                <a:gd name="T13" fmla="*/ 0 h 2"/>
                <a:gd name="T14" fmla="*/ 0 w 15"/>
                <a:gd name="T15" fmla="*/ 0 h 2"/>
                <a:gd name="T16" fmla="*/ 0 w 15"/>
                <a:gd name="T17" fmla="*/ 0 h 2"/>
                <a:gd name="T18" fmla="*/ 0 w 15"/>
                <a:gd name="T19" fmla="*/ 0 h 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2"/>
                <a:gd name="T32" fmla="*/ 15 w 15"/>
                <a:gd name="T33" fmla="*/ 2 h 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2">
                  <a:moveTo>
                    <a:pt x="0" y="0"/>
                  </a:moveTo>
                  <a:lnTo>
                    <a:pt x="9" y="0"/>
                  </a:lnTo>
                  <a:lnTo>
                    <a:pt x="15" y="0"/>
                  </a:lnTo>
                  <a:lnTo>
                    <a:pt x="9" y="0"/>
                  </a:lnTo>
                  <a:lnTo>
                    <a:pt x="0" y="0"/>
                  </a:lnTo>
                  <a:close/>
                  <a:moveTo>
                    <a:pt x="0" y="0"/>
                  </a:moveTo>
                  <a:lnTo>
                    <a:pt x="0" y="0"/>
                  </a:lnTo>
                  <a:close/>
                </a:path>
              </a:pathLst>
            </a:custGeom>
            <a:solidFill>
              <a:srgbClr val="FFFFFF"/>
            </a:solidFill>
            <a:ln w="9525">
              <a:noFill/>
              <a:round/>
              <a:headEnd/>
              <a:tailEnd/>
            </a:ln>
          </p:spPr>
          <p:txBody>
            <a:bodyPr/>
            <a:lstStyle/>
            <a:p>
              <a:endParaRPr lang="zh-CN" altLang="en-US"/>
            </a:p>
          </p:txBody>
        </p:sp>
        <p:sp>
          <p:nvSpPr>
            <p:cNvPr id="4182" name="Freeform 56"/>
            <p:cNvSpPr>
              <a:spLocks noEditPoints="1"/>
            </p:cNvSpPr>
            <p:nvPr/>
          </p:nvSpPr>
          <p:spPr bwMode="auto">
            <a:xfrm>
              <a:off x="4322" y="276"/>
              <a:ext cx="9" cy="4"/>
            </a:xfrm>
            <a:custGeom>
              <a:avLst/>
              <a:gdLst>
                <a:gd name="T0" fmla="*/ 0 w 9"/>
                <a:gd name="T1" fmla="*/ 0 h 3"/>
                <a:gd name="T2" fmla="*/ 6 w 9"/>
                <a:gd name="T3" fmla="*/ 5 h 3"/>
                <a:gd name="T4" fmla="*/ 9 w 9"/>
                <a:gd name="T5" fmla="*/ 5 h 3"/>
                <a:gd name="T6" fmla="*/ 9 w 9"/>
                <a:gd name="T7" fmla="*/ 5 h 3"/>
                <a:gd name="T8" fmla="*/ 6 w 9"/>
                <a:gd name="T9" fmla="*/ 5 h 3"/>
                <a:gd name="T10" fmla="*/ 0 w 9"/>
                <a:gd name="T11" fmla="*/ 0 h 3"/>
                <a:gd name="T12" fmla="*/ 0 w 9"/>
                <a:gd name="T13" fmla="*/ 0 h 3"/>
                <a:gd name="T14" fmla="*/ 0 w 9"/>
                <a:gd name="T15" fmla="*/ 0 h 3"/>
                <a:gd name="T16" fmla="*/ 0 w 9"/>
                <a:gd name="T17" fmla="*/ 0 h 3"/>
                <a:gd name="T18" fmla="*/ 0 w 9"/>
                <a:gd name="T19" fmla="*/ 0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
                <a:gd name="T31" fmla="*/ 0 h 3"/>
                <a:gd name="T32" fmla="*/ 9 w 9"/>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 h="3">
                  <a:moveTo>
                    <a:pt x="0" y="0"/>
                  </a:moveTo>
                  <a:lnTo>
                    <a:pt x="6" y="3"/>
                  </a:lnTo>
                  <a:lnTo>
                    <a:pt x="9" y="3"/>
                  </a:lnTo>
                  <a:lnTo>
                    <a:pt x="6" y="3"/>
                  </a:lnTo>
                  <a:lnTo>
                    <a:pt x="0" y="0"/>
                  </a:lnTo>
                  <a:close/>
                  <a:moveTo>
                    <a:pt x="0" y="0"/>
                  </a:moveTo>
                  <a:lnTo>
                    <a:pt x="0" y="0"/>
                  </a:lnTo>
                  <a:close/>
                </a:path>
              </a:pathLst>
            </a:custGeom>
            <a:solidFill>
              <a:srgbClr val="FFFFFF"/>
            </a:solidFill>
            <a:ln w="9525">
              <a:noFill/>
              <a:round/>
              <a:headEnd/>
              <a:tailEnd/>
            </a:ln>
          </p:spPr>
          <p:txBody>
            <a:bodyPr/>
            <a:lstStyle/>
            <a:p>
              <a:endParaRPr lang="zh-CN" altLang="en-US"/>
            </a:p>
          </p:txBody>
        </p:sp>
        <p:sp>
          <p:nvSpPr>
            <p:cNvPr id="4183" name="Freeform 57"/>
            <p:cNvSpPr>
              <a:spLocks noEditPoints="1"/>
            </p:cNvSpPr>
            <p:nvPr/>
          </p:nvSpPr>
          <p:spPr bwMode="auto">
            <a:xfrm>
              <a:off x="4331" y="276"/>
              <a:ext cx="1" cy="4"/>
            </a:xfrm>
            <a:custGeom>
              <a:avLst/>
              <a:gdLst>
                <a:gd name="T0" fmla="*/ 0 w 1"/>
                <a:gd name="T1" fmla="*/ 5 h 3"/>
                <a:gd name="T2" fmla="*/ 0 w 1"/>
                <a:gd name="T3" fmla="*/ 5 h 3"/>
                <a:gd name="T4" fmla="*/ 0 w 1"/>
                <a:gd name="T5" fmla="*/ 0 h 3"/>
                <a:gd name="T6" fmla="*/ 0 w 1"/>
                <a:gd name="T7" fmla="*/ 0 h 3"/>
                <a:gd name="T8" fmla="*/ 0 w 1"/>
                <a:gd name="T9" fmla="*/ 5 h 3"/>
                <a:gd name="T10" fmla="*/ 0 w 1"/>
                <a:gd name="T11" fmla="*/ 5 h 3"/>
                <a:gd name="T12" fmla="*/ 0 w 1"/>
                <a:gd name="T13" fmla="*/ 5 h 3"/>
                <a:gd name="T14" fmla="*/ 0 w 1"/>
                <a:gd name="T15" fmla="*/ 5 h 3"/>
                <a:gd name="T16" fmla="*/ 0 w 1"/>
                <a:gd name="T17" fmla="*/ 5 h 3"/>
                <a:gd name="T18" fmla="*/ 0 w 1"/>
                <a:gd name="T19" fmla="*/ 5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
                <a:gd name="T31" fmla="*/ 0 h 3"/>
                <a:gd name="T32" fmla="*/ 1 w 1"/>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 h="3">
                  <a:moveTo>
                    <a:pt x="0" y="3"/>
                  </a:moveTo>
                  <a:lnTo>
                    <a:pt x="0" y="3"/>
                  </a:lnTo>
                  <a:lnTo>
                    <a:pt x="0" y="0"/>
                  </a:lnTo>
                  <a:lnTo>
                    <a:pt x="0" y="3"/>
                  </a:lnTo>
                  <a:close/>
                  <a:moveTo>
                    <a:pt x="0" y="3"/>
                  </a:moveTo>
                  <a:lnTo>
                    <a:pt x="0" y="3"/>
                  </a:lnTo>
                  <a:close/>
                </a:path>
              </a:pathLst>
            </a:custGeom>
            <a:solidFill>
              <a:srgbClr val="FFFFFF"/>
            </a:solidFill>
            <a:ln w="9525">
              <a:noFill/>
              <a:round/>
              <a:headEnd/>
              <a:tailEnd/>
            </a:ln>
          </p:spPr>
          <p:txBody>
            <a:bodyPr/>
            <a:lstStyle/>
            <a:p>
              <a:endParaRPr lang="zh-CN" altLang="en-US"/>
            </a:p>
          </p:txBody>
        </p:sp>
        <p:sp>
          <p:nvSpPr>
            <p:cNvPr id="4184" name="Freeform 58"/>
            <p:cNvSpPr>
              <a:spLocks noEditPoints="1"/>
            </p:cNvSpPr>
            <p:nvPr/>
          </p:nvSpPr>
          <p:spPr bwMode="auto">
            <a:xfrm>
              <a:off x="4331" y="276"/>
              <a:ext cx="9" cy="2"/>
            </a:xfrm>
            <a:custGeom>
              <a:avLst/>
              <a:gdLst>
                <a:gd name="T0" fmla="*/ 0 w 9"/>
                <a:gd name="T1" fmla="*/ 0 h 2"/>
                <a:gd name="T2" fmla="*/ 9 w 9"/>
                <a:gd name="T3" fmla="*/ 0 h 2"/>
                <a:gd name="T4" fmla="*/ 9 w 9"/>
                <a:gd name="T5" fmla="*/ 0 h 2"/>
                <a:gd name="T6" fmla="*/ 0 w 9"/>
                <a:gd name="T7" fmla="*/ 0 h 2"/>
                <a:gd name="T8" fmla="*/ 0 w 9"/>
                <a:gd name="T9" fmla="*/ 0 h 2"/>
                <a:gd name="T10" fmla="*/ 0 w 9"/>
                <a:gd name="T11" fmla="*/ 0 h 2"/>
                <a:gd name="T12" fmla="*/ 0 w 9"/>
                <a:gd name="T13" fmla="*/ 0 h 2"/>
                <a:gd name="T14" fmla="*/ 0 w 9"/>
                <a:gd name="T15" fmla="*/ 0 h 2"/>
                <a:gd name="T16" fmla="*/ 0 60000 65536"/>
                <a:gd name="T17" fmla="*/ 0 60000 65536"/>
                <a:gd name="T18" fmla="*/ 0 60000 65536"/>
                <a:gd name="T19" fmla="*/ 0 60000 65536"/>
                <a:gd name="T20" fmla="*/ 0 60000 65536"/>
                <a:gd name="T21" fmla="*/ 0 60000 65536"/>
                <a:gd name="T22" fmla="*/ 0 60000 65536"/>
                <a:gd name="T23" fmla="*/ 0 60000 65536"/>
                <a:gd name="T24" fmla="*/ 0 w 9"/>
                <a:gd name="T25" fmla="*/ 0 h 2"/>
                <a:gd name="T26" fmla="*/ 9 w 9"/>
                <a:gd name="T27" fmla="*/ 2 h 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 h="2">
                  <a:moveTo>
                    <a:pt x="0" y="0"/>
                  </a:moveTo>
                  <a:lnTo>
                    <a:pt x="9" y="0"/>
                  </a:lnTo>
                  <a:lnTo>
                    <a:pt x="0" y="0"/>
                  </a:lnTo>
                  <a:close/>
                  <a:moveTo>
                    <a:pt x="0" y="0"/>
                  </a:moveTo>
                  <a:lnTo>
                    <a:pt x="0" y="0"/>
                  </a:lnTo>
                  <a:close/>
                </a:path>
              </a:pathLst>
            </a:custGeom>
            <a:solidFill>
              <a:srgbClr val="FFFFFF"/>
            </a:solidFill>
            <a:ln w="9525">
              <a:noFill/>
              <a:round/>
              <a:headEnd/>
              <a:tailEnd/>
            </a:ln>
          </p:spPr>
          <p:txBody>
            <a:bodyPr/>
            <a:lstStyle/>
            <a:p>
              <a:endParaRPr lang="zh-CN" altLang="en-US"/>
            </a:p>
          </p:txBody>
        </p:sp>
        <p:sp>
          <p:nvSpPr>
            <p:cNvPr id="4185" name="Freeform 59"/>
            <p:cNvSpPr>
              <a:spLocks noEditPoints="1"/>
            </p:cNvSpPr>
            <p:nvPr/>
          </p:nvSpPr>
          <p:spPr bwMode="auto">
            <a:xfrm>
              <a:off x="4340" y="276"/>
              <a:ext cx="9" cy="26"/>
            </a:xfrm>
            <a:custGeom>
              <a:avLst/>
              <a:gdLst>
                <a:gd name="T0" fmla="*/ 0 w 9"/>
                <a:gd name="T1" fmla="*/ 0 h 21"/>
                <a:gd name="T2" fmla="*/ 6 w 9"/>
                <a:gd name="T3" fmla="*/ 19 h 21"/>
                <a:gd name="T4" fmla="*/ 9 w 9"/>
                <a:gd name="T5" fmla="*/ 32 h 21"/>
                <a:gd name="T6" fmla="*/ 9 w 9"/>
                <a:gd name="T7" fmla="*/ 32 h 21"/>
                <a:gd name="T8" fmla="*/ 6 w 9"/>
                <a:gd name="T9" fmla="*/ 19 h 21"/>
                <a:gd name="T10" fmla="*/ 0 w 9"/>
                <a:gd name="T11" fmla="*/ 0 h 21"/>
                <a:gd name="T12" fmla="*/ 0 w 9"/>
                <a:gd name="T13" fmla="*/ 0 h 21"/>
                <a:gd name="T14" fmla="*/ 0 w 9"/>
                <a:gd name="T15" fmla="*/ 0 h 21"/>
                <a:gd name="T16" fmla="*/ 0 w 9"/>
                <a:gd name="T17" fmla="*/ 0 h 21"/>
                <a:gd name="T18" fmla="*/ 0 w 9"/>
                <a:gd name="T19" fmla="*/ 0 h 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
                <a:gd name="T31" fmla="*/ 0 h 21"/>
                <a:gd name="T32" fmla="*/ 9 w 9"/>
                <a:gd name="T33" fmla="*/ 21 h 2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 h="21">
                  <a:moveTo>
                    <a:pt x="0" y="0"/>
                  </a:moveTo>
                  <a:lnTo>
                    <a:pt x="6" y="12"/>
                  </a:lnTo>
                  <a:lnTo>
                    <a:pt x="9" y="21"/>
                  </a:lnTo>
                  <a:lnTo>
                    <a:pt x="6" y="12"/>
                  </a:lnTo>
                  <a:lnTo>
                    <a:pt x="0" y="0"/>
                  </a:lnTo>
                  <a:close/>
                  <a:moveTo>
                    <a:pt x="0" y="0"/>
                  </a:moveTo>
                  <a:lnTo>
                    <a:pt x="0" y="0"/>
                  </a:lnTo>
                  <a:close/>
                </a:path>
              </a:pathLst>
            </a:custGeom>
            <a:solidFill>
              <a:srgbClr val="FFFFFF"/>
            </a:solidFill>
            <a:ln w="9525">
              <a:noFill/>
              <a:round/>
              <a:headEnd/>
              <a:tailEnd/>
            </a:ln>
          </p:spPr>
          <p:txBody>
            <a:bodyPr/>
            <a:lstStyle/>
            <a:p>
              <a:endParaRPr lang="zh-CN" altLang="en-US"/>
            </a:p>
          </p:txBody>
        </p:sp>
        <p:sp>
          <p:nvSpPr>
            <p:cNvPr id="4186" name="Freeform 60"/>
            <p:cNvSpPr>
              <a:spLocks noEditPoints="1"/>
            </p:cNvSpPr>
            <p:nvPr/>
          </p:nvSpPr>
          <p:spPr bwMode="auto">
            <a:xfrm>
              <a:off x="4349" y="302"/>
              <a:ext cx="3" cy="41"/>
            </a:xfrm>
            <a:custGeom>
              <a:avLst/>
              <a:gdLst>
                <a:gd name="T0" fmla="*/ 0 w 3"/>
                <a:gd name="T1" fmla="*/ 0 h 33"/>
                <a:gd name="T2" fmla="*/ 3 w 3"/>
                <a:gd name="T3" fmla="*/ 14 h 33"/>
                <a:gd name="T4" fmla="*/ 3 w 3"/>
                <a:gd name="T5" fmla="*/ 27 h 33"/>
                <a:gd name="T6" fmla="*/ 3 w 3"/>
                <a:gd name="T7" fmla="*/ 51 h 33"/>
                <a:gd name="T8" fmla="*/ 3 w 3"/>
                <a:gd name="T9" fmla="*/ 51 h 33"/>
                <a:gd name="T10" fmla="*/ 3 w 3"/>
                <a:gd name="T11" fmla="*/ 27 h 33"/>
                <a:gd name="T12" fmla="*/ 3 w 3"/>
                <a:gd name="T13" fmla="*/ 14 h 33"/>
                <a:gd name="T14" fmla="*/ 0 w 3"/>
                <a:gd name="T15" fmla="*/ 0 h 33"/>
                <a:gd name="T16" fmla="*/ 0 w 3"/>
                <a:gd name="T17" fmla="*/ 0 h 33"/>
                <a:gd name="T18" fmla="*/ 0 w 3"/>
                <a:gd name="T19" fmla="*/ 0 h 33"/>
                <a:gd name="T20" fmla="*/ 0 w 3"/>
                <a:gd name="T21" fmla="*/ 0 h 33"/>
                <a:gd name="T22" fmla="*/ 0 w 3"/>
                <a:gd name="T23" fmla="*/ 0 h 3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
                <a:gd name="T37" fmla="*/ 0 h 33"/>
                <a:gd name="T38" fmla="*/ 3 w 3"/>
                <a:gd name="T39" fmla="*/ 33 h 3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 h="33">
                  <a:moveTo>
                    <a:pt x="0" y="0"/>
                  </a:moveTo>
                  <a:lnTo>
                    <a:pt x="3" y="9"/>
                  </a:lnTo>
                  <a:lnTo>
                    <a:pt x="3" y="18"/>
                  </a:lnTo>
                  <a:lnTo>
                    <a:pt x="3" y="33"/>
                  </a:lnTo>
                  <a:lnTo>
                    <a:pt x="3" y="18"/>
                  </a:lnTo>
                  <a:lnTo>
                    <a:pt x="3" y="9"/>
                  </a:lnTo>
                  <a:lnTo>
                    <a:pt x="0" y="0"/>
                  </a:lnTo>
                  <a:close/>
                  <a:moveTo>
                    <a:pt x="0" y="0"/>
                  </a:moveTo>
                  <a:lnTo>
                    <a:pt x="0" y="0"/>
                  </a:lnTo>
                  <a:close/>
                </a:path>
              </a:pathLst>
            </a:custGeom>
            <a:solidFill>
              <a:srgbClr val="FFFFFF"/>
            </a:solidFill>
            <a:ln w="9525">
              <a:noFill/>
              <a:round/>
              <a:headEnd/>
              <a:tailEnd/>
            </a:ln>
          </p:spPr>
          <p:txBody>
            <a:bodyPr/>
            <a:lstStyle/>
            <a:p>
              <a:endParaRPr lang="zh-CN" altLang="en-US"/>
            </a:p>
          </p:txBody>
        </p:sp>
        <p:sp>
          <p:nvSpPr>
            <p:cNvPr id="4187" name="Freeform 61"/>
            <p:cNvSpPr>
              <a:spLocks noEditPoints="1"/>
            </p:cNvSpPr>
            <p:nvPr/>
          </p:nvSpPr>
          <p:spPr bwMode="auto">
            <a:xfrm>
              <a:off x="4352" y="343"/>
              <a:ext cx="1" cy="22"/>
            </a:xfrm>
            <a:custGeom>
              <a:avLst/>
              <a:gdLst>
                <a:gd name="T0" fmla="*/ 0 w 1"/>
                <a:gd name="T1" fmla="*/ 0 h 18"/>
                <a:gd name="T2" fmla="*/ 0 w 1"/>
                <a:gd name="T3" fmla="*/ 27 h 18"/>
                <a:gd name="T4" fmla="*/ 0 w 1"/>
                <a:gd name="T5" fmla="*/ 27 h 18"/>
                <a:gd name="T6" fmla="*/ 0 w 1"/>
                <a:gd name="T7" fmla="*/ 0 h 18"/>
                <a:gd name="T8" fmla="*/ 0 w 1"/>
                <a:gd name="T9" fmla="*/ 0 h 18"/>
                <a:gd name="T10" fmla="*/ 0 w 1"/>
                <a:gd name="T11" fmla="*/ 0 h 18"/>
                <a:gd name="T12" fmla="*/ 0 w 1"/>
                <a:gd name="T13" fmla="*/ 0 h 18"/>
                <a:gd name="T14" fmla="*/ 0 w 1"/>
                <a:gd name="T15" fmla="*/ 0 h 18"/>
                <a:gd name="T16" fmla="*/ 0 60000 65536"/>
                <a:gd name="T17" fmla="*/ 0 60000 65536"/>
                <a:gd name="T18" fmla="*/ 0 60000 65536"/>
                <a:gd name="T19" fmla="*/ 0 60000 65536"/>
                <a:gd name="T20" fmla="*/ 0 60000 65536"/>
                <a:gd name="T21" fmla="*/ 0 60000 65536"/>
                <a:gd name="T22" fmla="*/ 0 60000 65536"/>
                <a:gd name="T23" fmla="*/ 0 60000 65536"/>
                <a:gd name="T24" fmla="*/ 0 w 1"/>
                <a:gd name="T25" fmla="*/ 0 h 18"/>
                <a:gd name="T26" fmla="*/ 1 w 1"/>
                <a:gd name="T27" fmla="*/ 18 h 1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 h="18">
                  <a:moveTo>
                    <a:pt x="0" y="0"/>
                  </a:moveTo>
                  <a:lnTo>
                    <a:pt x="0" y="18"/>
                  </a:lnTo>
                  <a:lnTo>
                    <a:pt x="0" y="0"/>
                  </a:lnTo>
                  <a:close/>
                  <a:moveTo>
                    <a:pt x="0" y="0"/>
                  </a:moveTo>
                  <a:lnTo>
                    <a:pt x="0" y="0"/>
                  </a:lnTo>
                  <a:close/>
                </a:path>
              </a:pathLst>
            </a:custGeom>
            <a:solidFill>
              <a:srgbClr val="FFFFFF"/>
            </a:solidFill>
            <a:ln w="9525">
              <a:noFill/>
              <a:round/>
              <a:headEnd/>
              <a:tailEnd/>
            </a:ln>
          </p:spPr>
          <p:txBody>
            <a:bodyPr/>
            <a:lstStyle/>
            <a:p>
              <a:endParaRPr lang="zh-CN" altLang="en-US"/>
            </a:p>
          </p:txBody>
        </p:sp>
        <p:sp>
          <p:nvSpPr>
            <p:cNvPr id="4188" name="Freeform 62"/>
            <p:cNvSpPr>
              <a:spLocks noEditPoints="1"/>
            </p:cNvSpPr>
            <p:nvPr/>
          </p:nvSpPr>
          <p:spPr bwMode="auto">
            <a:xfrm>
              <a:off x="4352" y="365"/>
              <a:ext cx="3" cy="26"/>
            </a:xfrm>
            <a:custGeom>
              <a:avLst/>
              <a:gdLst>
                <a:gd name="T0" fmla="*/ 0 w 3"/>
                <a:gd name="T1" fmla="*/ 0 h 21"/>
                <a:gd name="T2" fmla="*/ 3 w 3"/>
                <a:gd name="T3" fmla="*/ 19 h 21"/>
                <a:gd name="T4" fmla="*/ 3 w 3"/>
                <a:gd name="T5" fmla="*/ 32 h 21"/>
                <a:gd name="T6" fmla="*/ 3 w 3"/>
                <a:gd name="T7" fmla="*/ 32 h 21"/>
                <a:gd name="T8" fmla="*/ 3 w 3"/>
                <a:gd name="T9" fmla="*/ 19 h 21"/>
                <a:gd name="T10" fmla="*/ 0 w 3"/>
                <a:gd name="T11" fmla="*/ 0 h 21"/>
                <a:gd name="T12" fmla="*/ 0 w 3"/>
                <a:gd name="T13" fmla="*/ 0 h 21"/>
                <a:gd name="T14" fmla="*/ 0 w 3"/>
                <a:gd name="T15" fmla="*/ 0 h 21"/>
                <a:gd name="T16" fmla="*/ 0 w 3"/>
                <a:gd name="T17" fmla="*/ 0 h 21"/>
                <a:gd name="T18" fmla="*/ 0 w 3"/>
                <a:gd name="T19" fmla="*/ 0 h 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21"/>
                <a:gd name="T32" fmla="*/ 3 w 3"/>
                <a:gd name="T33" fmla="*/ 21 h 2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21">
                  <a:moveTo>
                    <a:pt x="0" y="0"/>
                  </a:moveTo>
                  <a:lnTo>
                    <a:pt x="3" y="12"/>
                  </a:lnTo>
                  <a:lnTo>
                    <a:pt x="3" y="21"/>
                  </a:lnTo>
                  <a:lnTo>
                    <a:pt x="3" y="12"/>
                  </a:lnTo>
                  <a:lnTo>
                    <a:pt x="0" y="0"/>
                  </a:lnTo>
                  <a:close/>
                  <a:moveTo>
                    <a:pt x="0" y="0"/>
                  </a:moveTo>
                  <a:lnTo>
                    <a:pt x="0" y="0"/>
                  </a:lnTo>
                  <a:close/>
                </a:path>
              </a:pathLst>
            </a:custGeom>
            <a:solidFill>
              <a:srgbClr val="FFFFFF"/>
            </a:solidFill>
            <a:ln w="9525">
              <a:noFill/>
              <a:round/>
              <a:headEnd/>
              <a:tailEnd/>
            </a:ln>
          </p:spPr>
          <p:txBody>
            <a:bodyPr/>
            <a:lstStyle/>
            <a:p>
              <a:endParaRPr lang="zh-CN" altLang="en-US"/>
            </a:p>
          </p:txBody>
        </p:sp>
        <p:sp>
          <p:nvSpPr>
            <p:cNvPr id="4189" name="Freeform 63"/>
            <p:cNvSpPr>
              <a:spLocks noEditPoints="1"/>
            </p:cNvSpPr>
            <p:nvPr/>
          </p:nvSpPr>
          <p:spPr bwMode="auto">
            <a:xfrm>
              <a:off x="4349" y="387"/>
              <a:ext cx="6" cy="4"/>
            </a:xfrm>
            <a:custGeom>
              <a:avLst/>
              <a:gdLst>
                <a:gd name="T0" fmla="*/ 6 w 6"/>
                <a:gd name="T1" fmla="*/ 5 h 3"/>
                <a:gd name="T2" fmla="*/ 3 w 6"/>
                <a:gd name="T3" fmla="*/ 5 h 3"/>
                <a:gd name="T4" fmla="*/ 0 w 6"/>
                <a:gd name="T5" fmla="*/ 0 h 3"/>
                <a:gd name="T6" fmla="*/ 0 w 6"/>
                <a:gd name="T7" fmla="*/ 0 h 3"/>
                <a:gd name="T8" fmla="*/ 3 w 6"/>
                <a:gd name="T9" fmla="*/ 5 h 3"/>
                <a:gd name="T10" fmla="*/ 6 w 6"/>
                <a:gd name="T11" fmla="*/ 5 h 3"/>
                <a:gd name="T12" fmla="*/ 6 w 6"/>
                <a:gd name="T13" fmla="*/ 5 h 3"/>
                <a:gd name="T14" fmla="*/ 6 w 6"/>
                <a:gd name="T15" fmla="*/ 5 h 3"/>
                <a:gd name="T16" fmla="*/ 6 w 6"/>
                <a:gd name="T17" fmla="*/ 5 h 3"/>
                <a:gd name="T18" fmla="*/ 6 w 6"/>
                <a:gd name="T19" fmla="*/ 5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3"/>
                <a:gd name="T32" fmla="*/ 6 w 6"/>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3">
                  <a:moveTo>
                    <a:pt x="6" y="3"/>
                  </a:moveTo>
                  <a:lnTo>
                    <a:pt x="3" y="3"/>
                  </a:lnTo>
                  <a:lnTo>
                    <a:pt x="0" y="0"/>
                  </a:lnTo>
                  <a:lnTo>
                    <a:pt x="3" y="3"/>
                  </a:lnTo>
                  <a:lnTo>
                    <a:pt x="6" y="3"/>
                  </a:lnTo>
                  <a:close/>
                  <a:moveTo>
                    <a:pt x="6" y="3"/>
                  </a:moveTo>
                  <a:lnTo>
                    <a:pt x="6" y="3"/>
                  </a:lnTo>
                  <a:close/>
                </a:path>
              </a:pathLst>
            </a:custGeom>
            <a:solidFill>
              <a:srgbClr val="FFFFFF"/>
            </a:solidFill>
            <a:ln w="9525">
              <a:noFill/>
              <a:round/>
              <a:headEnd/>
              <a:tailEnd/>
            </a:ln>
          </p:spPr>
          <p:txBody>
            <a:bodyPr/>
            <a:lstStyle/>
            <a:p>
              <a:endParaRPr lang="zh-CN" altLang="en-US"/>
            </a:p>
          </p:txBody>
        </p:sp>
        <p:sp>
          <p:nvSpPr>
            <p:cNvPr id="4190" name="Freeform 64"/>
            <p:cNvSpPr>
              <a:spLocks noEditPoints="1"/>
            </p:cNvSpPr>
            <p:nvPr/>
          </p:nvSpPr>
          <p:spPr bwMode="auto">
            <a:xfrm>
              <a:off x="4343" y="365"/>
              <a:ext cx="6" cy="22"/>
            </a:xfrm>
            <a:custGeom>
              <a:avLst/>
              <a:gdLst>
                <a:gd name="T0" fmla="*/ 6 w 6"/>
                <a:gd name="T1" fmla="*/ 27 h 18"/>
                <a:gd name="T2" fmla="*/ 3 w 6"/>
                <a:gd name="T3" fmla="*/ 13 h 18"/>
                <a:gd name="T4" fmla="*/ 0 w 6"/>
                <a:gd name="T5" fmla="*/ 0 h 18"/>
                <a:gd name="T6" fmla="*/ 0 w 6"/>
                <a:gd name="T7" fmla="*/ 0 h 18"/>
                <a:gd name="T8" fmla="*/ 3 w 6"/>
                <a:gd name="T9" fmla="*/ 13 h 18"/>
                <a:gd name="T10" fmla="*/ 6 w 6"/>
                <a:gd name="T11" fmla="*/ 27 h 18"/>
                <a:gd name="T12" fmla="*/ 6 w 6"/>
                <a:gd name="T13" fmla="*/ 27 h 18"/>
                <a:gd name="T14" fmla="*/ 6 w 6"/>
                <a:gd name="T15" fmla="*/ 27 h 18"/>
                <a:gd name="T16" fmla="*/ 6 w 6"/>
                <a:gd name="T17" fmla="*/ 27 h 18"/>
                <a:gd name="T18" fmla="*/ 6 w 6"/>
                <a:gd name="T19" fmla="*/ 27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18"/>
                <a:gd name="T32" fmla="*/ 6 w 6"/>
                <a:gd name="T33" fmla="*/ 18 h 1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18">
                  <a:moveTo>
                    <a:pt x="6" y="18"/>
                  </a:moveTo>
                  <a:lnTo>
                    <a:pt x="3" y="9"/>
                  </a:lnTo>
                  <a:lnTo>
                    <a:pt x="0" y="0"/>
                  </a:lnTo>
                  <a:lnTo>
                    <a:pt x="3" y="9"/>
                  </a:lnTo>
                  <a:lnTo>
                    <a:pt x="6" y="18"/>
                  </a:lnTo>
                  <a:close/>
                  <a:moveTo>
                    <a:pt x="6" y="18"/>
                  </a:moveTo>
                  <a:lnTo>
                    <a:pt x="6" y="18"/>
                  </a:lnTo>
                  <a:close/>
                </a:path>
              </a:pathLst>
            </a:custGeom>
            <a:solidFill>
              <a:srgbClr val="FFFFFF"/>
            </a:solidFill>
            <a:ln w="9525">
              <a:noFill/>
              <a:round/>
              <a:headEnd/>
              <a:tailEnd/>
            </a:ln>
          </p:spPr>
          <p:txBody>
            <a:bodyPr/>
            <a:lstStyle/>
            <a:p>
              <a:endParaRPr lang="zh-CN" altLang="en-US"/>
            </a:p>
          </p:txBody>
        </p:sp>
        <p:sp>
          <p:nvSpPr>
            <p:cNvPr id="4191" name="Freeform 65"/>
            <p:cNvSpPr>
              <a:spLocks noEditPoints="1"/>
            </p:cNvSpPr>
            <p:nvPr/>
          </p:nvSpPr>
          <p:spPr bwMode="auto">
            <a:xfrm>
              <a:off x="4343" y="321"/>
              <a:ext cx="6" cy="44"/>
            </a:xfrm>
            <a:custGeom>
              <a:avLst/>
              <a:gdLst>
                <a:gd name="T0" fmla="*/ 0 w 6"/>
                <a:gd name="T1" fmla="*/ 54 h 36"/>
                <a:gd name="T2" fmla="*/ 6 w 6"/>
                <a:gd name="T3" fmla="*/ 40 h 36"/>
                <a:gd name="T4" fmla="*/ 6 w 6"/>
                <a:gd name="T5" fmla="*/ 27 h 36"/>
                <a:gd name="T6" fmla="*/ 6 w 6"/>
                <a:gd name="T7" fmla="*/ 0 h 36"/>
                <a:gd name="T8" fmla="*/ 6 w 6"/>
                <a:gd name="T9" fmla="*/ 0 h 36"/>
                <a:gd name="T10" fmla="*/ 6 w 6"/>
                <a:gd name="T11" fmla="*/ 27 h 36"/>
                <a:gd name="T12" fmla="*/ 6 w 6"/>
                <a:gd name="T13" fmla="*/ 40 h 36"/>
                <a:gd name="T14" fmla="*/ 0 w 6"/>
                <a:gd name="T15" fmla="*/ 54 h 36"/>
                <a:gd name="T16" fmla="*/ 0 w 6"/>
                <a:gd name="T17" fmla="*/ 54 h 36"/>
                <a:gd name="T18" fmla="*/ 0 w 6"/>
                <a:gd name="T19" fmla="*/ 54 h 36"/>
                <a:gd name="T20" fmla="*/ 0 w 6"/>
                <a:gd name="T21" fmla="*/ 54 h 36"/>
                <a:gd name="T22" fmla="*/ 0 w 6"/>
                <a:gd name="T23" fmla="*/ 54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
                <a:gd name="T37" fmla="*/ 0 h 36"/>
                <a:gd name="T38" fmla="*/ 6 w 6"/>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 h="36">
                  <a:moveTo>
                    <a:pt x="0" y="36"/>
                  </a:moveTo>
                  <a:lnTo>
                    <a:pt x="6" y="27"/>
                  </a:lnTo>
                  <a:lnTo>
                    <a:pt x="6" y="18"/>
                  </a:lnTo>
                  <a:lnTo>
                    <a:pt x="6" y="0"/>
                  </a:lnTo>
                  <a:lnTo>
                    <a:pt x="6" y="18"/>
                  </a:lnTo>
                  <a:lnTo>
                    <a:pt x="6" y="27"/>
                  </a:lnTo>
                  <a:lnTo>
                    <a:pt x="0" y="36"/>
                  </a:lnTo>
                  <a:close/>
                  <a:moveTo>
                    <a:pt x="0" y="36"/>
                  </a:moveTo>
                  <a:lnTo>
                    <a:pt x="0" y="36"/>
                  </a:lnTo>
                  <a:close/>
                </a:path>
              </a:pathLst>
            </a:custGeom>
            <a:solidFill>
              <a:srgbClr val="FFFFFF"/>
            </a:solidFill>
            <a:ln w="9525">
              <a:noFill/>
              <a:round/>
              <a:headEnd/>
              <a:tailEnd/>
            </a:ln>
          </p:spPr>
          <p:txBody>
            <a:bodyPr/>
            <a:lstStyle/>
            <a:p>
              <a:endParaRPr lang="zh-CN" altLang="en-US"/>
            </a:p>
          </p:txBody>
        </p:sp>
        <p:sp>
          <p:nvSpPr>
            <p:cNvPr id="4192" name="Freeform 66"/>
            <p:cNvSpPr>
              <a:spLocks noEditPoints="1"/>
            </p:cNvSpPr>
            <p:nvPr/>
          </p:nvSpPr>
          <p:spPr bwMode="auto">
            <a:xfrm>
              <a:off x="4340" y="295"/>
              <a:ext cx="9" cy="26"/>
            </a:xfrm>
            <a:custGeom>
              <a:avLst/>
              <a:gdLst>
                <a:gd name="T0" fmla="*/ 9 w 9"/>
                <a:gd name="T1" fmla="*/ 32 h 21"/>
                <a:gd name="T2" fmla="*/ 6 w 9"/>
                <a:gd name="T3" fmla="*/ 14 h 21"/>
                <a:gd name="T4" fmla="*/ 0 w 9"/>
                <a:gd name="T5" fmla="*/ 0 h 21"/>
                <a:gd name="T6" fmla="*/ 0 w 9"/>
                <a:gd name="T7" fmla="*/ 0 h 21"/>
                <a:gd name="T8" fmla="*/ 6 w 9"/>
                <a:gd name="T9" fmla="*/ 14 h 21"/>
                <a:gd name="T10" fmla="*/ 9 w 9"/>
                <a:gd name="T11" fmla="*/ 32 h 21"/>
                <a:gd name="T12" fmla="*/ 9 w 9"/>
                <a:gd name="T13" fmla="*/ 32 h 21"/>
                <a:gd name="T14" fmla="*/ 9 w 9"/>
                <a:gd name="T15" fmla="*/ 32 h 21"/>
                <a:gd name="T16" fmla="*/ 9 w 9"/>
                <a:gd name="T17" fmla="*/ 32 h 21"/>
                <a:gd name="T18" fmla="*/ 9 w 9"/>
                <a:gd name="T19" fmla="*/ 32 h 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
                <a:gd name="T31" fmla="*/ 0 h 21"/>
                <a:gd name="T32" fmla="*/ 9 w 9"/>
                <a:gd name="T33" fmla="*/ 21 h 2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 h="21">
                  <a:moveTo>
                    <a:pt x="9" y="21"/>
                  </a:moveTo>
                  <a:lnTo>
                    <a:pt x="6" y="9"/>
                  </a:lnTo>
                  <a:lnTo>
                    <a:pt x="0" y="0"/>
                  </a:lnTo>
                  <a:lnTo>
                    <a:pt x="6" y="9"/>
                  </a:lnTo>
                  <a:lnTo>
                    <a:pt x="9" y="21"/>
                  </a:lnTo>
                  <a:close/>
                  <a:moveTo>
                    <a:pt x="9" y="21"/>
                  </a:moveTo>
                  <a:lnTo>
                    <a:pt x="9" y="21"/>
                  </a:lnTo>
                  <a:close/>
                </a:path>
              </a:pathLst>
            </a:custGeom>
            <a:solidFill>
              <a:srgbClr val="FFFFFF"/>
            </a:solidFill>
            <a:ln w="9525">
              <a:noFill/>
              <a:round/>
              <a:headEnd/>
              <a:tailEnd/>
            </a:ln>
          </p:spPr>
          <p:txBody>
            <a:bodyPr/>
            <a:lstStyle/>
            <a:p>
              <a:endParaRPr lang="zh-CN" altLang="en-US"/>
            </a:p>
          </p:txBody>
        </p:sp>
        <p:sp>
          <p:nvSpPr>
            <p:cNvPr id="4193" name="Freeform 67"/>
            <p:cNvSpPr>
              <a:spLocks noEditPoints="1"/>
            </p:cNvSpPr>
            <p:nvPr/>
          </p:nvSpPr>
          <p:spPr bwMode="auto">
            <a:xfrm>
              <a:off x="4337" y="295"/>
              <a:ext cx="3" cy="33"/>
            </a:xfrm>
            <a:custGeom>
              <a:avLst/>
              <a:gdLst>
                <a:gd name="T0" fmla="*/ 3 w 3"/>
                <a:gd name="T1" fmla="*/ 0 h 27"/>
                <a:gd name="T2" fmla="*/ 3 w 3"/>
                <a:gd name="T3" fmla="*/ 22 h 27"/>
                <a:gd name="T4" fmla="*/ 0 w 3"/>
                <a:gd name="T5" fmla="*/ 40 h 27"/>
                <a:gd name="T6" fmla="*/ 0 w 3"/>
                <a:gd name="T7" fmla="*/ 40 h 27"/>
                <a:gd name="T8" fmla="*/ 3 w 3"/>
                <a:gd name="T9" fmla="*/ 22 h 27"/>
                <a:gd name="T10" fmla="*/ 3 w 3"/>
                <a:gd name="T11" fmla="*/ 0 h 27"/>
                <a:gd name="T12" fmla="*/ 3 w 3"/>
                <a:gd name="T13" fmla="*/ 0 h 27"/>
                <a:gd name="T14" fmla="*/ 3 w 3"/>
                <a:gd name="T15" fmla="*/ 0 h 27"/>
                <a:gd name="T16" fmla="*/ 3 w 3"/>
                <a:gd name="T17" fmla="*/ 0 h 27"/>
                <a:gd name="T18" fmla="*/ 3 w 3"/>
                <a:gd name="T19" fmla="*/ 0 h 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27"/>
                <a:gd name="T32" fmla="*/ 3 w 3"/>
                <a:gd name="T33" fmla="*/ 27 h 2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27">
                  <a:moveTo>
                    <a:pt x="3" y="0"/>
                  </a:moveTo>
                  <a:lnTo>
                    <a:pt x="3" y="15"/>
                  </a:lnTo>
                  <a:lnTo>
                    <a:pt x="0" y="27"/>
                  </a:lnTo>
                  <a:lnTo>
                    <a:pt x="3" y="15"/>
                  </a:lnTo>
                  <a:lnTo>
                    <a:pt x="3" y="0"/>
                  </a:lnTo>
                  <a:close/>
                  <a:moveTo>
                    <a:pt x="3" y="0"/>
                  </a:moveTo>
                  <a:lnTo>
                    <a:pt x="3" y="0"/>
                  </a:lnTo>
                  <a:close/>
                </a:path>
              </a:pathLst>
            </a:custGeom>
            <a:solidFill>
              <a:srgbClr val="FFFFFF"/>
            </a:solidFill>
            <a:ln w="9525">
              <a:noFill/>
              <a:round/>
              <a:headEnd/>
              <a:tailEnd/>
            </a:ln>
          </p:spPr>
          <p:txBody>
            <a:bodyPr/>
            <a:lstStyle/>
            <a:p>
              <a:endParaRPr lang="zh-CN" altLang="en-US"/>
            </a:p>
          </p:txBody>
        </p:sp>
        <p:sp>
          <p:nvSpPr>
            <p:cNvPr id="4194" name="Freeform 68"/>
            <p:cNvSpPr>
              <a:spLocks/>
            </p:cNvSpPr>
            <p:nvPr/>
          </p:nvSpPr>
          <p:spPr bwMode="auto">
            <a:xfrm>
              <a:off x="4337" y="328"/>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FFFFF"/>
            </a:solidFill>
            <a:ln w="9525">
              <a:noFill/>
              <a:round/>
              <a:headEnd/>
              <a:tailEnd/>
            </a:ln>
          </p:spPr>
          <p:txBody>
            <a:bodyPr/>
            <a:lstStyle/>
            <a:p>
              <a:endParaRPr lang="zh-CN" altLang="en-US"/>
            </a:p>
          </p:txBody>
        </p:sp>
        <p:sp>
          <p:nvSpPr>
            <p:cNvPr id="4195" name="Freeform 69"/>
            <p:cNvSpPr>
              <a:spLocks/>
            </p:cNvSpPr>
            <p:nvPr/>
          </p:nvSpPr>
          <p:spPr bwMode="auto">
            <a:xfrm>
              <a:off x="4292" y="210"/>
              <a:ext cx="60" cy="59"/>
            </a:xfrm>
            <a:custGeom>
              <a:avLst/>
              <a:gdLst>
                <a:gd name="T0" fmla="*/ 45 w 60"/>
                <a:gd name="T1" fmla="*/ 32 h 48"/>
                <a:gd name="T2" fmla="*/ 45 w 60"/>
                <a:gd name="T3" fmla="*/ 45 h 48"/>
                <a:gd name="T4" fmla="*/ 48 w 60"/>
                <a:gd name="T5" fmla="*/ 50 h 48"/>
                <a:gd name="T6" fmla="*/ 54 w 60"/>
                <a:gd name="T7" fmla="*/ 45 h 48"/>
                <a:gd name="T8" fmla="*/ 57 w 60"/>
                <a:gd name="T9" fmla="*/ 41 h 48"/>
                <a:gd name="T10" fmla="*/ 60 w 60"/>
                <a:gd name="T11" fmla="*/ 45 h 48"/>
                <a:gd name="T12" fmla="*/ 57 w 60"/>
                <a:gd name="T13" fmla="*/ 45 h 48"/>
                <a:gd name="T14" fmla="*/ 51 w 60"/>
                <a:gd name="T15" fmla="*/ 50 h 48"/>
                <a:gd name="T16" fmla="*/ 48 w 60"/>
                <a:gd name="T17" fmla="*/ 54 h 48"/>
                <a:gd name="T18" fmla="*/ 45 w 60"/>
                <a:gd name="T19" fmla="*/ 54 h 48"/>
                <a:gd name="T20" fmla="*/ 42 w 60"/>
                <a:gd name="T21" fmla="*/ 64 h 48"/>
                <a:gd name="T22" fmla="*/ 36 w 60"/>
                <a:gd name="T23" fmla="*/ 68 h 48"/>
                <a:gd name="T24" fmla="*/ 33 w 60"/>
                <a:gd name="T25" fmla="*/ 73 h 48"/>
                <a:gd name="T26" fmla="*/ 30 w 60"/>
                <a:gd name="T27" fmla="*/ 73 h 48"/>
                <a:gd name="T28" fmla="*/ 24 w 60"/>
                <a:gd name="T29" fmla="*/ 73 h 48"/>
                <a:gd name="T30" fmla="*/ 18 w 60"/>
                <a:gd name="T31" fmla="*/ 73 h 48"/>
                <a:gd name="T32" fmla="*/ 15 w 60"/>
                <a:gd name="T33" fmla="*/ 73 h 48"/>
                <a:gd name="T34" fmla="*/ 9 w 60"/>
                <a:gd name="T35" fmla="*/ 68 h 48"/>
                <a:gd name="T36" fmla="*/ 3 w 60"/>
                <a:gd name="T37" fmla="*/ 59 h 48"/>
                <a:gd name="T38" fmla="*/ 0 w 60"/>
                <a:gd name="T39" fmla="*/ 50 h 48"/>
                <a:gd name="T40" fmla="*/ 0 w 60"/>
                <a:gd name="T41" fmla="*/ 32 h 48"/>
                <a:gd name="T42" fmla="*/ 0 w 60"/>
                <a:gd name="T43" fmla="*/ 18 h 48"/>
                <a:gd name="T44" fmla="*/ 9 w 60"/>
                <a:gd name="T45" fmla="*/ 5 h 48"/>
                <a:gd name="T46" fmla="*/ 18 w 60"/>
                <a:gd name="T47" fmla="*/ 0 h 48"/>
                <a:gd name="T48" fmla="*/ 30 w 60"/>
                <a:gd name="T49" fmla="*/ 0 h 48"/>
                <a:gd name="T50" fmla="*/ 42 w 60"/>
                <a:gd name="T51" fmla="*/ 14 h 48"/>
                <a:gd name="T52" fmla="*/ 45 w 60"/>
                <a:gd name="T53" fmla="*/ 32 h 48"/>
                <a:gd name="T54" fmla="*/ 45 w 60"/>
                <a:gd name="T55" fmla="*/ 32 h 4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0"/>
                <a:gd name="T85" fmla="*/ 0 h 48"/>
                <a:gd name="T86" fmla="*/ 60 w 60"/>
                <a:gd name="T87" fmla="*/ 48 h 4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0" h="48">
                  <a:moveTo>
                    <a:pt x="45" y="21"/>
                  </a:moveTo>
                  <a:lnTo>
                    <a:pt x="45" y="30"/>
                  </a:lnTo>
                  <a:lnTo>
                    <a:pt x="48" y="33"/>
                  </a:lnTo>
                  <a:lnTo>
                    <a:pt x="54" y="30"/>
                  </a:lnTo>
                  <a:lnTo>
                    <a:pt x="57" y="27"/>
                  </a:lnTo>
                  <a:lnTo>
                    <a:pt x="60" y="30"/>
                  </a:lnTo>
                  <a:lnTo>
                    <a:pt x="57" y="30"/>
                  </a:lnTo>
                  <a:lnTo>
                    <a:pt x="51" y="33"/>
                  </a:lnTo>
                  <a:lnTo>
                    <a:pt x="48" y="36"/>
                  </a:lnTo>
                  <a:lnTo>
                    <a:pt x="45" y="36"/>
                  </a:lnTo>
                  <a:lnTo>
                    <a:pt x="42" y="42"/>
                  </a:lnTo>
                  <a:lnTo>
                    <a:pt x="36" y="45"/>
                  </a:lnTo>
                  <a:lnTo>
                    <a:pt x="33" y="48"/>
                  </a:lnTo>
                  <a:lnTo>
                    <a:pt x="30" y="48"/>
                  </a:lnTo>
                  <a:lnTo>
                    <a:pt x="24" y="48"/>
                  </a:lnTo>
                  <a:lnTo>
                    <a:pt x="18" y="48"/>
                  </a:lnTo>
                  <a:lnTo>
                    <a:pt x="15" y="48"/>
                  </a:lnTo>
                  <a:lnTo>
                    <a:pt x="9" y="45"/>
                  </a:lnTo>
                  <a:lnTo>
                    <a:pt x="3" y="39"/>
                  </a:lnTo>
                  <a:lnTo>
                    <a:pt x="0" y="33"/>
                  </a:lnTo>
                  <a:lnTo>
                    <a:pt x="0" y="21"/>
                  </a:lnTo>
                  <a:lnTo>
                    <a:pt x="0" y="12"/>
                  </a:lnTo>
                  <a:lnTo>
                    <a:pt x="9" y="3"/>
                  </a:lnTo>
                  <a:lnTo>
                    <a:pt x="18" y="0"/>
                  </a:lnTo>
                  <a:lnTo>
                    <a:pt x="30" y="0"/>
                  </a:lnTo>
                  <a:lnTo>
                    <a:pt x="42" y="9"/>
                  </a:lnTo>
                  <a:lnTo>
                    <a:pt x="45" y="21"/>
                  </a:lnTo>
                  <a:close/>
                </a:path>
              </a:pathLst>
            </a:custGeom>
            <a:solidFill>
              <a:srgbClr val="0000FF"/>
            </a:solidFill>
            <a:ln w="9525">
              <a:noFill/>
              <a:round/>
              <a:headEnd/>
              <a:tailEnd/>
            </a:ln>
          </p:spPr>
          <p:txBody>
            <a:bodyPr/>
            <a:lstStyle/>
            <a:p>
              <a:endParaRPr lang="zh-CN" altLang="en-US"/>
            </a:p>
          </p:txBody>
        </p:sp>
        <p:sp>
          <p:nvSpPr>
            <p:cNvPr id="4196" name="Rectangle 70"/>
            <p:cNvSpPr>
              <a:spLocks noChangeArrowheads="1"/>
            </p:cNvSpPr>
            <p:nvPr/>
          </p:nvSpPr>
          <p:spPr bwMode="auto">
            <a:xfrm>
              <a:off x="4337" y="236"/>
              <a:ext cx="1" cy="11"/>
            </a:xfrm>
            <a:prstGeom prst="rect">
              <a:avLst/>
            </a:prstGeom>
            <a:solidFill>
              <a:srgbClr val="FFFFFF"/>
            </a:solidFill>
            <a:ln w="9525">
              <a:noFill/>
              <a:miter lim="800000"/>
              <a:headEnd/>
              <a:tailEnd/>
            </a:ln>
          </p:spPr>
          <p:txBody>
            <a:bodyPr/>
            <a:lstStyle/>
            <a:p>
              <a:endParaRPr lang="zh-CN" altLang="en-US"/>
            </a:p>
          </p:txBody>
        </p:sp>
        <p:sp>
          <p:nvSpPr>
            <p:cNvPr id="4197" name="Freeform 71"/>
            <p:cNvSpPr>
              <a:spLocks noEditPoints="1"/>
            </p:cNvSpPr>
            <p:nvPr/>
          </p:nvSpPr>
          <p:spPr bwMode="auto">
            <a:xfrm>
              <a:off x="4337" y="243"/>
              <a:ext cx="15" cy="8"/>
            </a:xfrm>
            <a:custGeom>
              <a:avLst/>
              <a:gdLst>
                <a:gd name="T0" fmla="*/ 0 w 15"/>
                <a:gd name="T1" fmla="*/ 5 h 6"/>
                <a:gd name="T2" fmla="*/ 3 w 15"/>
                <a:gd name="T3" fmla="*/ 11 h 6"/>
                <a:gd name="T4" fmla="*/ 9 w 15"/>
                <a:gd name="T5" fmla="*/ 5 h 6"/>
                <a:gd name="T6" fmla="*/ 12 w 15"/>
                <a:gd name="T7" fmla="*/ 0 h 6"/>
                <a:gd name="T8" fmla="*/ 15 w 15"/>
                <a:gd name="T9" fmla="*/ 5 h 6"/>
                <a:gd name="T10" fmla="*/ 15 w 15"/>
                <a:gd name="T11" fmla="*/ 5 h 6"/>
                <a:gd name="T12" fmla="*/ 12 w 15"/>
                <a:gd name="T13" fmla="*/ 0 h 6"/>
                <a:gd name="T14" fmla="*/ 9 w 15"/>
                <a:gd name="T15" fmla="*/ 5 h 6"/>
                <a:gd name="T16" fmla="*/ 3 w 15"/>
                <a:gd name="T17" fmla="*/ 11 h 6"/>
                <a:gd name="T18" fmla="*/ 0 w 15"/>
                <a:gd name="T19" fmla="*/ 5 h 6"/>
                <a:gd name="T20" fmla="*/ 0 w 15"/>
                <a:gd name="T21" fmla="*/ 5 h 6"/>
                <a:gd name="T22" fmla="*/ 0 w 15"/>
                <a:gd name="T23" fmla="*/ 5 h 6"/>
                <a:gd name="T24" fmla="*/ 0 w 15"/>
                <a:gd name="T25" fmla="*/ 5 h 6"/>
                <a:gd name="T26" fmla="*/ 0 w 15"/>
                <a:gd name="T27" fmla="*/ 5 h 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5"/>
                <a:gd name="T43" fmla="*/ 0 h 6"/>
                <a:gd name="T44" fmla="*/ 15 w 15"/>
                <a:gd name="T45" fmla="*/ 6 h 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5" h="6">
                  <a:moveTo>
                    <a:pt x="0" y="3"/>
                  </a:moveTo>
                  <a:lnTo>
                    <a:pt x="3" y="6"/>
                  </a:lnTo>
                  <a:lnTo>
                    <a:pt x="9" y="3"/>
                  </a:lnTo>
                  <a:lnTo>
                    <a:pt x="12" y="0"/>
                  </a:lnTo>
                  <a:lnTo>
                    <a:pt x="15" y="3"/>
                  </a:lnTo>
                  <a:lnTo>
                    <a:pt x="12" y="0"/>
                  </a:lnTo>
                  <a:lnTo>
                    <a:pt x="9" y="3"/>
                  </a:lnTo>
                  <a:lnTo>
                    <a:pt x="3" y="6"/>
                  </a:lnTo>
                  <a:lnTo>
                    <a:pt x="0" y="3"/>
                  </a:lnTo>
                  <a:close/>
                  <a:moveTo>
                    <a:pt x="0" y="3"/>
                  </a:moveTo>
                  <a:lnTo>
                    <a:pt x="0" y="3"/>
                  </a:lnTo>
                  <a:close/>
                </a:path>
              </a:pathLst>
            </a:custGeom>
            <a:solidFill>
              <a:srgbClr val="FFFFFF"/>
            </a:solidFill>
            <a:ln w="9525">
              <a:noFill/>
              <a:round/>
              <a:headEnd/>
              <a:tailEnd/>
            </a:ln>
          </p:spPr>
          <p:txBody>
            <a:bodyPr/>
            <a:lstStyle/>
            <a:p>
              <a:endParaRPr lang="zh-CN" altLang="en-US"/>
            </a:p>
          </p:txBody>
        </p:sp>
        <p:sp>
          <p:nvSpPr>
            <p:cNvPr id="4198" name="Freeform 72"/>
            <p:cNvSpPr>
              <a:spLocks noEditPoints="1"/>
            </p:cNvSpPr>
            <p:nvPr/>
          </p:nvSpPr>
          <p:spPr bwMode="auto">
            <a:xfrm>
              <a:off x="4337" y="247"/>
              <a:ext cx="15" cy="7"/>
            </a:xfrm>
            <a:custGeom>
              <a:avLst/>
              <a:gdLst>
                <a:gd name="T0" fmla="*/ 15 w 15"/>
                <a:gd name="T1" fmla="*/ 0 h 6"/>
                <a:gd name="T2" fmla="*/ 12 w 15"/>
                <a:gd name="T3" fmla="*/ 0 h 6"/>
                <a:gd name="T4" fmla="*/ 6 w 15"/>
                <a:gd name="T5" fmla="*/ 5 h 6"/>
                <a:gd name="T6" fmla="*/ 3 w 15"/>
                <a:gd name="T7" fmla="*/ 8 h 6"/>
                <a:gd name="T8" fmla="*/ 0 w 15"/>
                <a:gd name="T9" fmla="*/ 8 h 6"/>
                <a:gd name="T10" fmla="*/ 0 w 15"/>
                <a:gd name="T11" fmla="*/ 8 h 6"/>
                <a:gd name="T12" fmla="*/ 3 w 15"/>
                <a:gd name="T13" fmla="*/ 8 h 6"/>
                <a:gd name="T14" fmla="*/ 6 w 15"/>
                <a:gd name="T15" fmla="*/ 5 h 6"/>
                <a:gd name="T16" fmla="*/ 12 w 15"/>
                <a:gd name="T17" fmla="*/ 0 h 6"/>
                <a:gd name="T18" fmla="*/ 15 w 15"/>
                <a:gd name="T19" fmla="*/ 0 h 6"/>
                <a:gd name="T20" fmla="*/ 15 w 15"/>
                <a:gd name="T21" fmla="*/ 0 h 6"/>
                <a:gd name="T22" fmla="*/ 15 w 15"/>
                <a:gd name="T23" fmla="*/ 0 h 6"/>
                <a:gd name="T24" fmla="*/ 15 w 15"/>
                <a:gd name="T25" fmla="*/ 0 h 6"/>
                <a:gd name="T26" fmla="*/ 15 w 15"/>
                <a:gd name="T27" fmla="*/ 0 h 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5"/>
                <a:gd name="T43" fmla="*/ 0 h 6"/>
                <a:gd name="T44" fmla="*/ 15 w 15"/>
                <a:gd name="T45" fmla="*/ 6 h 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5" h="6">
                  <a:moveTo>
                    <a:pt x="15" y="0"/>
                  </a:moveTo>
                  <a:lnTo>
                    <a:pt x="12" y="0"/>
                  </a:lnTo>
                  <a:lnTo>
                    <a:pt x="6" y="3"/>
                  </a:lnTo>
                  <a:lnTo>
                    <a:pt x="3" y="6"/>
                  </a:lnTo>
                  <a:lnTo>
                    <a:pt x="0" y="6"/>
                  </a:lnTo>
                  <a:lnTo>
                    <a:pt x="3" y="6"/>
                  </a:lnTo>
                  <a:lnTo>
                    <a:pt x="6" y="3"/>
                  </a:lnTo>
                  <a:lnTo>
                    <a:pt x="12" y="0"/>
                  </a:lnTo>
                  <a:lnTo>
                    <a:pt x="15" y="0"/>
                  </a:lnTo>
                  <a:close/>
                  <a:moveTo>
                    <a:pt x="15" y="0"/>
                  </a:moveTo>
                  <a:lnTo>
                    <a:pt x="15" y="0"/>
                  </a:lnTo>
                  <a:close/>
                </a:path>
              </a:pathLst>
            </a:custGeom>
            <a:solidFill>
              <a:srgbClr val="FFFFFF"/>
            </a:solidFill>
            <a:ln w="9525">
              <a:noFill/>
              <a:round/>
              <a:headEnd/>
              <a:tailEnd/>
            </a:ln>
          </p:spPr>
          <p:txBody>
            <a:bodyPr/>
            <a:lstStyle/>
            <a:p>
              <a:endParaRPr lang="zh-CN" altLang="en-US"/>
            </a:p>
          </p:txBody>
        </p:sp>
        <p:sp>
          <p:nvSpPr>
            <p:cNvPr id="4199" name="Freeform 73"/>
            <p:cNvSpPr>
              <a:spLocks noEditPoints="1"/>
            </p:cNvSpPr>
            <p:nvPr/>
          </p:nvSpPr>
          <p:spPr bwMode="auto">
            <a:xfrm>
              <a:off x="4328" y="254"/>
              <a:ext cx="9" cy="11"/>
            </a:xfrm>
            <a:custGeom>
              <a:avLst/>
              <a:gdLst>
                <a:gd name="T0" fmla="*/ 9 w 9"/>
                <a:gd name="T1" fmla="*/ 0 h 9"/>
                <a:gd name="T2" fmla="*/ 6 w 9"/>
                <a:gd name="T3" fmla="*/ 9 h 9"/>
                <a:gd name="T4" fmla="*/ 0 w 9"/>
                <a:gd name="T5" fmla="*/ 13 h 9"/>
                <a:gd name="T6" fmla="*/ 0 w 9"/>
                <a:gd name="T7" fmla="*/ 13 h 9"/>
                <a:gd name="T8" fmla="*/ 6 w 9"/>
                <a:gd name="T9" fmla="*/ 9 h 9"/>
                <a:gd name="T10" fmla="*/ 9 w 9"/>
                <a:gd name="T11" fmla="*/ 0 h 9"/>
                <a:gd name="T12" fmla="*/ 9 w 9"/>
                <a:gd name="T13" fmla="*/ 0 h 9"/>
                <a:gd name="T14" fmla="*/ 9 w 9"/>
                <a:gd name="T15" fmla="*/ 0 h 9"/>
                <a:gd name="T16" fmla="*/ 9 w 9"/>
                <a:gd name="T17" fmla="*/ 0 h 9"/>
                <a:gd name="T18" fmla="*/ 9 w 9"/>
                <a:gd name="T19" fmla="*/ 0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
                <a:gd name="T31" fmla="*/ 0 h 9"/>
                <a:gd name="T32" fmla="*/ 9 w 9"/>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 h="9">
                  <a:moveTo>
                    <a:pt x="9" y="0"/>
                  </a:moveTo>
                  <a:lnTo>
                    <a:pt x="6" y="6"/>
                  </a:lnTo>
                  <a:lnTo>
                    <a:pt x="0" y="9"/>
                  </a:lnTo>
                  <a:lnTo>
                    <a:pt x="6" y="6"/>
                  </a:lnTo>
                  <a:lnTo>
                    <a:pt x="9" y="0"/>
                  </a:lnTo>
                  <a:close/>
                  <a:moveTo>
                    <a:pt x="9" y="0"/>
                  </a:moveTo>
                  <a:lnTo>
                    <a:pt x="9" y="0"/>
                  </a:lnTo>
                  <a:close/>
                </a:path>
              </a:pathLst>
            </a:custGeom>
            <a:solidFill>
              <a:srgbClr val="FFFFFF"/>
            </a:solidFill>
            <a:ln w="9525">
              <a:noFill/>
              <a:round/>
              <a:headEnd/>
              <a:tailEnd/>
            </a:ln>
          </p:spPr>
          <p:txBody>
            <a:bodyPr/>
            <a:lstStyle/>
            <a:p>
              <a:endParaRPr lang="zh-CN" altLang="en-US"/>
            </a:p>
          </p:txBody>
        </p:sp>
        <p:sp>
          <p:nvSpPr>
            <p:cNvPr id="4200" name="Freeform 74"/>
            <p:cNvSpPr>
              <a:spLocks noEditPoints="1"/>
            </p:cNvSpPr>
            <p:nvPr/>
          </p:nvSpPr>
          <p:spPr bwMode="auto">
            <a:xfrm>
              <a:off x="4322" y="265"/>
              <a:ext cx="6" cy="4"/>
            </a:xfrm>
            <a:custGeom>
              <a:avLst/>
              <a:gdLst>
                <a:gd name="T0" fmla="*/ 6 w 6"/>
                <a:gd name="T1" fmla="*/ 0 h 3"/>
                <a:gd name="T2" fmla="*/ 3 w 6"/>
                <a:gd name="T3" fmla="*/ 5 h 3"/>
                <a:gd name="T4" fmla="*/ 0 w 6"/>
                <a:gd name="T5" fmla="*/ 5 h 3"/>
                <a:gd name="T6" fmla="*/ 0 w 6"/>
                <a:gd name="T7" fmla="*/ 5 h 3"/>
                <a:gd name="T8" fmla="*/ 3 w 6"/>
                <a:gd name="T9" fmla="*/ 5 h 3"/>
                <a:gd name="T10" fmla="*/ 6 w 6"/>
                <a:gd name="T11" fmla="*/ 0 h 3"/>
                <a:gd name="T12" fmla="*/ 6 w 6"/>
                <a:gd name="T13" fmla="*/ 0 h 3"/>
                <a:gd name="T14" fmla="*/ 6 w 6"/>
                <a:gd name="T15" fmla="*/ 0 h 3"/>
                <a:gd name="T16" fmla="*/ 6 w 6"/>
                <a:gd name="T17" fmla="*/ 0 h 3"/>
                <a:gd name="T18" fmla="*/ 6 w 6"/>
                <a:gd name="T19" fmla="*/ 0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3"/>
                <a:gd name="T32" fmla="*/ 6 w 6"/>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3">
                  <a:moveTo>
                    <a:pt x="6" y="0"/>
                  </a:moveTo>
                  <a:lnTo>
                    <a:pt x="3" y="3"/>
                  </a:lnTo>
                  <a:lnTo>
                    <a:pt x="0" y="3"/>
                  </a:lnTo>
                  <a:lnTo>
                    <a:pt x="3" y="3"/>
                  </a:lnTo>
                  <a:lnTo>
                    <a:pt x="6" y="0"/>
                  </a:lnTo>
                  <a:close/>
                  <a:moveTo>
                    <a:pt x="6" y="0"/>
                  </a:moveTo>
                  <a:lnTo>
                    <a:pt x="6" y="0"/>
                  </a:lnTo>
                  <a:close/>
                </a:path>
              </a:pathLst>
            </a:custGeom>
            <a:solidFill>
              <a:srgbClr val="FFFFFF"/>
            </a:solidFill>
            <a:ln w="9525">
              <a:noFill/>
              <a:round/>
              <a:headEnd/>
              <a:tailEnd/>
            </a:ln>
          </p:spPr>
          <p:txBody>
            <a:bodyPr/>
            <a:lstStyle/>
            <a:p>
              <a:endParaRPr lang="zh-CN" altLang="en-US"/>
            </a:p>
          </p:txBody>
        </p:sp>
        <p:sp>
          <p:nvSpPr>
            <p:cNvPr id="4201" name="Freeform 75"/>
            <p:cNvSpPr>
              <a:spLocks noEditPoints="1"/>
            </p:cNvSpPr>
            <p:nvPr/>
          </p:nvSpPr>
          <p:spPr bwMode="auto">
            <a:xfrm>
              <a:off x="4310" y="269"/>
              <a:ext cx="12" cy="1"/>
            </a:xfrm>
            <a:custGeom>
              <a:avLst/>
              <a:gdLst>
                <a:gd name="T0" fmla="*/ 12 w 12"/>
                <a:gd name="T1" fmla="*/ 0 h 1"/>
                <a:gd name="T2" fmla="*/ 6 w 12"/>
                <a:gd name="T3" fmla="*/ 0 h 1"/>
                <a:gd name="T4" fmla="*/ 0 w 12"/>
                <a:gd name="T5" fmla="*/ 0 h 1"/>
                <a:gd name="T6" fmla="*/ 0 w 12"/>
                <a:gd name="T7" fmla="*/ 0 h 1"/>
                <a:gd name="T8" fmla="*/ 6 w 12"/>
                <a:gd name="T9" fmla="*/ 0 h 1"/>
                <a:gd name="T10" fmla="*/ 12 w 12"/>
                <a:gd name="T11" fmla="*/ 0 h 1"/>
                <a:gd name="T12" fmla="*/ 12 w 12"/>
                <a:gd name="T13" fmla="*/ 0 h 1"/>
                <a:gd name="T14" fmla="*/ 12 w 12"/>
                <a:gd name="T15" fmla="*/ 0 h 1"/>
                <a:gd name="T16" fmla="*/ 12 w 12"/>
                <a:gd name="T17" fmla="*/ 0 h 1"/>
                <a:gd name="T18" fmla="*/ 12 w 12"/>
                <a:gd name="T19" fmla="*/ 0 h 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
                <a:gd name="T31" fmla="*/ 0 h 1"/>
                <a:gd name="T32" fmla="*/ 12 w 12"/>
                <a:gd name="T33" fmla="*/ 1 h 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 h="1">
                  <a:moveTo>
                    <a:pt x="12" y="0"/>
                  </a:moveTo>
                  <a:lnTo>
                    <a:pt x="6" y="0"/>
                  </a:lnTo>
                  <a:lnTo>
                    <a:pt x="0" y="0"/>
                  </a:lnTo>
                  <a:lnTo>
                    <a:pt x="6" y="0"/>
                  </a:lnTo>
                  <a:lnTo>
                    <a:pt x="12" y="0"/>
                  </a:lnTo>
                  <a:close/>
                  <a:moveTo>
                    <a:pt x="12" y="0"/>
                  </a:moveTo>
                  <a:lnTo>
                    <a:pt x="12" y="0"/>
                  </a:lnTo>
                  <a:close/>
                </a:path>
              </a:pathLst>
            </a:custGeom>
            <a:solidFill>
              <a:srgbClr val="FFFFFF"/>
            </a:solidFill>
            <a:ln w="9525">
              <a:noFill/>
              <a:round/>
              <a:headEnd/>
              <a:tailEnd/>
            </a:ln>
          </p:spPr>
          <p:txBody>
            <a:bodyPr/>
            <a:lstStyle/>
            <a:p>
              <a:endParaRPr lang="zh-CN" altLang="en-US"/>
            </a:p>
          </p:txBody>
        </p:sp>
        <p:sp>
          <p:nvSpPr>
            <p:cNvPr id="4202" name="Freeform 76"/>
            <p:cNvSpPr>
              <a:spLocks noEditPoints="1"/>
            </p:cNvSpPr>
            <p:nvPr/>
          </p:nvSpPr>
          <p:spPr bwMode="auto">
            <a:xfrm>
              <a:off x="4301" y="265"/>
              <a:ext cx="9" cy="4"/>
            </a:xfrm>
            <a:custGeom>
              <a:avLst/>
              <a:gdLst>
                <a:gd name="T0" fmla="*/ 9 w 9"/>
                <a:gd name="T1" fmla="*/ 5 h 3"/>
                <a:gd name="T2" fmla="*/ 6 w 9"/>
                <a:gd name="T3" fmla="*/ 5 h 3"/>
                <a:gd name="T4" fmla="*/ 0 w 9"/>
                <a:gd name="T5" fmla="*/ 0 h 3"/>
                <a:gd name="T6" fmla="*/ 0 w 9"/>
                <a:gd name="T7" fmla="*/ 0 h 3"/>
                <a:gd name="T8" fmla="*/ 6 w 9"/>
                <a:gd name="T9" fmla="*/ 5 h 3"/>
                <a:gd name="T10" fmla="*/ 9 w 9"/>
                <a:gd name="T11" fmla="*/ 5 h 3"/>
                <a:gd name="T12" fmla="*/ 9 w 9"/>
                <a:gd name="T13" fmla="*/ 5 h 3"/>
                <a:gd name="T14" fmla="*/ 9 w 9"/>
                <a:gd name="T15" fmla="*/ 5 h 3"/>
                <a:gd name="T16" fmla="*/ 9 w 9"/>
                <a:gd name="T17" fmla="*/ 5 h 3"/>
                <a:gd name="T18" fmla="*/ 9 w 9"/>
                <a:gd name="T19" fmla="*/ 5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
                <a:gd name="T31" fmla="*/ 0 h 3"/>
                <a:gd name="T32" fmla="*/ 9 w 9"/>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 h="3">
                  <a:moveTo>
                    <a:pt x="9" y="3"/>
                  </a:moveTo>
                  <a:lnTo>
                    <a:pt x="6" y="3"/>
                  </a:lnTo>
                  <a:lnTo>
                    <a:pt x="0" y="0"/>
                  </a:lnTo>
                  <a:lnTo>
                    <a:pt x="6" y="3"/>
                  </a:lnTo>
                  <a:lnTo>
                    <a:pt x="9" y="3"/>
                  </a:lnTo>
                  <a:close/>
                  <a:moveTo>
                    <a:pt x="9" y="3"/>
                  </a:moveTo>
                  <a:lnTo>
                    <a:pt x="9" y="3"/>
                  </a:lnTo>
                  <a:close/>
                </a:path>
              </a:pathLst>
            </a:custGeom>
            <a:solidFill>
              <a:srgbClr val="FFFFFF"/>
            </a:solidFill>
            <a:ln w="9525">
              <a:noFill/>
              <a:round/>
              <a:headEnd/>
              <a:tailEnd/>
            </a:ln>
          </p:spPr>
          <p:txBody>
            <a:bodyPr/>
            <a:lstStyle/>
            <a:p>
              <a:endParaRPr lang="zh-CN" altLang="en-US"/>
            </a:p>
          </p:txBody>
        </p:sp>
        <p:sp>
          <p:nvSpPr>
            <p:cNvPr id="4203" name="Freeform 77"/>
            <p:cNvSpPr>
              <a:spLocks noEditPoints="1"/>
            </p:cNvSpPr>
            <p:nvPr/>
          </p:nvSpPr>
          <p:spPr bwMode="auto">
            <a:xfrm>
              <a:off x="4292" y="236"/>
              <a:ext cx="9" cy="29"/>
            </a:xfrm>
            <a:custGeom>
              <a:avLst/>
              <a:gdLst>
                <a:gd name="T0" fmla="*/ 9 w 9"/>
                <a:gd name="T1" fmla="*/ 35 h 24"/>
                <a:gd name="T2" fmla="*/ 3 w 9"/>
                <a:gd name="T3" fmla="*/ 27 h 24"/>
                <a:gd name="T4" fmla="*/ 0 w 9"/>
                <a:gd name="T5" fmla="*/ 18 h 24"/>
                <a:gd name="T6" fmla="*/ 0 w 9"/>
                <a:gd name="T7" fmla="*/ 0 h 24"/>
                <a:gd name="T8" fmla="*/ 0 w 9"/>
                <a:gd name="T9" fmla="*/ 0 h 24"/>
                <a:gd name="T10" fmla="*/ 0 w 9"/>
                <a:gd name="T11" fmla="*/ 18 h 24"/>
                <a:gd name="T12" fmla="*/ 3 w 9"/>
                <a:gd name="T13" fmla="*/ 27 h 24"/>
                <a:gd name="T14" fmla="*/ 9 w 9"/>
                <a:gd name="T15" fmla="*/ 35 h 24"/>
                <a:gd name="T16" fmla="*/ 9 w 9"/>
                <a:gd name="T17" fmla="*/ 35 h 24"/>
                <a:gd name="T18" fmla="*/ 9 w 9"/>
                <a:gd name="T19" fmla="*/ 35 h 24"/>
                <a:gd name="T20" fmla="*/ 9 w 9"/>
                <a:gd name="T21" fmla="*/ 35 h 24"/>
                <a:gd name="T22" fmla="*/ 9 w 9"/>
                <a:gd name="T23" fmla="*/ 35 h 2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
                <a:gd name="T37" fmla="*/ 0 h 24"/>
                <a:gd name="T38" fmla="*/ 9 w 9"/>
                <a:gd name="T39" fmla="*/ 24 h 2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 h="24">
                  <a:moveTo>
                    <a:pt x="9" y="24"/>
                  </a:moveTo>
                  <a:lnTo>
                    <a:pt x="3" y="18"/>
                  </a:lnTo>
                  <a:lnTo>
                    <a:pt x="0" y="12"/>
                  </a:lnTo>
                  <a:lnTo>
                    <a:pt x="0" y="0"/>
                  </a:lnTo>
                  <a:lnTo>
                    <a:pt x="0" y="12"/>
                  </a:lnTo>
                  <a:lnTo>
                    <a:pt x="3" y="18"/>
                  </a:lnTo>
                  <a:lnTo>
                    <a:pt x="9" y="24"/>
                  </a:lnTo>
                  <a:close/>
                  <a:moveTo>
                    <a:pt x="9" y="24"/>
                  </a:moveTo>
                  <a:lnTo>
                    <a:pt x="9" y="24"/>
                  </a:lnTo>
                  <a:close/>
                </a:path>
              </a:pathLst>
            </a:custGeom>
            <a:solidFill>
              <a:srgbClr val="FFFFFF"/>
            </a:solidFill>
            <a:ln w="9525">
              <a:noFill/>
              <a:round/>
              <a:headEnd/>
              <a:tailEnd/>
            </a:ln>
          </p:spPr>
          <p:txBody>
            <a:bodyPr/>
            <a:lstStyle/>
            <a:p>
              <a:endParaRPr lang="zh-CN" altLang="en-US"/>
            </a:p>
          </p:txBody>
        </p:sp>
        <p:sp>
          <p:nvSpPr>
            <p:cNvPr id="4204" name="Freeform 78"/>
            <p:cNvSpPr>
              <a:spLocks noEditPoints="1"/>
            </p:cNvSpPr>
            <p:nvPr/>
          </p:nvSpPr>
          <p:spPr bwMode="auto">
            <a:xfrm>
              <a:off x="4292" y="225"/>
              <a:ext cx="1" cy="11"/>
            </a:xfrm>
            <a:custGeom>
              <a:avLst/>
              <a:gdLst>
                <a:gd name="T0" fmla="*/ 0 w 1"/>
                <a:gd name="T1" fmla="*/ 13 h 9"/>
                <a:gd name="T2" fmla="*/ 0 w 1"/>
                <a:gd name="T3" fmla="*/ 0 h 9"/>
                <a:gd name="T4" fmla="*/ 0 w 1"/>
                <a:gd name="T5" fmla="*/ 0 h 9"/>
                <a:gd name="T6" fmla="*/ 0 w 1"/>
                <a:gd name="T7" fmla="*/ 13 h 9"/>
                <a:gd name="T8" fmla="*/ 0 w 1"/>
                <a:gd name="T9" fmla="*/ 13 h 9"/>
                <a:gd name="T10" fmla="*/ 0 w 1"/>
                <a:gd name="T11" fmla="*/ 13 h 9"/>
                <a:gd name="T12" fmla="*/ 0 w 1"/>
                <a:gd name="T13" fmla="*/ 13 h 9"/>
                <a:gd name="T14" fmla="*/ 0 w 1"/>
                <a:gd name="T15" fmla="*/ 13 h 9"/>
                <a:gd name="T16" fmla="*/ 0 60000 65536"/>
                <a:gd name="T17" fmla="*/ 0 60000 65536"/>
                <a:gd name="T18" fmla="*/ 0 60000 65536"/>
                <a:gd name="T19" fmla="*/ 0 60000 65536"/>
                <a:gd name="T20" fmla="*/ 0 60000 65536"/>
                <a:gd name="T21" fmla="*/ 0 60000 65536"/>
                <a:gd name="T22" fmla="*/ 0 60000 65536"/>
                <a:gd name="T23" fmla="*/ 0 60000 65536"/>
                <a:gd name="T24" fmla="*/ 0 w 1"/>
                <a:gd name="T25" fmla="*/ 0 h 9"/>
                <a:gd name="T26" fmla="*/ 1 w 1"/>
                <a:gd name="T27" fmla="*/ 9 h 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 h="9">
                  <a:moveTo>
                    <a:pt x="0" y="9"/>
                  </a:moveTo>
                  <a:lnTo>
                    <a:pt x="0" y="0"/>
                  </a:lnTo>
                  <a:lnTo>
                    <a:pt x="0" y="9"/>
                  </a:lnTo>
                  <a:close/>
                  <a:moveTo>
                    <a:pt x="0" y="9"/>
                  </a:moveTo>
                  <a:lnTo>
                    <a:pt x="0" y="9"/>
                  </a:lnTo>
                  <a:close/>
                </a:path>
              </a:pathLst>
            </a:custGeom>
            <a:solidFill>
              <a:srgbClr val="FFFFFF"/>
            </a:solidFill>
            <a:ln w="9525">
              <a:noFill/>
              <a:round/>
              <a:headEnd/>
              <a:tailEnd/>
            </a:ln>
          </p:spPr>
          <p:txBody>
            <a:bodyPr/>
            <a:lstStyle/>
            <a:p>
              <a:endParaRPr lang="zh-CN" altLang="en-US"/>
            </a:p>
          </p:txBody>
        </p:sp>
        <p:sp>
          <p:nvSpPr>
            <p:cNvPr id="4205" name="Freeform 79"/>
            <p:cNvSpPr>
              <a:spLocks noEditPoints="1"/>
            </p:cNvSpPr>
            <p:nvPr/>
          </p:nvSpPr>
          <p:spPr bwMode="auto">
            <a:xfrm>
              <a:off x="4292" y="214"/>
              <a:ext cx="9" cy="11"/>
            </a:xfrm>
            <a:custGeom>
              <a:avLst/>
              <a:gdLst>
                <a:gd name="T0" fmla="*/ 0 w 9"/>
                <a:gd name="T1" fmla="*/ 13 h 9"/>
                <a:gd name="T2" fmla="*/ 9 w 9"/>
                <a:gd name="T3" fmla="*/ 0 h 9"/>
                <a:gd name="T4" fmla="*/ 9 w 9"/>
                <a:gd name="T5" fmla="*/ 0 h 9"/>
                <a:gd name="T6" fmla="*/ 0 w 9"/>
                <a:gd name="T7" fmla="*/ 13 h 9"/>
                <a:gd name="T8" fmla="*/ 0 w 9"/>
                <a:gd name="T9" fmla="*/ 13 h 9"/>
                <a:gd name="T10" fmla="*/ 0 w 9"/>
                <a:gd name="T11" fmla="*/ 13 h 9"/>
                <a:gd name="T12" fmla="*/ 0 w 9"/>
                <a:gd name="T13" fmla="*/ 13 h 9"/>
                <a:gd name="T14" fmla="*/ 0 w 9"/>
                <a:gd name="T15" fmla="*/ 13 h 9"/>
                <a:gd name="T16" fmla="*/ 0 60000 65536"/>
                <a:gd name="T17" fmla="*/ 0 60000 65536"/>
                <a:gd name="T18" fmla="*/ 0 60000 65536"/>
                <a:gd name="T19" fmla="*/ 0 60000 65536"/>
                <a:gd name="T20" fmla="*/ 0 60000 65536"/>
                <a:gd name="T21" fmla="*/ 0 60000 65536"/>
                <a:gd name="T22" fmla="*/ 0 60000 65536"/>
                <a:gd name="T23" fmla="*/ 0 60000 65536"/>
                <a:gd name="T24" fmla="*/ 0 w 9"/>
                <a:gd name="T25" fmla="*/ 0 h 9"/>
                <a:gd name="T26" fmla="*/ 9 w 9"/>
                <a:gd name="T27" fmla="*/ 9 h 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 h="9">
                  <a:moveTo>
                    <a:pt x="0" y="9"/>
                  </a:moveTo>
                  <a:lnTo>
                    <a:pt x="9" y="0"/>
                  </a:lnTo>
                  <a:lnTo>
                    <a:pt x="0" y="9"/>
                  </a:lnTo>
                  <a:close/>
                  <a:moveTo>
                    <a:pt x="0" y="9"/>
                  </a:moveTo>
                  <a:lnTo>
                    <a:pt x="0" y="9"/>
                  </a:lnTo>
                  <a:close/>
                </a:path>
              </a:pathLst>
            </a:custGeom>
            <a:solidFill>
              <a:srgbClr val="FFFFFF"/>
            </a:solidFill>
            <a:ln w="9525">
              <a:noFill/>
              <a:round/>
              <a:headEnd/>
              <a:tailEnd/>
            </a:ln>
          </p:spPr>
          <p:txBody>
            <a:bodyPr/>
            <a:lstStyle/>
            <a:p>
              <a:endParaRPr lang="zh-CN" altLang="en-US"/>
            </a:p>
          </p:txBody>
        </p:sp>
        <p:sp>
          <p:nvSpPr>
            <p:cNvPr id="4206" name="Freeform 80"/>
            <p:cNvSpPr>
              <a:spLocks noEditPoints="1"/>
            </p:cNvSpPr>
            <p:nvPr/>
          </p:nvSpPr>
          <p:spPr bwMode="auto">
            <a:xfrm>
              <a:off x="4301" y="210"/>
              <a:ext cx="21" cy="4"/>
            </a:xfrm>
            <a:custGeom>
              <a:avLst/>
              <a:gdLst>
                <a:gd name="T0" fmla="*/ 0 w 21"/>
                <a:gd name="T1" fmla="*/ 5 h 3"/>
                <a:gd name="T2" fmla="*/ 9 w 21"/>
                <a:gd name="T3" fmla="*/ 0 h 3"/>
                <a:gd name="T4" fmla="*/ 21 w 21"/>
                <a:gd name="T5" fmla="*/ 0 h 3"/>
                <a:gd name="T6" fmla="*/ 21 w 21"/>
                <a:gd name="T7" fmla="*/ 0 h 3"/>
                <a:gd name="T8" fmla="*/ 9 w 21"/>
                <a:gd name="T9" fmla="*/ 0 h 3"/>
                <a:gd name="T10" fmla="*/ 0 w 21"/>
                <a:gd name="T11" fmla="*/ 5 h 3"/>
                <a:gd name="T12" fmla="*/ 0 w 21"/>
                <a:gd name="T13" fmla="*/ 5 h 3"/>
                <a:gd name="T14" fmla="*/ 0 w 21"/>
                <a:gd name="T15" fmla="*/ 5 h 3"/>
                <a:gd name="T16" fmla="*/ 0 w 21"/>
                <a:gd name="T17" fmla="*/ 5 h 3"/>
                <a:gd name="T18" fmla="*/ 0 w 21"/>
                <a:gd name="T19" fmla="*/ 5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
                <a:gd name="T31" fmla="*/ 0 h 3"/>
                <a:gd name="T32" fmla="*/ 21 w 21"/>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 h="3">
                  <a:moveTo>
                    <a:pt x="0" y="3"/>
                  </a:moveTo>
                  <a:lnTo>
                    <a:pt x="9" y="0"/>
                  </a:lnTo>
                  <a:lnTo>
                    <a:pt x="21" y="0"/>
                  </a:lnTo>
                  <a:lnTo>
                    <a:pt x="9" y="0"/>
                  </a:lnTo>
                  <a:lnTo>
                    <a:pt x="0" y="3"/>
                  </a:lnTo>
                  <a:close/>
                  <a:moveTo>
                    <a:pt x="0" y="3"/>
                  </a:moveTo>
                  <a:lnTo>
                    <a:pt x="0" y="3"/>
                  </a:lnTo>
                  <a:close/>
                </a:path>
              </a:pathLst>
            </a:custGeom>
            <a:solidFill>
              <a:srgbClr val="FFFFFF"/>
            </a:solidFill>
            <a:ln w="9525">
              <a:noFill/>
              <a:round/>
              <a:headEnd/>
              <a:tailEnd/>
            </a:ln>
          </p:spPr>
          <p:txBody>
            <a:bodyPr/>
            <a:lstStyle/>
            <a:p>
              <a:endParaRPr lang="zh-CN" altLang="en-US"/>
            </a:p>
          </p:txBody>
        </p:sp>
        <p:sp>
          <p:nvSpPr>
            <p:cNvPr id="4207" name="Freeform 81"/>
            <p:cNvSpPr>
              <a:spLocks noEditPoints="1"/>
            </p:cNvSpPr>
            <p:nvPr/>
          </p:nvSpPr>
          <p:spPr bwMode="auto">
            <a:xfrm>
              <a:off x="4322" y="210"/>
              <a:ext cx="15" cy="26"/>
            </a:xfrm>
            <a:custGeom>
              <a:avLst/>
              <a:gdLst>
                <a:gd name="T0" fmla="*/ 0 w 15"/>
                <a:gd name="T1" fmla="*/ 0 h 21"/>
                <a:gd name="T2" fmla="*/ 12 w 15"/>
                <a:gd name="T3" fmla="*/ 14 h 21"/>
                <a:gd name="T4" fmla="*/ 15 w 15"/>
                <a:gd name="T5" fmla="*/ 32 h 21"/>
                <a:gd name="T6" fmla="*/ 15 w 15"/>
                <a:gd name="T7" fmla="*/ 32 h 21"/>
                <a:gd name="T8" fmla="*/ 12 w 15"/>
                <a:gd name="T9" fmla="*/ 14 h 21"/>
                <a:gd name="T10" fmla="*/ 0 w 15"/>
                <a:gd name="T11" fmla="*/ 0 h 21"/>
                <a:gd name="T12" fmla="*/ 0 w 15"/>
                <a:gd name="T13" fmla="*/ 0 h 21"/>
                <a:gd name="T14" fmla="*/ 0 w 15"/>
                <a:gd name="T15" fmla="*/ 0 h 21"/>
                <a:gd name="T16" fmla="*/ 0 w 15"/>
                <a:gd name="T17" fmla="*/ 0 h 21"/>
                <a:gd name="T18" fmla="*/ 0 w 15"/>
                <a:gd name="T19" fmla="*/ 0 h 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21"/>
                <a:gd name="T32" fmla="*/ 15 w 15"/>
                <a:gd name="T33" fmla="*/ 21 h 2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21">
                  <a:moveTo>
                    <a:pt x="0" y="0"/>
                  </a:moveTo>
                  <a:lnTo>
                    <a:pt x="12" y="9"/>
                  </a:lnTo>
                  <a:lnTo>
                    <a:pt x="15" y="21"/>
                  </a:lnTo>
                  <a:lnTo>
                    <a:pt x="12" y="9"/>
                  </a:lnTo>
                  <a:lnTo>
                    <a:pt x="0" y="0"/>
                  </a:lnTo>
                  <a:close/>
                  <a:moveTo>
                    <a:pt x="0" y="0"/>
                  </a:moveTo>
                  <a:lnTo>
                    <a:pt x="0" y="0"/>
                  </a:lnTo>
                  <a:close/>
                </a:path>
              </a:pathLst>
            </a:custGeom>
            <a:solidFill>
              <a:srgbClr val="FFFFFF"/>
            </a:solidFill>
            <a:ln w="9525">
              <a:noFill/>
              <a:round/>
              <a:headEnd/>
              <a:tailEnd/>
            </a:ln>
          </p:spPr>
          <p:txBody>
            <a:bodyPr/>
            <a:lstStyle/>
            <a:p>
              <a:endParaRPr lang="zh-CN" altLang="en-US"/>
            </a:p>
          </p:txBody>
        </p:sp>
        <p:sp>
          <p:nvSpPr>
            <p:cNvPr id="4208" name="Freeform 82"/>
            <p:cNvSpPr>
              <a:spLocks/>
            </p:cNvSpPr>
            <p:nvPr/>
          </p:nvSpPr>
          <p:spPr bwMode="auto">
            <a:xfrm>
              <a:off x="4337" y="236"/>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FFFFF"/>
            </a:solidFill>
            <a:ln w="9525">
              <a:noFill/>
              <a:round/>
              <a:headEnd/>
              <a:tailEnd/>
            </a:ln>
          </p:spPr>
          <p:txBody>
            <a:bodyPr/>
            <a:lstStyle/>
            <a:p>
              <a:endParaRPr lang="zh-CN" altLang="en-US"/>
            </a:p>
          </p:txBody>
        </p:sp>
      </p:grpSp>
      <p:sp>
        <p:nvSpPr>
          <p:cNvPr id="155731" name="Rectangle 83"/>
          <p:cNvSpPr>
            <a:spLocks noChangeArrowheads="1"/>
          </p:cNvSpPr>
          <p:nvPr/>
        </p:nvSpPr>
        <p:spPr bwMode="auto">
          <a:xfrm>
            <a:off x="3673475" y="931863"/>
            <a:ext cx="1295400" cy="2057400"/>
          </a:xfrm>
          <a:prstGeom prst="rect">
            <a:avLst/>
          </a:prstGeom>
          <a:solidFill>
            <a:srgbClr val="B2B2B2">
              <a:alpha val="50195"/>
            </a:srgbClr>
          </a:solidFill>
          <a:ln w="9525">
            <a:noFill/>
            <a:miter lim="800000"/>
            <a:headEnd/>
            <a:tailEnd/>
          </a:ln>
        </p:spPr>
        <p:txBody>
          <a:bodyPr wrap="none" anchor="ctr"/>
          <a:lstStyle/>
          <a:p>
            <a:endParaRPr lang="zh-CN" altLang="en-US"/>
          </a:p>
        </p:txBody>
      </p:sp>
      <p:sp>
        <p:nvSpPr>
          <p:cNvPr id="155732" name="Text Box 84"/>
          <p:cNvSpPr txBox="1">
            <a:spLocks noChangeArrowheads="1"/>
          </p:cNvSpPr>
          <p:nvPr/>
        </p:nvSpPr>
        <p:spPr bwMode="auto">
          <a:xfrm>
            <a:off x="284163" y="2532063"/>
            <a:ext cx="492125" cy="457200"/>
          </a:xfrm>
          <a:prstGeom prst="rect">
            <a:avLst/>
          </a:prstGeom>
          <a:noFill/>
          <a:ln w="9525">
            <a:noFill/>
            <a:miter lim="800000"/>
            <a:headEnd/>
            <a:tailEnd/>
          </a:ln>
        </p:spPr>
        <p:txBody>
          <a:bodyPr wrap="none">
            <a:spAutoFit/>
          </a:bodyPr>
          <a:lstStyle/>
          <a:p>
            <a:r>
              <a:rPr kumimoji="1" lang="zh-CN" altLang="en-US" sz="2400">
                <a:solidFill>
                  <a:srgbClr val="FF0000"/>
                </a:solidFill>
                <a:latin typeface="Times New Roman" pitchFamily="18" charset="0"/>
              </a:rPr>
              <a:t>求</a:t>
            </a:r>
          </a:p>
        </p:txBody>
      </p:sp>
      <p:sp>
        <p:nvSpPr>
          <p:cNvPr id="155733" name="Text Box 85"/>
          <p:cNvSpPr txBox="1">
            <a:spLocks noChangeArrowheads="1"/>
          </p:cNvSpPr>
          <p:nvPr/>
        </p:nvSpPr>
        <p:spPr bwMode="auto">
          <a:xfrm>
            <a:off x="284163" y="3113088"/>
            <a:ext cx="492125" cy="457200"/>
          </a:xfrm>
          <a:prstGeom prst="rect">
            <a:avLst/>
          </a:prstGeom>
          <a:noFill/>
          <a:ln w="9525">
            <a:noFill/>
            <a:miter lim="800000"/>
            <a:headEnd/>
            <a:tailEnd/>
          </a:ln>
        </p:spPr>
        <p:txBody>
          <a:bodyPr wrap="none">
            <a:spAutoFit/>
          </a:bodyPr>
          <a:lstStyle/>
          <a:p>
            <a:r>
              <a:rPr kumimoji="1" lang="zh-CN" altLang="en-US" sz="2400">
                <a:solidFill>
                  <a:srgbClr val="FF0000"/>
                </a:solidFill>
                <a:latin typeface="Times New Roman" pitchFamily="18" charset="0"/>
              </a:rPr>
              <a:t>解</a:t>
            </a:r>
          </a:p>
        </p:txBody>
      </p:sp>
      <p:sp>
        <p:nvSpPr>
          <p:cNvPr id="155734" name="Line 86"/>
          <p:cNvSpPr>
            <a:spLocks noChangeShapeType="1"/>
          </p:cNvSpPr>
          <p:nvPr/>
        </p:nvSpPr>
        <p:spPr bwMode="auto">
          <a:xfrm>
            <a:off x="4213225" y="754063"/>
            <a:ext cx="685800" cy="0"/>
          </a:xfrm>
          <a:prstGeom prst="line">
            <a:avLst/>
          </a:prstGeom>
          <a:noFill/>
          <a:ln w="38100">
            <a:solidFill>
              <a:schemeClr val="bg1"/>
            </a:solidFill>
            <a:round/>
            <a:headEnd type="triangle" w="sm" len="lg"/>
            <a:tailEnd/>
          </a:ln>
        </p:spPr>
        <p:txBody>
          <a:bodyPr wrap="none" anchor="ctr"/>
          <a:lstStyle/>
          <a:p>
            <a:endParaRPr lang="zh-CN" altLang="en-US"/>
          </a:p>
        </p:txBody>
      </p:sp>
      <p:sp>
        <p:nvSpPr>
          <p:cNvPr id="155735" name="Line 87"/>
          <p:cNvSpPr>
            <a:spLocks noChangeShapeType="1"/>
          </p:cNvSpPr>
          <p:nvPr/>
        </p:nvSpPr>
        <p:spPr bwMode="auto">
          <a:xfrm>
            <a:off x="4975225" y="906463"/>
            <a:ext cx="3063875" cy="1884362"/>
          </a:xfrm>
          <a:prstGeom prst="line">
            <a:avLst/>
          </a:prstGeom>
          <a:noFill/>
          <a:ln w="28575">
            <a:solidFill>
              <a:srgbClr val="0000FF"/>
            </a:solidFill>
            <a:round/>
            <a:headEnd/>
            <a:tailEnd/>
          </a:ln>
        </p:spPr>
        <p:txBody>
          <a:bodyPr wrap="none" anchor="ctr"/>
          <a:lstStyle/>
          <a:p>
            <a:endParaRPr lang="zh-CN" altLang="en-US"/>
          </a:p>
        </p:txBody>
      </p:sp>
      <p:sp>
        <p:nvSpPr>
          <p:cNvPr id="155736" name="Text Box 88"/>
          <p:cNvSpPr txBox="1">
            <a:spLocks noChangeArrowheads="1"/>
          </p:cNvSpPr>
          <p:nvPr/>
        </p:nvSpPr>
        <p:spPr bwMode="auto">
          <a:xfrm>
            <a:off x="4137025" y="1714500"/>
            <a:ext cx="382588" cy="519113"/>
          </a:xfrm>
          <a:prstGeom prst="rect">
            <a:avLst/>
          </a:prstGeom>
          <a:noFill/>
          <a:ln w="9525">
            <a:noFill/>
            <a:miter lim="800000"/>
            <a:headEnd/>
            <a:tailEnd/>
          </a:ln>
        </p:spPr>
        <p:txBody>
          <a:bodyPr wrap="none">
            <a:spAutoFit/>
          </a:bodyPr>
          <a:lstStyle/>
          <a:p>
            <a:r>
              <a:rPr kumimoji="1" lang="en-US" altLang="zh-CN" sz="2800" i="1">
                <a:solidFill>
                  <a:schemeClr val="tx2"/>
                </a:solidFill>
                <a:latin typeface="Times New Roman" pitchFamily="18" charset="0"/>
              </a:rPr>
              <a:t>h</a:t>
            </a:r>
            <a:endParaRPr kumimoji="1" lang="en-US" altLang="zh-CN" sz="2400">
              <a:solidFill>
                <a:schemeClr val="tx2"/>
              </a:solidFill>
              <a:latin typeface="Times New Roman" pitchFamily="18" charset="0"/>
            </a:endParaRPr>
          </a:p>
        </p:txBody>
      </p:sp>
      <p:graphicFrame>
        <p:nvGraphicFramePr>
          <p:cNvPr id="155737" name="Object 89"/>
          <p:cNvGraphicFramePr>
            <a:graphicFrameLocks noChangeAspect="1"/>
          </p:cNvGraphicFramePr>
          <p:nvPr/>
        </p:nvGraphicFramePr>
        <p:xfrm>
          <a:off x="4365625" y="296863"/>
          <a:ext cx="350838" cy="439737"/>
        </p:xfrm>
        <a:graphic>
          <a:graphicData uri="http://schemas.openxmlformats.org/presentationml/2006/ole">
            <p:oleObj spid="_x0000_s4098" name="Equation" r:id="rId4" imgW="152280" imgH="190440" progId="Equation.3">
              <p:embed/>
            </p:oleObj>
          </a:graphicData>
        </a:graphic>
      </p:graphicFrame>
      <p:sp>
        <p:nvSpPr>
          <p:cNvPr id="155738" name="Text Box 90"/>
          <p:cNvSpPr txBox="1">
            <a:spLocks noChangeArrowheads="1"/>
          </p:cNvSpPr>
          <p:nvPr/>
        </p:nvSpPr>
        <p:spPr bwMode="auto">
          <a:xfrm>
            <a:off x="8480425" y="2887663"/>
            <a:ext cx="381000" cy="519112"/>
          </a:xfrm>
          <a:prstGeom prst="rect">
            <a:avLst/>
          </a:prstGeom>
          <a:noFill/>
          <a:ln w="9525">
            <a:noFill/>
            <a:miter lim="800000"/>
            <a:headEnd/>
            <a:tailEnd/>
          </a:ln>
        </p:spPr>
        <p:txBody>
          <a:bodyPr>
            <a:spAutoFit/>
          </a:bodyPr>
          <a:lstStyle/>
          <a:p>
            <a:pPr>
              <a:spcBef>
                <a:spcPct val="50000"/>
              </a:spcBef>
            </a:pPr>
            <a:r>
              <a:rPr kumimoji="1" lang="en-US" altLang="zh-CN" sz="2800" i="1">
                <a:solidFill>
                  <a:schemeClr val="tx2"/>
                </a:solidFill>
                <a:latin typeface="Times New Roman" pitchFamily="18" charset="0"/>
              </a:rPr>
              <a:t>x</a:t>
            </a:r>
          </a:p>
        </p:txBody>
      </p:sp>
      <p:graphicFrame>
        <p:nvGraphicFramePr>
          <p:cNvPr id="155739" name="Object 91"/>
          <p:cNvGraphicFramePr>
            <a:graphicFrameLocks noChangeAspect="1"/>
          </p:cNvGraphicFramePr>
          <p:nvPr/>
        </p:nvGraphicFramePr>
        <p:xfrm>
          <a:off x="2627313" y="4149725"/>
          <a:ext cx="4789487" cy="582613"/>
        </p:xfrm>
        <a:graphic>
          <a:graphicData uri="http://schemas.openxmlformats.org/presentationml/2006/ole">
            <p:oleObj spid="_x0000_s4099" name="公式" r:id="rId5" imgW="2323800" imgH="291960" progId="Equation.3">
              <p:embed/>
            </p:oleObj>
          </a:graphicData>
        </a:graphic>
      </p:graphicFrame>
      <p:sp>
        <p:nvSpPr>
          <p:cNvPr id="155740" name="Text Box 92"/>
          <p:cNvSpPr txBox="1">
            <a:spLocks noChangeArrowheads="1"/>
          </p:cNvSpPr>
          <p:nvPr/>
        </p:nvSpPr>
        <p:spPr bwMode="auto">
          <a:xfrm>
            <a:off x="685800" y="4229100"/>
            <a:ext cx="1828800" cy="457200"/>
          </a:xfrm>
          <a:prstGeom prst="rect">
            <a:avLst/>
          </a:prstGeom>
          <a:noFill/>
          <a:ln w="9525">
            <a:noFill/>
            <a:miter lim="800000"/>
            <a:headEnd/>
            <a:tailEnd/>
          </a:ln>
        </p:spPr>
        <p:txBody>
          <a:bodyPr>
            <a:spAutoFit/>
          </a:bodyPr>
          <a:lstStyle/>
          <a:p>
            <a:pPr>
              <a:spcBef>
                <a:spcPct val="50000"/>
              </a:spcBef>
            </a:pPr>
            <a:r>
              <a:rPr kumimoji="1" lang="zh-CN" altLang="en-US" sz="2400">
                <a:solidFill>
                  <a:schemeClr val="tx2"/>
                </a:solidFill>
                <a:latin typeface="Times New Roman" pitchFamily="18" charset="0"/>
              </a:rPr>
              <a:t>坐标表示为</a:t>
            </a:r>
          </a:p>
        </p:txBody>
      </p:sp>
      <p:sp>
        <p:nvSpPr>
          <p:cNvPr id="155741" name="Text Box 93"/>
          <p:cNvSpPr txBox="1">
            <a:spLocks noChangeArrowheads="1"/>
          </p:cNvSpPr>
          <p:nvPr/>
        </p:nvSpPr>
        <p:spPr bwMode="auto">
          <a:xfrm>
            <a:off x="284163" y="549275"/>
            <a:ext cx="492125" cy="457200"/>
          </a:xfrm>
          <a:prstGeom prst="rect">
            <a:avLst/>
          </a:prstGeom>
          <a:noFill/>
          <a:ln w="9525">
            <a:noFill/>
            <a:miter lim="800000"/>
            <a:headEnd/>
            <a:tailEnd/>
          </a:ln>
        </p:spPr>
        <p:txBody>
          <a:bodyPr wrap="none">
            <a:spAutoFit/>
          </a:bodyPr>
          <a:lstStyle/>
          <a:p>
            <a:r>
              <a:rPr kumimoji="1" lang="zh-CN" altLang="en-US" sz="2400">
                <a:solidFill>
                  <a:srgbClr val="FF0000"/>
                </a:solidFill>
                <a:latin typeface="Times New Roman" pitchFamily="18" charset="0"/>
              </a:rPr>
              <a:t>例</a:t>
            </a:r>
          </a:p>
        </p:txBody>
      </p:sp>
      <p:sp>
        <p:nvSpPr>
          <p:cNvPr id="155742" name="Text Box 94"/>
          <p:cNvSpPr txBox="1">
            <a:spLocks noChangeArrowheads="1"/>
          </p:cNvSpPr>
          <p:nvPr/>
        </p:nvSpPr>
        <p:spPr bwMode="auto">
          <a:xfrm>
            <a:off x="685800" y="473075"/>
            <a:ext cx="2895600" cy="1920875"/>
          </a:xfrm>
          <a:prstGeom prst="rect">
            <a:avLst/>
          </a:prstGeom>
          <a:noFill/>
          <a:ln w="9525">
            <a:noFill/>
            <a:miter lim="800000"/>
            <a:headEnd/>
            <a:tailEnd/>
          </a:ln>
        </p:spPr>
        <p:txBody>
          <a:bodyPr>
            <a:spAutoFit/>
          </a:bodyPr>
          <a:lstStyle/>
          <a:p>
            <a:pPr>
              <a:lnSpc>
                <a:spcPct val="125000"/>
              </a:lnSpc>
              <a:spcBef>
                <a:spcPct val="50000"/>
              </a:spcBef>
            </a:pPr>
            <a:r>
              <a:rPr kumimoji="1" lang="zh-CN" altLang="en-US" sz="2400">
                <a:solidFill>
                  <a:schemeClr val="tx2"/>
                </a:solidFill>
                <a:latin typeface="Times New Roman" pitchFamily="18" charset="0"/>
              </a:rPr>
              <a:t>如图所示，以速度</a:t>
            </a:r>
            <a:r>
              <a:rPr kumimoji="1" lang="en-US" altLang="zh-CN" sz="2400" i="1">
                <a:solidFill>
                  <a:srgbClr val="FF6600"/>
                </a:solidFill>
                <a:latin typeface="Times New Roman" pitchFamily="18" charset="0"/>
              </a:rPr>
              <a:t>v</a:t>
            </a:r>
            <a:r>
              <a:rPr kumimoji="1" lang="en-US" altLang="zh-CN" sz="2400">
                <a:solidFill>
                  <a:schemeClr val="tx2"/>
                </a:solidFill>
                <a:latin typeface="Times New Roman" pitchFamily="18" charset="0"/>
              </a:rPr>
              <a:t> </a:t>
            </a:r>
            <a:r>
              <a:rPr kumimoji="1" lang="zh-CN" altLang="en-US" sz="2400">
                <a:solidFill>
                  <a:schemeClr val="tx2"/>
                </a:solidFill>
                <a:latin typeface="Times New Roman" pitchFamily="18" charset="0"/>
              </a:rPr>
              <a:t>用绳跨一定滑轮拉湖面上的船，已知绳初长 </a:t>
            </a:r>
            <a:r>
              <a:rPr kumimoji="1" lang="en-US" altLang="zh-CN" sz="2400" i="1">
                <a:solidFill>
                  <a:srgbClr val="FF6600"/>
                </a:solidFill>
                <a:latin typeface="Times New Roman" pitchFamily="18" charset="0"/>
              </a:rPr>
              <a:t>l</a:t>
            </a:r>
            <a:r>
              <a:rPr kumimoji="1" lang="en-US" altLang="zh-CN" sz="2400">
                <a:solidFill>
                  <a:srgbClr val="FF6600"/>
                </a:solidFill>
                <a:latin typeface="Times New Roman" pitchFamily="18" charset="0"/>
              </a:rPr>
              <a:t> </a:t>
            </a:r>
            <a:r>
              <a:rPr kumimoji="1" lang="en-US" altLang="zh-CN" sz="2400" baseline="-25000">
                <a:solidFill>
                  <a:srgbClr val="FF6600"/>
                </a:solidFill>
                <a:latin typeface="Times New Roman" pitchFamily="18" charset="0"/>
              </a:rPr>
              <a:t>0</a:t>
            </a:r>
            <a:r>
              <a:rPr kumimoji="1" lang="zh-CN" altLang="en-US" sz="2400">
                <a:solidFill>
                  <a:schemeClr val="tx2"/>
                </a:solidFill>
                <a:latin typeface="Times New Roman" pitchFamily="18" charset="0"/>
              </a:rPr>
              <a:t>，岸高 </a:t>
            </a:r>
            <a:r>
              <a:rPr kumimoji="1" lang="en-US" altLang="zh-CN" sz="2400" i="1">
                <a:solidFill>
                  <a:srgbClr val="FF6600"/>
                </a:solidFill>
                <a:latin typeface="Times New Roman" pitchFamily="18" charset="0"/>
              </a:rPr>
              <a:t>h</a:t>
            </a:r>
          </a:p>
        </p:txBody>
      </p:sp>
      <p:sp>
        <p:nvSpPr>
          <p:cNvPr id="155743" name="Text Box 95"/>
          <p:cNvSpPr txBox="1">
            <a:spLocks noChangeArrowheads="1"/>
          </p:cNvSpPr>
          <p:nvPr/>
        </p:nvSpPr>
        <p:spPr bwMode="auto">
          <a:xfrm>
            <a:off x="685800" y="3124200"/>
            <a:ext cx="2287588" cy="457200"/>
          </a:xfrm>
          <a:prstGeom prst="rect">
            <a:avLst/>
          </a:prstGeom>
          <a:noFill/>
          <a:ln w="9525">
            <a:noFill/>
            <a:miter lim="800000"/>
            <a:headEnd/>
            <a:tailEnd/>
          </a:ln>
        </p:spPr>
        <p:txBody>
          <a:bodyPr>
            <a:spAutoFit/>
          </a:bodyPr>
          <a:lstStyle/>
          <a:p>
            <a:pPr>
              <a:spcBef>
                <a:spcPct val="50000"/>
              </a:spcBef>
            </a:pPr>
            <a:r>
              <a:rPr kumimoji="1" lang="zh-CN" altLang="en-US" sz="2400">
                <a:solidFill>
                  <a:schemeClr val="tx2"/>
                </a:solidFill>
                <a:latin typeface="楷体_GB2312" pitchFamily="49" charset="-122"/>
                <a:ea typeface="楷体_GB2312" pitchFamily="49" charset="-122"/>
              </a:rPr>
              <a:t>取坐标系如图</a:t>
            </a:r>
          </a:p>
        </p:txBody>
      </p:sp>
      <p:sp>
        <p:nvSpPr>
          <p:cNvPr id="155744" name="Text Box 96"/>
          <p:cNvSpPr txBox="1">
            <a:spLocks noChangeArrowheads="1"/>
          </p:cNvSpPr>
          <p:nvPr/>
        </p:nvSpPr>
        <p:spPr bwMode="auto">
          <a:xfrm>
            <a:off x="685800" y="3657600"/>
            <a:ext cx="1524000" cy="457200"/>
          </a:xfrm>
          <a:prstGeom prst="rect">
            <a:avLst/>
          </a:prstGeom>
          <a:noFill/>
          <a:ln w="9525">
            <a:noFill/>
            <a:miter lim="800000"/>
            <a:headEnd/>
            <a:tailEnd/>
          </a:ln>
        </p:spPr>
        <p:txBody>
          <a:bodyPr>
            <a:spAutoFit/>
          </a:bodyPr>
          <a:lstStyle/>
          <a:p>
            <a:pPr>
              <a:spcBef>
                <a:spcPct val="50000"/>
              </a:spcBef>
            </a:pPr>
            <a:r>
              <a:rPr kumimoji="1" lang="zh-CN" altLang="en-US" sz="2400">
                <a:solidFill>
                  <a:schemeClr val="tx2"/>
                </a:solidFill>
                <a:latin typeface="Times New Roman" pitchFamily="18" charset="0"/>
              </a:rPr>
              <a:t>依题意有</a:t>
            </a:r>
          </a:p>
        </p:txBody>
      </p:sp>
      <p:graphicFrame>
        <p:nvGraphicFramePr>
          <p:cNvPr id="155745" name="Object 97"/>
          <p:cNvGraphicFramePr>
            <a:graphicFrameLocks noChangeAspect="1"/>
          </p:cNvGraphicFramePr>
          <p:nvPr/>
        </p:nvGraphicFramePr>
        <p:xfrm>
          <a:off x="2824163" y="3716338"/>
          <a:ext cx="1676400" cy="457200"/>
        </p:xfrm>
        <a:graphic>
          <a:graphicData uri="http://schemas.openxmlformats.org/presentationml/2006/ole">
            <p:oleObj spid="_x0000_s4100" name="公式" r:id="rId6" imgW="838080" imgH="228600" progId="Equation.3">
              <p:embed/>
            </p:oleObj>
          </a:graphicData>
        </a:graphic>
      </p:graphicFrame>
      <p:sp>
        <p:nvSpPr>
          <p:cNvPr id="155746" name="Line 98"/>
          <p:cNvSpPr>
            <a:spLocks noChangeShapeType="1"/>
          </p:cNvSpPr>
          <p:nvPr/>
        </p:nvSpPr>
        <p:spPr bwMode="auto">
          <a:xfrm rot="922360">
            <a:off x="4748213" y="1196975"/>
            <a:ext cx="2181225" cy="1336675"/>
          </a:xfrm>
          <a:prstGeom prst="line">
            <a:avLst/>
          </a:prstGeom>
          <a:noFill/>
          <a:ln w="28575">
            <a:solidFill>
              <a:srgbClr val="0000FF"/>
            </a:solidFill>
            <a:round/>
            <a:headEnd/>
            <a:tailEnd/>
          </a:ln>
        </p:spPr>
        <p:txBody>
          <a:bodyPr wrap="none" anchor="ctr"/>
          <a:lstStyle/>
          <a:p>
            <a:endParaRPr lang="zh-CN" altLang="en-US"/>
          </a:p>
        </p:txBody>
      </p:sp>
      <p:sp>
        <p:nvSpPr>
          <p:cNvPr id="155747" name="Text Box 99"/>
          <p:cNvSpPr txBox="1">
            <a:spLocks noChangeArrowheads="1"/>
          </p:cNvSpPr>
          <p:nvPr/>
        </p:nvSpPr>
        <p:spPr bwMode="auto">
          <a:xfrm>
            <a:off x="566738" y="5180013"/>
            <a:ext cx="8108950" cy="1200150"/>
          </a:xfrm>
          <a:prstGeom prst="rect">
            <a:avLst/>
          </a:prstGeom>
          <a:noFill/>
          <a:ln w="28575">
            <a:noFill/>
            <a:miter lim="800000"/>
            <a:headEnd/>
            <a:tailEnd/>
          </a:ln>
        </p:spPr>
        <p:txBody>
          <a:bodyPr anchor="ctr">
            <a:spAutoFit/>
          </a:bodyPr>
          <a:lstStyle/>
          <a:p>
            <a:pPr>
              <a:spcBef>
                <a:spcPct val="50000"/>
              </a:spcBef>
            </a:pPr>
            <a:r>
              <a:rPr kumimoji="1" lang="zh-CN" altLang="en-US" sz="2400">
                <a:solidFill>
                  <a:schemeClr val="tx2"/>
                </a:solidFill>
                <a:latin typeface="Times New Roman" pitchFamily="18" charset="0"/>
              </a:rPr>
              <a:t>质点运动学的基本问题之一是确定质点运动学方程。为正确写出质点运动学方程，先要选定参考系、坐标系，明确起始条件等，找出质点坐标随时间变化的函数关系。</a:t>
            </a:r>
          </a:p>
        </p:txBody>
      </p:sp>
      <p:graphicFrame>
        <p:nvGraphicFramePr>
          <p:cNvPr id="155748" name="Object 100"/>
          <p:cNvGraphicFramePr>
            <a:graphicFrameLocks/>
          </p:cNvGraphicFramePr>
          <p:nvPr/>
        </p:nvGraphicFramePr>
        <p:xfrm>
          <a:off x="6194425" y="1058863"/>
          <a:ext cx="349250" cy="554037"/>
        </p:xfrm>
        <a:graphic>
          <a:graphicData uri="http://schemas.openxmlformats.org/presentationml/2006/ole">
            <p:oleObj spid="_x0000_s4101" name="Equation" r:id="rId7" imgW="152280" imgH="241200" progId="Equation.3">
              <p:embed/>
            </p:oleObj>
          </a:graphicData>
        </a:graphic>
      </p:graphicFrame>
      <p:graphicFrame>
        <p:nvGraphicFramePr>
          <p:cNvPr id="155749" name="Object 101"/>
          <p:cNvGraphicFramePr>
            <a:graphicFrameLocks/>
          </p:cNvGraphicFramePr>
          <p:nvPr/>
        </p:nvGraphicFramePr>
        <p:xfrm>
          <a:off x="5280025" y="1820863"/>
          <a:ext cx="647700" cy="465137"/>
        </p:xfrm>
        <a:graphic>
          <a:graphicData uri="http://schemas.openxmlformats.org/presentationml/2006/ole">
            <p:oleObj spid="_x0000_s4102" name="Equation" r:id="rId8" imgW="279360" imgH="203040" progId="Equation.3">
              <p:embed/>
            </p:oleObj>
          </a:graphicData>
        </a:graphic>
      </p:graphicFrame>
      <p:graphicFrame>
        <p:nvGraphicFramePr>
          <p:cNvPr id="155750" name="Object 102"/>
          <p:cNvGraphicFramePr>
            <a:graphicFrameLocks/>
          </p:cNvGraphicFramePr>
          <p:nvPr/>
        </p:nvGraphicFramePr>
        <p:xfrm>
          <a:off x="6800850" y="2963863"/>
          <a:ext cx="765175" cy="465137"/>
        </p:xfrm>
        <a:graphic>
          <a:graphicData uri="http://schemas.openxmlformats.org/presentationml/2006/ole">
            <p:oleObj spid="_x0000_s4103" name="Equation" r:id="rId9" imgW="330120" imgH="203040" progId="Equation.3">
              <p:embed/>
            </p:oleObj>
          </a:graphicData>
        </a:graphic>
      </p:graphicFrame>
      <p:pic>
        <p:nvPicPr>
          <p:cNvPr id="155751" name="Picture 103"/>
          <p:cNvPicPr>
            <a:picLocks noChangeAspect="1" noChangeArrowheads="1"/>
          </p:cNvPicPr>
          <p:nvPr/>
        </p:nvPicPr>
        <p:blipFill>
          <a:blip r:embed="rId10"/>
          <a:srcRect/>
          <a:stretch>
            <a:fillRect/>
          </a:stretch>
        </p:blipFill>
        <p:spPr bwMode="auto">
          <a:xfrm>
            <a:off x="7912100" y="2379663"/>
            <a:ext cx="949325" cy="584200"/>
          </a:xfrm>
          <a:prstGeom prst="rect">
            <a:avLst/>
          </a:prstGeom>
          <a:noFill/>
          <a:ln w="9525">
            <a:noFill/>
            <a:miter lim="800000"/>
            <a:headEnd/>
            <a:tailEnd/>
          </a:ln>
        </p:spPr>
      </p:pic>
      <p:pic>
        <p:nvPicPr>
          <p:cNvPr id="155752" name="Picture 104"/>
          <p:cNvPicPr>
            <a:picLocks noChangeAspect="1" noChangeArrowheads="1"/>
          </p:cNvPicPr>
          <p:nvPr/>
        </p:nvPicPr>
        <p:blipFill>
          <a:blip r:embed="rId11"/>
          <a:srcRect/>
          <a:stretch>
            <a:fillRect/>
          </a:stretch>
        </p:blipFill>
        <p:spPr bwMode="auto">
          <a:xfrm>
            <a:off x="6651625" y="2379663"/>
            <a:ext cx="949325" cy="584200"/>
          </a:xfrm>
          <a:prstGeom prst="rect">
            <a:avLst/>
          </a:prstGeom>
          <a:noFill/>
          <a:ln w="9525">
            <a:noFill/>
            <a:miter lim="800000"/>
            <a:headEnd/>
            <a:tailEnd/>
          </a:ln>
        </p:spPr>
      </p:pic>
      <p:sp>
        <p:nvSpPr>
          <p:cNvPr id="155753" name="Line 105"/>
          <p:cNvSpPr>
            <a:spLocks noChangeShapeType="1"/>
          </p:cNvSpPr>
          <p:nvPr/>
        </p:nvSpPr>
        <p:spPr bwMode="auto">
          <a:xfrm flipH="1">
            <a:off x="3689350" y="915988"/>
            <a:ext cx="1243013" cy="0"/>
          </a:xfrm>
          <a:prstGeom prst="line">
            <a:avLst/>
          </a:prstGeom>
          <a:noFill/>
          <a:ln w="28575">
            <a:solidFill>
              <a:srgbClr val="0000FF"/>
            </a:solidFill>
            <a:round/>
            <a:headEnd/>
            <a:tailEnd/>
          </a:ln>
        </p:spPr>
        <p:txBody>
          <a:bodyPr wrap="none" anchor="ctr"/>
          <a:lstStyle/>
          <a:p>
            <a:endParaRPr lang="zh-CN" altLang="en-US"/>
          </a:p>
        </p:txBody>
      </p:sp>
      <p:sp>
        <p:nvSpPr>
          <p:cNvPr id="155754" name="Rectangle 106"/>
          <p:cNvSpPr>
            <a:spLocks noChangeArrowheads="1"/>
          </p:cNvSpPr>
          <p:nvPr/>
        </p:nvSpPr>
        <p:spPr bwMode="auto">
          <a:xfrm>
            <a:off x="5013325" y="2849563"/>
            <a:ext cx="3886200" cy="152400"/>
          </a:xfrm>
          <a:prstGeom prst="rect">
            <a:avLst/>
          </a:prstGeom>
          <a:solidFill>
            <a:srgbClr val="00CC00"/>
          </a:solidFill>
          <a:ln w="9525">
            <a:noFill/>
            <a:miter lim="800000"/>
            <a:headEnd/>
            <a:tailEnd/>
          </a:ln>
        </p:spPr>
        <p:txBody>
          <a:bodyPr wrap="none" anchor="ctr"/>
          <a:lstStyle/>
          <a:p>
            <a:endParaRPr lang="zh-CN" altLang="en-US"/>
          </a:p>
        </p:txBody>
      </p:sp>
      <p:sp>
        <p:nvSpPr>
          <p:cNvPr id="155755" name="Line 107"/>
          <p:cNvSpPr>
            <a:spLocks noChangeShapeType="1"/>
          </p:cNvSpPr>
          <p:nvPr/>
        </p:nvSpPr>
        <p:spPr bwMode="auto">
          <a:xfrm>
            <a:off x="4975225" y="2944813"/>
            <a:ext cx="3962400" cy="0"/>
          </a:xfrm>
          <a:prstGeom prst="line">
            <a:avLst/>
          </a:prstGeom>
          <a:noFill/>
          <a:ln w="28575">
            <a:solidFill>
              <a:schemeClr val="accent2"/>
            </a:solidFill>
            <a:round/>
            <a:headEnd/>
            <a:tailEnd type="triangle" w="med" len="med"/>
          </a:ln>
        </p:spPr>
        <p:txBody>
          <a:bodyPr wrap="none" anchor="ctr"/>
          <a:lstStyle/>
          <a:p>
            <a:endParaRPr lang="zh-CN" altLang="en-US"/>
          </a:p>
        </p:txBody>
      </p:sp>
      <p:sp>
        <p:nvSpPr>
          <p:cNvPr id="155756" name="Line 108"/>
          <p:cNvSpPr>
            <a:spLocks noChangeShapeType="1"/>
          </p:cNvSpPr>
          <p:nvPr/>
        </p:nvSpPr>
        <p:spPr bwMode="auto">
          <a:xfrm>
            <a:off x="4556125" y="887413"/>
            <a:ext cx="0" cy="2057400"/>
          </a:xfrm>
          <a:prstGeom prst="line">
            <a:avLst/>
          </a:prstGeom>
          <a:noFill/>
          <a:ln w="28575">
            <a:solidFill>
              <a:schemeClr val="accent2"/>
            </a:solidFill>
            <a:round/>
            <a:headEnd type="triangle" w="med" len="med"/>
            <a:tailEnd type="triangle" w="med" len="med"/>
          </a:ln>
        </p:spPr>
        <p:txBody>
          <a:bodyPr wrap="none" anchor="ctr"/>
          <a:lstStyle/>
          <a:p>
            <a:endParaRPr lang="zh-CN" altLang="en-US"/>
          </a:p>
        </p:txBody>
      </p:sp>
      <p:sp>
        <p:nvSpPr>
          <p:cNvPr id="155757" name="Oval 109"/>
          <p:cNvSpPr>
            <a:spLocks noChangeArrowheads="1"/>
          </p:cNvSpPr>
          <p:nvPr/>
        </p:nvSpPr>
        <p:spPr bwMode="auto">
          <a:xfrm>
            <a:off x="4899025" y="887413"/>
            <a:ext cx="123825" cy="128587"/>
          </a:xfrm>
          <a:prstGeom prst="ellipse">
            <a:avLst/>
          </a:prstGeom>
          <a:solidFill>
            <a:schemeClr val="tx2"/>
          </a:solidFill>
          <a:ln w="9525">
            <a:solidFill>
              <a:schemeClr val="tx1"/>
            </a:solidFill>
            <a:round/>
            <a:headEnd/>
            <a:tailEnd/>
          </a:ln>
        </p:spPr>
        <p:txBody>
          <a:bodyPr wrap="none" anchor="ctr"/>
          <a:lstStyle/>
          <a:p>
            <a:endParaRPr lang="zh-CN" altLang="en-US"/>
          </a:p>
        </p:txBody>
      </p:sp>
      <p:sp>
        <p:nvSpPr>
          <p:cNvPr id="155758" name="Rectangle 110"/>
          <p:cNvSpPr>
            <a:spLocks noChangeArrowheads="1"/>
          </p:cNvSpPr>
          <p:nvPr/>
        </p:nvSpPr>
        <p:spPr bwMode="auto">
          <a:xfrm>
            <a:off x="4822825" y="2901950"/>
            <a:ext cx="441325" cy="519113"/>
          </a:xfrm>
          <a:prstGeom prst="rect">
            <a:avLst/>
          </a:prstGeom>
          <a:noFill/>
          <a:ln w="9525">
            <a:noFill/>
            <a:miter lim="800000"/>
            <a:headEnd/>
            <a:tailEnd/>
          </a:ln>
        </p:spPr>
        <p:txBody>
          <a:bodyPr wrap="none" anchor="ctr">
            <a:spAutoFit/>
          </a:bodyPr>
          <a:lstStyle/>
          <a:p>
            <a:pPr algn="ctr">
              <a:spcBef>
                <a:spcPct val="50000"/>
              </a:spcBef>
            </a:pPr>
            <a:r>
              <a:rPr kumimoji="1" lang="en-US" altLang="zh-CN" sz="2800" i="1">
                <a:solidFill>
                  <a:schemeClr val="tx2"/>
                </a:solidFill>
                <a:latin typeface="Times New Roman" pitchFamily="18" charset="0"/>
              </a:rPr>
              <a:t>O</a:t>
            </a:r>
          </a:p>
        </p:txBody>
      </p:sp>
      <p:sp>
        <p:nvSpPr>
          <p:cNvPr id="155759" name="Rectangle 111"/>
          <p:cNvSpPr>
            <a:spLocks noChangeArrowheads="1"/>
          </p:cNvSpPr>
          <p:nvPr/>
        </p:nvSpPr>
        <p:spPr bwMode="auto">
          <a:xfrm>
            <a:off x="688975" y="2538413"/>
            <a:ext cx="2022475" cy="457200"/>
          </a:xfrm>
          <a:prstGeom prst="rect">
            <a:avLst/>
          </a:prstGeom>
          <a:noFill/>
          <a:ln w="9525">
            <a:noFill/>
            <a:miter lim="800000"/>
            <a:headEnd/>
            <a:tailEnd/>
          </a:ln>
        </p:spPr>
        <p:txBody>
          <a:bodyPr wrap="none" anchor="ctr">
            <a:spAutoFit/>
          </a:bodyPr>
          <a:lstStyle/>
          <a:p>
            <a:pPr algn="ctr"/>
            <a:r>
              <a:rPr kumimoji="1" lang="zh-CN" altLang="en-US" sz="2400">
                <a:solidFill>
                  <a:schemeClr val="tx2"/>
                </a:solidFill>
                <a:latin typeface="Times New Roman" pitchFamily="18" charset="0"/>
              </a:rPr>
              <a:t>船的运动方程</a:t>
            </a:r>
          </a:p>
        </p:txBody>
      </p:sp>
      <p:sp>
        <p:nvSpPr>
          <p:cNvPr id="155760" name="Rectangle 112"/>
          <p:cNvSpPr>
            <a:spLocks noChangeArrowheads="1"/>
          </p:cNvSpPr>
          <p:nvPr/>
        </p:nvSpPr>
        <p:spPr bwMode="auto">
          <a:xfrm>
            <a:off x="190500" y="4746625"/>
            <a:ext cx="1831975" cy="457200"/>
          </a:xfrm>
          <a:prstGeom prst="rect">
            <a:avLst/>
          </a:prstGeom>
          <a:noFill/>
          <a:ln w="9525">
            <a:noFill/>
            <a:miter lim="800000"/>
            <a:headEnd/>
            <a:tailEnd/>
          </a:ln>
        </p:spPr>
        <p:txBody>
          <a:bodyPr>
            <a:spAutoFit/>
          </a:bodyPr>
          <a:lstStyle/>
          <a:p>
            <a:pPr>
              <a:buClr>
                <a:srgbClr val="990033"/>
              </a:buClr>
              <a:buFont typeface="Wingdings" pitchFamily="2" charset="2"/>
              <a:buNone/>
            </a:pPr>
            <a:r>
              <a:rPr kumimoji="1" lang="zh-CN" altLang="en-US" sz="2400">
                <a:solidFill>
                  <a:srgbClr val="FF0000"/>
                </a:solidFill>
                <a:latin typeface="Times New Roman" pitchFamily="18" charset="0"/>
              </a:rPr>
              <a:t> 说明</a:t>
            </a:r>
            <a:r>
              <a:rPr kumimoji="1" lang="en-US" altLang="zh-CN" sz="2400">
                <a:solidFill>
                  <a:srgbClr val="FF0000"/>
                </a:solidFill>
                <a:latin typeface="Times New Roman" pitchFamily="18" charset="0"/>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5741"/>
                                        </p:tgtEl>
                                        <p:attrNameLst>
                                          <p:attrName>style.visibility</p:attrName>
                                        </p:attrNameLst>
                                      </p:cBhvr>
                                      <p:to>
                                        <p:strVal val="visible"/>
                                      </p:to>
                                    </p:set>
                                    <p:animEffect transition="in" filter="wipe(left)">
                                      <p:cBhvr>
                                        <p:cTn id="7" dur="500"/>
                                        <p:tgtEl>
                                          <p:spTgt spid="1557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55742"/>
                                        </p:tgtEl>
                                        <p:attrNameLst>
                                          <p:attrName>style.visibility</p:attrName>
                                        </p:attrNameLst>
                                      </p:cBhvr>
                                      <p:to>
                                        <p:strVal val="visible"/>
                                      </p:to>
                                    </p:set>
                                    <p:animEffect transition="in" filter="wipe(up)">
                                      <p:cBhvr>
                                        <p:cTn id="12" dur="2000"/>
                                        <p:tgtEl>
                                          <p:spTgt spid="15574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557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55754"/>
                                        </p:tgtEl>
                                        <p:attrNameLst>
                                          <p:attrName>style.visibility</p:attrName>
                                        </p:attrNameLst>
                                      </p:cBhvr>
                                      <p:to>
                                        <p:strVal val="visible"/>
                                      </p:to>
                                    </p:set>
                                    <p:animEffect transition="in" filter="wipe(left)">
                                      <p:cBhvr>
                                        <p:cTn id="21" dur="500"/>
                                        <p:tgtEl>
                                          <p:spTgt spid="15575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down)">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2" fill="hold" nodeType="clickEffect">
                                  <p:stCondLst>
                                    <p:cond delay="0"/>
                                  </p:stCondLst>
                                  <p:childTnLst>
                                    <p:set>
                                      <p:cBhvr>
                                        <p:cTn id="30" dur="1" fill="hold">
                                          <p:stCondLst>
                                            <p:cond delay="0"/>
                                          </p:stCondLst>
                                        </p:cTn>
                                        <p:tgtEl>
                                          <p:spTgt spid="155751"/>
                                        </p:tgtEl>
                                        <p:attrNameLst>
                                          <p:attrName>style.visibility</p:attrName>
                                        </p:attrNameLst>
                                      </p:cBhvr>
                                      <p:to>
                                        <p:strVal val="visible"/>
                                      </p:to>
                                    </p:set>
                                    <p:animEffect transition="in" filter="slide(fromRight)">
                                      <p:cBhvr>
                                        <p:cTn id="31" dur="2000"/>
                                        <p:tgtEl>
                                          <p:spTgt spid="155751"/>
                                        </p:tgtEl>
                                      </p:cBhvr>
                                    </p:animEffect>
                                  </p:childTnLst>
                                </p:cTn>
                              </p:par>
                            </p:childTnLst>
                          </p:cTn>
                        </p:par>
                        <p:par>
                          <p:cTn id="32" fill="hold">
                            <p:stCondLst>
                              <p:cond delay="2000"/>
                            </p:stCondLst>
                            <p:childTnLst>
                              <p:par>
                                <p:cTn id="33" presetID="22" presetClass="entr" presetSubtype="2" fill="hold" grpId="0" nodeType="afterEffect">
                                  <p:stCondLst>
                                    <p:cond delay="0"/>
                                  </p:stCondLst>
                                  <p:childTnLst>
                                    <p:set>
                                      <p:cBhvr>
                                        <p:cTn id="34" dur="1" fill="hold">
                                          <p:stCondLst>
                                            <p:cond delay="0"/>
                                          </p:stCondLst>
                                        </p:cTn>
                                        <p:tgtEl>
                                          <p:spTgt spid="155735"/>
                                        </p:tgtEl>
                                        <p:attrNameLst>
                                          <p:attrName>style.visibility</p:attrName>
                                        </p:attrNameLst>
                                      </p:cBhvr>
                                      <p:to>
                                        <p:strVal val="visible"/>
                                      </p:to>
                                    </p:set>
                                    <p:animEffect transition="in" filter="wipe(right)">
                                      <p:cBhvr>
                                        <p:cTn id="35" dur="500"/>
                                        <p:tgtEl>
                                          <p:spTgt spid="155735"/>
                                        </p:tgtEl>
                                      </p:cBhvr>
                                    </p:animEffect>
                                  </p:childTnLst>
                                </p:cTn>
                              </p:par>
                            </p:childTnLst>
                          </p:cTn>
                        </p:par>
                        <p:par>
                          <p:cTn id="36" fill="hold">
                            <p:stCondLst>
                              <p:cond delay="2500"/>
                            </p:stCondLst>
                            <p:childTnLst>
                              <p:par>
                                <p:cTn id="37" presetID="1" presetClass="entr" presetSubtype="0" fill="hold" grpId="0" nodeType="afterEffect">
                                  <p:stCondLst>
                                    <p:cond delay="0"/>
                                  </p:stCondLst>
                                  <p:childTnLst>
                                    <p:set>
                                      <p:cBhvr>
                                        <p:cTn id="38" dur="1" fill="hold">
                                          <p:stCondLst>
                                            <p:cond delay="499"/>
                                          </p:stCondLst>
                                        </p:cTn>
                                        <p:tgtEl>
                                          <p:spTgt spid="155757"/>
                                        </p:tgtEl>
                                        <p:attrNameLst>
                                          <p:attrName>style.visibility</p:attrName>
                                        </p:attrNameLst>
                                      </p:cBhvr>
                                      <p:to>
                                        <p:strVal val="visible"/>
                                      </p:to>
                                    </p:set>
                                  </p:childTnLst>
                                </p:cTn>
                              </p:par>
                            </p:childTnLst>
                          </p:cTn>
                        </p:par>
                        <p:par>
                          <p:cTn id="39" fill="hold">
                            <p:stCondLst>
                              <p:cond delay="3000"/>
                            </p:stCondLst>
                            <p:childTnLst>
                              <p:par>
                                <p:cTn id="40" presetID="22" presetClass="entr" presetSubtype="2" fill="hold" grpId="0" nodeType="afterEffect">
                                  <p:stCondLst>
                                    <p:cond delay="0"/>
                                  </p:stCondLst>
                                  <p:childTnLst>
                                    <p:set>
                                      <p:cBhvr>
                                        <p:cTn id="41" dur="1" fill="hold">
                                          <p:stCondLst>
                                            <p:cond delay="0"/>
                                          </p:stCondLst>
                                        </p:cTn>
                                        <p:tgtEl>
                                          <p:spTgt spid="155753"/>
                                        </p:tgtEl>
                                        <p:attrNameLst>
                                          <p:attrName>style.visibility</p:attrName>
                                        </p:attrNameLst>
                                      </p:cBhvr>
                                      <p:to>
                                        <p:strVal val="visible"/>
                                      </p:to>
                                    </p:set>
                                    <p:animEffect transition="in" filter="wipe(right)">
                                      <p:cBhvr>
                                        <p:cTn id="42" dur="500"/>
                                        <p:tgtEl>
                                          <p:spTgt spid="155753"/>
                                        </p:tgtEl>
                                      </p:cBhvr>
                                    </p:animEffect>
                                  </p:childTnLst>
                                </p:cTn>
                              </p:par>
                            </p:childTnLst>
                          </p:cTn>
                        </p:par>
                        <p:par>
                          <p:cTn id="43" fill="hold">
                            <p:stCondLst>
                              <p:cond delay="3500"/>
                            </p:stCondLst>
                            <p:childTnLst>
                              <p:par>
                                <p:cTn id="44" presetID="22" presetClass="entr" presetSubtype="2" fill="hold" grpId="0" nodeType="afterEffect">
                                  <p:stCondLst>
                                    <p:cond delay="0"/>
                                  </p:stCondLst>
                                  <p:childTnLst>
                                    <p:set>
                                      <p:cBhvr>
                                        <p:cTn id="45" dur="1" fill="hold">
                                          <p:stCondLst>
                                            <p:cond delay="0"/>
                                          </p:stCondLst>
                                        </p:cTn>
                                        <p:tgtEl>
                                          <p:spTgt spid="155734"/>
                                        </p:tgtEl>
                                        <p:attrNameLst>
                                          <p:attrName>style.visibility</p:attrName>
                                        </p:attrNameLst>
                                      </p:cBhvr>
                                      <p:to>
                                        <p:strVal val="visible"/>
                                      </p:to>
                                    </p:set>
                                    <p:animEffect transition="in" filter="wipe(right)">
                                      <p:cBhvr>
                                        <p:cTn id="46" dur="500"/>
                                        <p:tgtEl>
                                          <p:spTgt spid="155734"/>
                                        </p:tgtEl>
                                      </p:cBhvr>
                                    </p:animEffect>
                                  </p:childTnLst>
                                </p:cTn>
                              </p:par>
                            </p:childTnLst>
                          </p:cTn>
                        </p:par>
                        <p:par>
                          <p:cTn id="47" fill="hold">
                            <p:stCondLst>
                              <p:cond delay="4000"/>
                            </p:stCondLst>
                            <p:childTnLst>
                              <p:par>
                                <p:cTn id="48" presetID="22" presetClass="entr" presetSubtype="8" fill="hold" nodeType="afterEffect">
                                  <p:stCondLst>
                                    <p:cond delay="0"/>
                                  </p:stCondLst>
                                  <p:childTnLst>
                                    <p:set>
                                      <p:cBhvr>
                                        <p:cTn id="49" dur="1" fill="hold">
                                          <p:stCondLst>
                                            <p:cond delay="0"/>
                                          </p:stCondLst>
                                        </p:cTn>
                                        <p:tgtEl>
                                          <p:spTgt spid="155737"/>
                                        </p:tgtEl>
                                        <p:attrNameLst>
                                          <p:attrName>style.visibility</p:attrName>
                                        </p:attrNameLst>
                                      </p:cBhvr>
                                      <p:to>
                                        <p:strVal val="visible"/>
                                      </p:to>
                                    </p:set>
                                    <p:animEffect transition="in" filter="wipe(left)">
                                      <p:cBhvr>
                                        <p:cTn id="50" dur="500"/>
                                        <p:tgtEl>
                                          <p:spTgt spid="155737"/>
                                        </p:tgtEl>
                                      </p:cBhvr>
                                    </p:animEffect>
                                  </p:childTnLst>
                                </p:cTn>
                              </p:par>
                            </p:childTnLst>
                          </p:cTn>
                        </p:par>
                        <p:par>
                          <p:cTn id="51" fill="hold">
                            <p:stCondLst>
                              <p:cond delay="4500"/>
                            </p:stCondLst>
                            <p:childTnLst>
                              <p:par>
                                <p:cTn id="52" presetID="1" presetClass="entr" presetSubtype="0" fill="hold" nodeType="afterEffect">
                                  <p:stCondLst>
                                    <p:cond delay="0"/>
                                  </p:stCondLst>
                                  <p:childTnLst>
                                    <p:set>
                                      <p:cBhvr>
                                        <p:cTn id="53" dur="1" fill="hold">
                                          <p:stCondLst>
                                            <p:cond delay="499"/>
                                          </p:stCondLst>
                                        </p:cTn>
                                        <p:tgtEl>
                                          <p:spTgt spid="155748"/>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155756"/>
                                        </p:tgtEl>
                                        <p:attrNameLst>
                                          <p:attrName>style.visibility</p:attrName>
                                        </p:attrNameLst>
                                      </p:cBhvr>
                                      <p:to>
                                        <p:strVal val="visible"/>
                                      </p:to>
                                    </p:set>
                                    <p:animEffect transition="in" filter="wipe(up)">
                                      <p:cBhvr>
                                        <p:cTn id="58" dur="500"/>
                                        <p:tgtEl>
                                          <p:spTgt spid="155756"/>
                                        </p:tgtEl>
                                      </p:cBhvr>
                                    </p:animEffect>
                                  </p:childTnLst>
                                </p:cTn>
                              </p:par>
                            </p:childTnLst>
                          </p:cTn>
                        </p:par>
                        <p:par>
                          <p:cTn id="59" fill="hold">
                            <p:stCondLst>
                              <p:cond delay="500"/>
                            </p:stCondLst>
                            <p:childTnLst>
                              <p:par>
                                <p:cTn id="60" presetID="1" presetClass="entr" presetSubtype="0" fill="hold" grpId="0" nodeType="afterEffect">
                                  <p:stCondLst>
                                    <p:cond delay="0"/>
                                  </p:stCondLst>
                                  <p:childTnLst>
                                    <p:set>
                                      <p:cBhvr>
                                        <p:cTn id="61" dur="1" fill="hold">
                                          <p:stCondLst>
                                            <p:cond delay="499"/>
                                          </p:stCondLst>
                                        </p:cTn>
                                        <p:tgtEl>
                                          <p:spTgt spid="155736"/>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55732"/>
                                        </p:tgtEl>
                                        <p:attrNameLst>
                                          <p:attrName>style.visibility</p:attrName>
                                        </p:attrNameLst>
                                      </p:cBhvr>
                                      <p:to>
                                        <p:strVal val="visible"/>
                                      </p:to>
                                    </p:set>
                                    <p:animEffect transition="in" filter="wipe(left)">
                                      <p:cBhvr>
                                        <p:cTn id="66" dur="500"/>
                                        <p:tgtEl>
                                          <p:spTgt spid="155732"/>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55759">
                                            <p:txEl>
                                              <p:pRg st="0" end="0"/>
                                            </p:txEl>
                                          </p:spTgt>
                                        </p:tgtEl>
                                        <p:attrNameLst>
                                          <p:attrName>style.visibility</p:attrName>
                                        </p:attrNameLst>
                                      </p:cBhvr>
                                      <p:to>
                                        <p:strVal val="visible"/>
                                      </p:to>
                                    </p:set>
                                    <p:animEffect transition="in" filter="wipe(left)">
                                      <p:cBhvr>
                                        <p:cTn id="71" dur="500"/>
                                        <p:tgtEl>
                                          <p:spTgt spid="155759">
                                            <p:txEl>
                                              <p:pRg st="0" end="0"/>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499"/>
                                          </p:stCondLst>
                                        </p:cTn>
                                        <p:tgtEl>
                                          <p:spTgt spid="155733"/>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55743"/>
                                        </p:tgtEl>
                                        <p:attrNameLst>
                                          <p:attrName>style.visibility</p:attrName>
                                        </p:attrNameLst>
                                      </p:cBhvr>
                                      <p:to>
                                        <p:strVal val="visible"/>
                                      </p:to>
                                    </p:set>
                                    <p:animEffect transition="in" filter="wipe(left)">
                                      <p:cBhvr>
                                        <p:cTn id="80" dur="500"/>
                                        <p:tgtEl>
                                          <p:spTgt spid="155743"/>
                                        </p:tgtEl>
                                      </p:cBhvr>
                                    </p:animEffect>
                                  </p:childTnLst>
                                </p:cTn>
                              </p:par>
                            </p:childTnLst>
                          </p:cTn>
                        </p:par>
                        <p:par>
                          <p:cTn id="81" fill="hold">
                            <p:stCondLst>
                              <p:cond delay="500"/>
                            </p:stCondLst>
                            <p:childTnLst>
                              <p:par>
                                <p:cTn id="82" presetID="1" presetClass="entr" presetSubtype="0" fill="hold" grpId="0" nodeType="afterEffect">
                                  <p:stCondLst>
                                    <p:cond delay="0"/>
                                  </p:stCondLst>
                                  <p:childTnLst>
                                    <p:set>
                                      <p:cBhvr>
                                        <p:cTn id="83" dur="1" fill="hold">
                                          <p:stCondLst>
                                            <p:cond delay="499"/>
                                          </p:stCondLst>
                                        </p:cTn>
                                        <p:tgtEl>
                                          <p:spTgt spid="155758"/>
                                        </p:tgtEl>
                                        <p:attrNameLst>
                                          <p:attrName>style.visibility</p:attrName>
                                        </p:attrNameLst>
                                      </p:cBhvr>
                                      <p:to>
                                        <p:strVal val="visible"/>
                                      </p:to>
                                    </p:set>
                                  </p:childTnLst>
                                  <p:subTnLst>
                                    <p:audio>
                                      <p:cMediaNode>
                                        <p:cTn display="0" masterRel="sameClick">
                                          <p:stCondLst>
                                            <p:cond evt="begin" delay="0">
                                              <p:tn val="82"/>
                                            </p:cond>
                                          </p:stCondLst>
                                          <p:endCondLst>
                                            <p:cond evt="onStopAudio" delay="0">
                                              <p:tgtEl>
                                                <p:sldTgt/>
                                              </p:tgtEl>
                                            </p:cond>
                                          </p:endCondLst>
                                        </p:cTn>
                                        <p:tgtEl>
                                          <p:sndTgt r:embed="rId3" name="CARBRAKE.WAV" builtIn="1"/>
                                        </p:tgtEl>
                                      </p:cMediaNode>
                                    </p:audio>
                                  </p:subTnLst>
                                </p:cTn>
                              </p:par>
                            </p:childTnLst>
                          </p:cTn>
                        </p:par>
                        <p:par>
                          <p:cTn id="84" fill="hold">
                            <p:stCondLst>
                              <p:cond delay="1000"/>
                            </p:stCondLst>
                            <p:childTnLst>
                              <p:par>
                                <p:cTn id="85" presetID="22" presetClass="entr" presetSubtype="8" fill="hold" grpId="0" nodeType="afterEffect">
                                  <p:stCondLst>
                                    <p:cond delay="0"/>
                                  </p:stCondLst>
                                  <p:childTnLst>
                                    <p:set>
                                      <p:cBhvr>
                                        <p:cTn id="86" dur="1" fill="hold">
                                          <p:stCondLst>
                                            <p:cond delay="0"/>
                                          </p:stCondLst>
                                        </p:cTn>
                                        <p:tgtEl>
                                          <p:spTgt spid="155755"/>
                                        </p:tgtEl>
                                        <p:attrNameLst>
                                          <p:attrName>style.visibility</p:attrName>
                                        </p:attrNameLst>
                                      </p:cBhvr>
                                      <p:to>
                                        <p:strVal val="visible"/>
                                      </p:to>
                                    </p:set>
                                    <p:animEffect transition="in" filter="wipe(left)">
                                      <p:cBhvr>
                                        <p:cTn id="87" dur="500"/>
                                        <p:tgtEl>
                                          <p:spTgt spid="155755"/>
                                        </p:tgtEl>
                                      </p:cBhvr>
                                    </p:animEffect>
                                  </p:childTnLst>
                                </p:cTn>
                              </p:par>
                            </p:childTnLst>
                          </p:cTn>
                        </p:par>
                        <p:par>
                          <p:cTn id="88" fill="hold">
                            <p:stCondLst>
                              <p:cond delay="1500"/>
                            </p:stCondLst>
                            <p:childTnLst>
                              <p:par>
                                <p:cTn id="89" presetID="1" presetClass="entr" presetSubtype="0" fill="hold" grpId="0" nodeType="afterEffect">
                                  <p:stCondLst>
                                    <p:cond delay="0"/>
                                  </p:stCondLst>
                                  <p:childTnLst>
                                    <p:set>
                                      <p:cBhvr>
                                        <p:cTn id="90" dur="1" fill="hold">
                                          <p:stCondLst>
                                            <p:cond delay="499"/>
                                          </p:stCondLst>
                                        </p:cTn>
                                        <p:tgtEl>
                                          <p:spTgt spid="155738"/>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2" presetClass="entr" presetSubtype="2" fill="hold" nodeType="clickEffect">
                                  <p:stCondLst>
                                    <p:cond delay="0"/>
                                  </p:stCondLst>
                                  <p:childTnLst>
                                    <p:set>
                                      <p:cBhvr>
                                        <p:cTn id="94" dur="1" fill="hold">
                                          <p:stCondLst>
                                            <p:cond delay="0"/>
                                          </p:stCondLst>
                                        </p:cTn>
                                        <p:tgtEl>
                                          <p:spTgt spid="155752"/>
                                        </p:tgtEl>
                                        <p:attrNameLst>
                                          <p:attrName>style.visibility</p:attrName>
                                        </p:attrNameLst>
                                      </p:cBhvr>
                                      <p:to>
                                        <p:strVal val="visible"/>
                                      </p:to>
                                    </p:set>
                                    <p:animEffect transition="in" filter="slide(fromRight)">
                                      <p:cBhvr>
                                        <p:cTn id="95" dur="2000"/>
                                        <p:tgtEl>
                                          <p:spTgt spid="155752"/>
                                        </p:tgtEl>
                                      </p:cBhvr>
                                    </p:animEffect>
                                  </p:childTnLst>
                                </p:cTn>
                              </p:par>
                            </p:childTnLst>
                          </p:cTn>
                        </p:par>
                        <p:par>
                          <p:cTn id="96" fill="hold">
                            <p:stCondLst>
                              <p:cond delay="2000"/>
                            </p:stCondLst>
                            <p:childTnLst>
                              <p:par>
                                <p:cTn id="97" presetID="22" presetClass="entr" presetSubtype="2" fill="hold" grpId="0" nodeType="afterEffect">
                                  <p:stCondLst>
                                    <p:cond delay="0"/>
                                  </p:stCondLst>
                                  <p:childTnLst>
                                    <p:set>
                                      <p:cBhvr>
                                        <p:cTn id="98" dur="1" fill="hold">
                                          <p:stCondLst>
                                            <p:cond delay="0"/>
                                          </p:stCondLst>
                                        </p:cTn>
                                        <p:tgtEl>
                                          <p:spTgt spid="155746"/>
                                        </p:tgtEl>
                                        <p:attrNameLst>
                                          <p:attrName>style.visibility</p:attrName>
                                        </p:attrNameLst>
                                      </p:cBhvr>
                                      <p:to>
                                        <p:strVal val="visible"/>
                                      </p:to>
                                    </p:set>
                                    <p:animEffect transition="in" filter="wipe(right)">
                                      <p:cBhvr>
                                        <p:cTn id="99" dur="500"/>
                                        <p:tgtEl>
                                          <p:spTgt spid="155746"/>
                                        </p:tgtEl>
                                      </p:cBhvr>
                                    </p:animEffect>
                                  </p:childTnLst>
                                </p:cTn>
                              </p:par>
                            </p:childTnLst>
                          </p:cTn>
                        </p:par>
                        <p:par>
                          <p:cTn id="100" fill="hold">
                            <p:stCondLst>
                              <p:cond delay="2500"/>
                            </p:stCondLst>
                            <p:childTnLst>
                              <p:par>
                                <p:cTn id="101" presetID="1" presetClass="entr" presetSubtype="0" fill="hold" nodeType="afterEffect">
                                  <p:stCondLst>
                                    <p:cond delay="0"/>
                                  </p:stCondLst>
                                  <p:childTnLst>
                                    <p:set>
                                      <p:cBhvr>
                                        <p:cTn id="102" dur="1" fill="hold">
                                          <p:stCondLst>
                                            <p:cond delay="499"/>
                                          </p:stCondLst>
                                        </p:cTn>
                                        <p:tgtEl>
                                          <p:spTgt spid="155750"/>
                                        </p:tgtEl>
                                        <p:attrNameLst>
                                          <p:attrName>style.visibility</p:attrName>
                                        </p:attrNameLst>
                                      </p:cBhvr>
                                      <p:to>
                                        <p:strVal val="visible"/>
                                      </p:to>
                                    </p:set>
                                  </p:childTnLst>
                                  <p:subTnLst>
                                    <p:audio>
                                      <p:cMediaNode>
                                        <p:cTn display="0" masterRel="sameClick">
                                          <p:stCondLst>
                                            <p:cond evt="begin" delay="0">
                                              <p:tn val="101"/>
                                            </p:cond>
                                          </p:stCondLst>
                                          <p:endCondLst>
                                            <p:cond evt="onStopAudio" delay="0">
                                              <p:tgtEl>
                                                <p:sldTgt/>
                                              </p:tgtEl>
                                            </p:cond>
                                          </p:endCondLst>
                                        </p:cTn>
                                        <p:tgtEl>
                                          <p:sndTgt r:embed="rId3" name="CARBRAKE.WAV" builtIn="1"/>
                                        </p:tgtEl>
                                      </p:cMediaNode>
                                    </p:audio>
                                  </p:subTnLst>
                                </p:cTn>
                              </p:par>
                            </p:childTnLst>
                          </p:cTn>
                        </p:par>
                        <p:par>
                          <p:cTn id="103" fill="hold">
                            <p:stCondLst>
                              <p:cond delay="3000"/>
                            </p:stCondLst>
                            <p:childTnLst>
                              <p:par>
                                <p:cTn id="104" presetID="1" presetClass="entr" presetSubtype="0" fill="hold" nodeType="afterEffect">
                                  <p:stCondLst>
                                    <p:cond delay="0"/>
                                  </p:stCondLst>
                                  <p:childTnLst>
                                    <p:set>
                                      <p:cBhvr>
                                        <p:cTn id="105" dur="1" fill="hold">
                                          <p:stCondLst>
                                            <p:cond delay="499"/>
                                          </p:stCondLst>
                                        </p:cTn>
                                        <p:tgtEl>
                                          <p:spTgt spid="155749"/>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155744"/>
                                        </p:tgtEl>
                                        <p:attrNameLst>
                                          <p:attrName>style.visibility</p:attrName>
                                        </p:attrNameLst>
                                      </p:cBhvr>
                                      <p:to>
                                        <p:strVal val="visible"/>
                                      </p:to>
                                    </p:set>
                                    <p:animEffect transition="in" filter="wipe(left)">
                                      <p:cBhvr>
                                        <p:cTn id="110" dur="500"/>
                                        <p:tgtEl>
                                          <p:spTgt spid="155744"/>
                                        </p:tgtEl>
                                      </p:cBhvr>
                                    </p:animEffect>
                                  </p:childTnLst>
                                </p:cTn>
                              </p:par>
                            </p:childTnLst>
                          </p:cTn>
                        </p:par>
                      </p:childTnLst>
                    </p:cTn>
                  </p:par>
                  <p:par>
                    <p:cTn id="111" fill="hold">
                      <p:stCondLst>
                        <p:cond delay="indefinite"/>
                      </p:stCondLst>
                      <p:childTnLst>
                        <p:par>
                          <p:cTn id="112" fill="hold">
                            <p:stCondLst>
                              <p:cond delay="0"/>
                            </p:stCondLst>
                            <p:childTnLst>
                              <p:par>
                                <p:cTn id="113" presetID="23" presetClass="entr" presetSubtype="16" fill="hold" nodeType="clickEffect">
                                  <p:stCondLst>
                                    <p:cond delay="0"/>
                                  </p:stCondLst>
                                  <p:childTnLst>
                                    <p:set>
                                      <p:cBhvr>
                                        <p:cTn id="114" dur="1" fill="hold">
                                          <p:stCondLst>
                                            <p:cond delay="0"/>
                                          </p:stCondLst>
                                        </p:cTn>
                                        <p:tgtEl>
                                          <p:spTgt spid="155745"/>
                                        </p:tgtEl>
                                        <p:attrNameLst>
                                          <p:attrName>style.visibility</p:attrName>
                                        </p:attrNameLst>
                                      </p:cBhvr>
                                      <p:to>
                                        <p:strVal val="visible"/>
                                      </p:to>
                                    </p:set>
                                    <p:anim calcmode="lin" valueType="num">
                                      <p:cBhvr>
                                        <p:cTn id="115" dur="500" fill="hold"/>
                                        <p:tgtEl>
                                          <p:spTgt spid="155745"/>
                                        </p:tgtEl>
                                        <p:attrNameLst>
                                          <p:attrName>ppt_w</p:attrName>
                                        </p:attrNameLst>
                                      </p:cBhvr>
                                      <p:tavLst>
                                        <p:tav tm="0">
                                          <p:val>
                                            <p:fltVal val="0"/>
                                          </p:val>
                                        </p:tav>
                                        <p:tav tm="100000">
                                          <p:val>
                                            <p:strVal val="#ppt_w"/>
                                          </p:val>
                                        </p:tav>
                                      </p:tavLst>
                                    </p:anim>
                                    <p:anim calcmode="lin" valueType="num">
                                      <p:cBhvr>
                                        <p:cTn id="116" dur="500" fill="hold"/>
                                        <p:tgtEl>
                                          <p:spTgt spid="155745"/>
                                        </p:tgtEl>
                                        <p:attrNameLst>
                                          <p:attrName>ppt_h</p:attrName>
                                        </p:attrNameLst>
                                      </p:cBhvr>
                                      <p:tavLst>
                                        <p:tav tm="0">
                                          <p:val>
                                            <p:fltVal val="0"/>
                                          </p:val>
                                        </p:tav>
                                        <p:tav tm="100000">
                                          <p:val>
                                            <p:strVal val="#ppt_h"/>
                                          </p:val>
                                        </p:tav>
                                      </p:tavLst>
                                    </p:anim>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grpId="0" nodeType="clickEffect">
                                  <p:stCondLst>
                                    <p:cond delay="0"/>
                                  </p:stCondLst>
                                  <p:childTnLst>
                                    <p:set>
                                      <p:cBhvr>
                                        <p:cTn id="120" dur="1" fill="hold">
                                          <p:stCondLst>
                                            <p:cond delay="0"/>
                                          </p:stCondLst>
                                        </p:cTn>
                                        <p:tgtEl>
                                          <p:spTgt spid="155740"/>
                                        </p:tgtEl>
                                        <p:attrNameLst>
                                          <p:attrName>style.visibility</p:attrName>
                                        </p:attrNameLst>
                                      </p:cBhvr>
                                      <p:to>
                                        <p:strVal val="visible"/>
                                      </p:to>
                                    </p:set>
                                    <p:animEffect transition="in" filter="wipe(left)">
                                      <p:cBhvr>
                                        <p:cTn id="121" dur="500"/>
                                        <p:tgtEl>
                                          <p:spTgt spid="155740"/>
                                        </p:tgtEl>
                                      </p:cBhvr>
                                    </p:animEffect>
                                  </p:childTnLst>
                                </p:cTn>
                              </p:par>
                            </p:childTnLst>
                          </p:cTn>
                        </p:par>
                      </p:childTnLst>
                    </p:cTn>
                  </p:par>
                  <p:par>
                    <p:cTn id="122" fill="hold">
                      <p:stCondLst>
                        <p:cond delay="indefinite"/>
                      </p:stCondLst>
                      <p:childTnLst>
                        <p:par>
                          <p:cTn id="123" fill="hold">
                            <p:stCondLst>
                              <p:cond delay="0"/>
                            </p:stCondLst>
                            <p:childTnLst>
                              <p:par>
                                <p:cTn id="124" presetID="23" presetClass="entr" presetSubtype="16" fill="hold" nodeType="clickEffect">
                                  <p:stCondLst>
                                    <p:cond delay="0"/>
                                  </p:stCondLst>
                                  <p:childTnLst>
                                    <p:set>
                                      <p:cBhvr>
                                        <p:cTn id="125" dur="1" fill="hold">
                                          <p:stCondLst>
                                            <p:cond delay="0"/>
                                          </p:stCondLst>
                                        </p:cTn>
                                        <p:tgtEl>
                                          <p:spTgt spid="155739"/>
                                        </p:tgtEl>
                                        <p:attrNameLst>
                                          <p:attrName>style.visibility</p:attrName>
                                        </p:attrNameLst>
                                      </p:cBhvr>
                                      <p:to>
                                        <p:strVal val="visible"/>
                                      </p:to>
                                    </p:set>
                                    <p:anim calcmode="lin" valueType="num">
                                      <p:cBhvr>
                                        <p:cTn id="126" dur="500" fill="hold"/>
                                        <p:tgtEl>
                                          <p:spTgt spid="155739"/>
                                        </p:tgtEl>
                                        <p:attrNameLst>
                                          <p:attrName>ppt_w</p:attrName>
                                        </p:attrNameLst>
                                      </p:cBhvr>
                                      <p:tavLst>
                                        <p:tav tm="0">
                                          <p:val>
                                            <p:fltVal val="0"/>
                                          </p:val>
                                        </p:tav>
                                        <p:tav tm="100000">
                                          <p:val>
                                            <p:strVal val="#ppt_w"/>
                                          </p:val>
                                        </p:tav>
                                      </p:tavLst>
                                    </p:anim>
                                    <p:anim calcmode="lin" valueType="num">
                                      <p:cBhvr>
                                        <p:cTn id="127" dur="500" fill="hold"/>
                                        <p:tgtEl>
                                          <p:spTgt spid="155739"/>
                                        </p:tgtEl>
                                        <p:attrNameLst>
                                          <p:attrName>ppt_h</p:attrName>
                                        </p:attrNameLst>
                                      </p:cBhvr>
                                      <p:tavLst>
                                        <p:tav tm="0">
                                          <p:val>
                                            <p:fltVal val="0"/>
                                          </p:val>
                                        </p:tav>
                                        <p:tav tm="100000">
                                          <p:val>
                                            <p:strVal val="#ppt_h"/>
                                          </p:val>
                                        </p:tav>
                                      </p:tavLst>
                                    </p:anim>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155760">
                                            <p:txEl>
                                              <p:pRg st="0" end="0"/>
                                            </p:txEl>
                                          </p:spTgt>
                                        </p:tgtEl>
                                        <p:attrNameLst>
                                          <p:attrName>style.visibility</p:attrName>
                                        </p:attrNameLst>
                                      </p:cBhvr>
                                      <p:to>
                                        <p:strVal val="visible"/>
                                      </p:to>
                                    </p:set>
                                    <p:animEffect transition="in" filter="wipe(left)">
                                      <p:cBhvr>
                                        <p:cTn id="132" dur="500"/>
                                        <p:tgtEl>
                                          <p:spTgt spid="155760">
                                            <p:txEl>
                                              <p:pRg st="0" end="0"/>
                                            </p:txEl>
                                          </p:spTgt>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155747"/>
                                        </p:tgtEl>
                                        <p:attrNameLst>
                                          <p:attrName>style.visibility</p:attrName>
                                        </p:attrNameLst>
                                      </p:cBhvr>
                                      <p:to>
                                        <p:strVal val="visible"/>
                                      </p:to>
                                    </p:set>
                                    <p:animEffect transition="in" filter="wipe(left)">
                                      <p:cBhvr>
                                        <p:cTn id="137" dur="2000"/>
                                        <p:tgtEl>
                                          <p:spTgt spid="155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731" grpId="0" animBg="1"/>
      <p:bldP spid="155732" grpId="0"/>
      <p:bldP spid="155733" grpId="0"/>
      <p:bldP spid="155734" grpId="0" animBg="1"/>
      <p:bldP spid="155735" grpId="0" animBg="1"/>
      <p:bldP spid="155736" grpId="0" autoUpdateAnimBg="0"/>
      <p:bldP spid="155738" grpId="0" autoUpdateAnimBg="0"/>
      <p:bldP spid="155740" grpId="0" autoUpdateAnimBg="0"/>
      <p:bldP spid="155741" grpId="0"/>
      <p:bldP spid="155742" grpId="0" autoUpdateAnimBg="0"/>
      <p:bldP spid="155743" grpId="0" autoUpdateAnimBg="0"/>
      <p:bldP spid="155744" grpId="0" autoUpdateAnimBg="0"/>
      <p:bldP spid="155746" grpId="0" animBg="1"/>
      <p:bldP spid="155747" grpId="0"/>
      <p:bldP spid="155753" grpId="0" animBg="1"/>
      <p:bldP spid="155754" grpId="0" animBg="1"/>
      <p:bldP spid="155755" grpId="0" animBg="1"/>
      <p:bldP spid="155756" grpId="0" animBg="1"/>
      <p:bldP spid="155757" grpId="0" animBg="1"/>
      <p:bldP spid="155758" grpId="0" autoUpdateAnimBg="0"/>
      <p:bldP spid="155759" grpId="0" build="p" autoUpdateAnimBg="0"/>
      <p:bldP spid="155760"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250825" y="519113"/>
            <a:ext cx="2016125" cy="457200"/>
          </a:xfrm>
          <a:prstGeom prst="rect">
            <a:avLst/>
          </a:prstGeom>
          <a:noFill/>
          <a:ln w="9525">
            <a:noFill/>
            <a:miter lim="800000"/>
            <a:headEnd/>
            <a:tailEnd/>
          </a:ln>
        </p:spPr>
        <p:txBody>
          <a:bodyPr>
            <a:spAutoFit/>
          </a:bodyPr>
          <a:lstStyle/>
          <a:p>
            <a:pPr>
              <a:spcBef>
                <a:spcPct val="50000"/>
              </a:spcBef>
            </a:pPr>
            <a:r>
              <a:rPr kumimoji="1" lang="en-US" altLang="zh-CN" sz="2400">
                <a:solidFill>
                  <a:srgbClr val="FF3300"/>
                </a:solidFill>
                <a:latin typeface="Times New Roman" pitchFamily="18" charset="0"/>
              </a:rPr>
              <a:t>2</a:t>
            </a:r>
            <a:r>
              <a:rPr kumimoji="1" lang="zh-CN" altLang="en-US" sz="2400">
                <a:solidFill>
                  <a:srgbClr val="FF3300"/>
                </a:solidFill>
                <a:latin typeface="Times New Roman" pitchFamily="18" charset="0"/>
              </a:rPr>
              <a:t>、位移</a:t>
            </a:r>
            <a:endParaRPr kumimoji="1" lang="en-US" altLang="zh-CN" sz="2400" b="0">
              <a:latin typeface="Times New Roman" pitchFamily="18" charset="0"/>
            </a:endParaRPr>
          </a:p>
        </p:txBody>
      </p:sp>
      <p:sp>
        <p:nvSpPr>
          <p:cNvPr id="45059" name="Line 3"/>
          <p:cNvSpPr>
            <a:spLocks noChangeShapeType="1"/>
          </p:cNvSpPr>
          <p:nvPr/>
        </p:nvSpPr>
        <p:spPr bwMode="auto">
          <a:xfrm flipV="1">
            <a:off x="6718300" y="1143000"/>
            <a:ext cx="0" cy="1854200"/>
          </a:xfrm>
          <a:prstGeom prst="line">
            <a:avLst/>
          </a:prstGeom>
          <a:noFill/>
          <a:ln w="19050">
            <a:solidFill>
              <a:srgbClr val="0033CC"/>
            </a:solidFill>
            <a:round/>
            <a:headEnd/>
            <a:tailEnd type="triangle" w="sm" len="lg"/>
          </a:ln>
        </p:spPr>
        <p:txBody>
          <a:bodyPr wrap="none" anchor="ctr"/>
          <a:lstStyle/>
          <a:p>
            <a:endParaRPr lang="zh-CN" altLang="en-US"/>
          </a:p>
        </p:txBody>
      </p:sp>
      <p:sp>
        <p:nvSpPr>
          <p:cNvPr id="45060" name="Rectangle 4"/>
          <p:cNvSpPr>
            <a:spLocks noChangeArrowheads="1"/>
          </p:cNvSpPr>
          <p:nvPr/>
        </p:nvSpPr>
        <p:spPr bwMode="auto">
          <a:xfrm>
            <a:off x="395288" y="1125538"/>
            <a:ext cx="4568825" cy="1006475"/>
          </a:xfrm>
          <a:prstGeom prst="rect">
            <a:avLst/>
          </a:prstGeom>
          <a:noFill/>
          <a:ln w="9525">
            <a:noFill/>
            <a:miter lim="800000"/>
            <a:headEnd/>
            <a:tailEnd/>
          </a:ln>
        </p:spPr>
        <p:txBody>
          <a:bodyPr>
            <a:spAutoFit/>
          </a:bodyPr>
          <a:lstStyle/>
          <a:p>
            <a:pPr>
              <a:lnSpc>
                <a:spcPct val="125000"/>
              </a:lnSpc>
            </a:pPr>
            <a:r>
              <a:rPr kumimoji="1" lang="zh-CN" altLang="en-US" sz="2400">
                <a:solidFill>
                  <a:schemeClr val="tx2"/>
                </a:solidFill>
                <a:latin typeface="Times New Roman" pitchFamily="18" charset="0"/>
              </a:rPr>
              <a:t>位移矢量反映了物体运动中位置 </a:t>
            </a:r>
            <a:r>
              <a:rPr kumimoji="1" lang="en-US" altLang="zh-CN" sz="2400">
                <a:solidFill>
                  <a:schemeClr val="tx2"/>
                </a:solidFill>
                <a:latin typeface="Times New Roman" pitchFamily="18" charset="0"/>
              </a:rPr>
              <a:t>( </a:t>
            </a:r>
            <a:r>
              <a:rPr kumimoji="1" lang="zh-CN" altLang="en-US" sz="2400">
                <a:solidFill>
                  <a:schemeClr val="tx2"/>
                </a:solidFill>
                <a:latin typeface="Times New Roman" pitchFamily="18" charset="0"/>
              </a:rPr>
              <a:t>距离与方位 </a:t>
            </a:r>
            <a:r>
              <a:rPr kumimoji="1" lang="en-US" altLang="zh-CN" sz="2400">
                <a:solidFill>
                  <a:schemeClr val="tx2"/>
                </a:solidFill>
                <a:latin typeface="Times New Roman" pitchFamily="18" charset="0"/>
              </a:rPr>
              <a:t>) </a:t>
            </a:r>
            <a:r>
              <a:rPr kumimoji="1" lang="zh-CN" altLang="en-US" sz="2400">
                <a:solidFill>
                  <a:schemeClr val="tx2"/>
                </a:solidFill>
                <a:latin typeface="Times New Roman" pitchFamily="18" charset="0"/>
              </a:rPr>
              <a:t>的变化。</a:t>
            </a:r>
          </a:p>
        </p:txBody>
      </p:sp>
      <p:sp>
        <p:nvSpPr>
          <p:cNvPr id="45061" name="Rectangle 5"/>
          <p:cNvSpPr>
            <a:spLocks noChangeArrowheads="1"/>
          </p:cNvSpPr>
          <p:nvPr/>
        </p:nvSpPr>
        <p:spPr bwMode="auto">
          <a:xfrm>
            <a:off x="412750" y="3213100"/>
            <a:ext cx="2430463" cy="457200"/>
          </a:xfrm>
          <a:prstGeom prst="rect">
            <a:avLst/>
          </a:prstGeom>
          <a:noFill/>
          <a:ln w="9525">
            <a:noFill/>
            <a:miter lim="800000"/>
            <a:headEnd/>
            <a:tailEnd/>
          </a:ln>
        </p:spPr>
        <p:txBody>
          <a:bodyPr>
            <a:spAutoFit/>
          </a:bodyPr>
          <a:lstStyle/>
          <a:p>
            <a:pPr>
              <a:buClr>
                <a:srgbClr val="CC0000"/>
              </a:buClr>
              <a:buFont typeface="Wingdings" pitchFamily="2" charset="2"/>
              <a:buNone/>
            </a:pPr>
            <a:r>
              <a:rPr kumimoji="1" lang="zh-CN" altLang="en-US" sz="2400">
                <a:solidFill>
                  <a:srgbClr val="FF6600"/>
                </a:solidFill>
                <a:latin typeface="Times New Roman" pitchFamily="18" charset="0"/>
              </a:rPr>
              <a:t> 讨论：</a:t>
            </a:r>
          </a:p>
        </p:txBody>
      </p:sp>
      <p:sp>
        <p:nvSpPr>
          <p:cNvPr id="45062" name="Rectangle 6"/>
          <p:cNvSpPr>
            <a:spLocks noChangeArrowheads="1"/>
          </p:cNvSpPr>
          <p:nvPr/>
        </p:nvSpPr>
        <p:spPr bwMode="auto">
          <a:xfrm>
            <a:off x="681038" y="3819525"/>
            <a:ext cx="5614987" cy="457200"/>
          </a:xfrm>
          <a:prstGeom prst="rect">
            <a:avLst/>
          </a:prstGeom>
          <a:noFill/>
          <a:ln w="9525">
            <a:noFill/>
            <a:miter lim="800000"/>
            <a:headEnd/>
            <a:tailEnd/>
          </a:ln>
        </p:spPr>
        <p:txBody>
          <a:bodyPr>
            <a:spAutoFit/>
          </a:bodyPr>
          <a:lstStyle/>
          <a:p>
            <a:r>
              <a:rPr kumimoji="1" lang="en-US" altLang="zh-CN" sz="2400">
                <a:solidFill>
                  <a:schemeClr val="tx2"/>
                </a:solidFill>
                <a:latin typeface="Times New Roman" pitchFamily="18" charset="0"/>
              </a:rPr>
              <a:t>(1) </a:t>
            </a:r>
            <a:r>
              <a:rPr kumimoji="1" lang="zh-CN" altLang="en-US" sz="2400">
                <a:solidFill>
                  <a:schemeClr val="tx2"/>
                </a:solidFill>
                <a:latin typeface="Times New Roman" pitchFamily="18" charset="0"/>
              </a:rPr>
              <a:t>位移是矢量（有大小，有方向）</a:t>
            </a:r>
          </a:p>
        </p:txBody>
      </p:sp>
      <p:sp>
        <p:nvSpPr>
          <p:cNvPr id="45063" name="Rectangle 7"/>
          <p:cNvSpPr>
            <a:spLocks noChangeArrowheads="1"/>
          </p:cNvSpPr>
          <p:nvPr/>
        </p:nvSpPr>
        <p:spPr bwMode="auto">
          <a:xfrm>
            <a:off x="1108075" y="4337050"/>
            <a:ext cx="3119438" cy="457200"/>
          </a:xfrm>
          <a:prstGeom prst="rect">
            <a:avLst/>
          </a:prstGeom>
          <a:noFill/>
          <a:ln w="9525">
            <a:noFill/>
            <a:miter lim="800000"/>
            <a:headEnd/>
            <a:tailEnd/>
          </a:ln>
        </p:spPr>
        <p:txBody>
          <a:bodyPr>
            <a:spAutoFit/>
          </a:bodyPr>
          <a:lstStyle/>
          <a:p>
            <a:r>
              <a:rPr kumimoji="1" lang="zh-CN" altLang="en-US" sz="2400">
                <a:solidFill>
                  <a:schemeClr val="tx2"/>
                </a:solidFill>
                <a:latin typeface="Times New Roman" pitchFamily="18" charset="0"/>
              </a:rPr>
              <a:t>位移不同于路程</a:t>
            </a:r>
          </a:p>
        </p:txBody>
      </p:sp>
      <p:sp>
        <p:nvSpPr>
          <p:cNvPr id="45064" name="Rectangle 8"/>
          <p:cNvSpPr>
            <a:spLocks noChangeArrowheads="1"/>
          </p:cNvSpPr>
          <p:nvPr/>
        </p:nvSpPr>
        <p:spPr bwMode="auto">
          <a:xfrm>
            <a:off x="668338" y="4892675"/>
            <a:ext cx="5399087" cy="457200"/>
          </a:xfrm>
          <a:prstGeom prst="rect">
            <a:avLst/>
          </a:prstGeom>
          <a:noFill/>
          <a:ln w="9525">
            <a:noFill/>
            <a:miter lim="800000"/>
            <a:headEnd/>
            <a:tailEnd/>
          </a:ln>
        </p:spPr>
        <p:txBody>
          <a:bodyPr>
            <a:spAutoFit/>
          </a:bodyPr>
          <a:lstStyle/>
          <a:p>
            <a:r>
              <a:rPr kumimoji="1" lang="en-US" altLang="zh-CN" sz="2400">
                <a:solidFill>
                  <a:schemeClr val="tx2"/>
                </a:solidFill>
                <a:latin typeface="Times New Roman" pitchFamily="18" charset="0"/>
              </a:rPr>
              <a:t>(2) </a:t>
            </a:r>
            <a:r>
              <a:rPr kumimoji="1" lang="zh-CN" altLang="en-US" sz="2400">
                <a:solidFill>
                  <a:schemeClr val="tx2"/>
                </a:solidFill>
                <a:latin typeface="Times New Roman" pitchFamily="18" charset="0"/>
              </a:rPr>
              <a:t>位移与坐标系原点的位置无关</a:t>
            </a:r>
            <a:endParaRPr kumimoji="1" lang="zh-CN" altLang="en-US" sz="1200">
              <a:solidFill>
                <a:schemeClr val="tx2"/>
              </a:solidFill>
              <a:latin typeface="Times New Roman" pitchFamily="18" charset="0"/>
            </a:endParaRPr>
          </a:p>
        </p:txBody>
      </p:sp>
      <p:sp>
        <p:nvSpPr>
          <p:cNvPr id="45066" name="Rectangle 10"/>
          <p:cNvSpPr>
            <a:spLocks noChangeArrowheads="1"/>
          </p:cNvSpPr>
          <p:nvPr/>
        </p:nvSpPr>
        <p:spPr bwMode="auto">
          <a:xfrm>
            <a:off x="679450" y="5529263"/>
            <a:ext cx="539750" cy="457200"/>
          </a:xfrm>
          <a:prstGeom prst="rect">
            <a:avLst/>
          </a:prstGeom>
          <a:noFill/>
          <a:ln w="9525">
            <a:noFill/>
            <a:miter lim="800000"/>
            <a:headEnd/>
            <a:tailEnd/>
          </a:ln>
        </p:spPr>
        <p:txBody>
          <a:bodyPr wrap="none">
            <a:spAutoFit/>
          </a:bodyPr>
          <a:lstStyle/>
          <a:p>
            <a:r>
              <a:rPr kumimoji="1" lang="en-US" altLang="zh-CN" sz="2400">
                <a:solidFill>
                  <a:schemeClr val="tx2"/>
                </a:solidFill>
                <a:latin typeface="Times New Roman" pitchFamily="18" charset="0"/>
                <a:ea typeface="仿宋_GB2312" pitchFamily="49" charset="-122"/>
              </a:rPr>
              <a:t>(3)</a:t>
            </a:r>
          </a:p>
        </p:txBody>
      </p:sp>
      <p:sp>
        <p:nvSpPr>
          <p:cNvPr id="45067" name="Rectangle 11"/>
          <p:cNvSpPr>
            <a:spLocks noChangeArrowheads="1"/>
          </p:cNvSpPr>
          <p:nvPr/>
        </p:nvSpPr>
        <p:spPr bwMode="auto">
          <a:xfrm>
            <a:off x="2435225" y="5554663"/>
            <a:ext cx="2463800" cy="457200"/>
          </a:xfrm>
          <a:prstGeom prst="rect">
            <a:avLst/>
          </a:prstGeom>
          <a:noFill/>
          <a:ln w="9525">
            <a:noFill/>
            <a:miter lim="800000"/>
            <a:headEnd/>
            <a:tailEnd/>
          </a:ln>
        </p:spPr>
        <p:txBody>
          <a:bodyPr>
            <a:spAutoFit/>
          </a:bodyPr>
          <a:lstStyle/>
          <a:p>
            <a:r>
              <a:rPr kumimoji="1" lang="zh-CN" altLang="en-US" sz="2400">
                <a:solidFill>
                  <a:schemeClr val="tx2"/>
                </a:solidFill>
                <a:latin typeface="Times New Roman" pitchFamily="18" charset="0"/>
              </a:rPr>
              <a:t>与</a:t>
            </a:r>
            <a:r>
              <a:rPr kumimoji="1" lang="en-US" altLang="zh-CN" sz="2400">
                <a:solidFill>
                  <a:schemeClr val="accent2"/>
                </a:solidFill>
                <a:latin typeface="Times New Roman" pitchFamily="18" charset="0"/>
              </a:rPr>
              <a:t>Δ</a:t>
            </a:r>
            <a:r>
              <a:rPr kumimoji="1" lang="en-US" altLang="zh-CN" sz="2400" i="1">
                <a:solidFill>
                  <a:schemeClr val="accent2"/>
                </a:solidFill>
                <a:latin typeface="Times New Roman" pitchFamily="18" charset="0"/>
              </a:rPr>
              <a:t>r </a:t>
            </a:r>
            <a:r>
              <a:rPr kumimoji="1" lang="en-US" altLang="zh-CN" sz="2400" i="1">
                <a:solidFill>
                  <a:schemeClr val="tx2"/>
                </a:solidFill>
                <a:latin typeface="Times New Roman" pitchFamily="18" charset="0"/>
              </a:rPr>
              <a:t> </a:t>
            </a:r>
            <a:r>
              <a:rPr kumimoji="1" lang="zh-CN" altLang="en-US" sz="2400">
                <a:solidFill>
                  <a:schemeClr val="tx2"/>
                </a:solidFill>
                <a:latin typeface="Times New Roman" pitchFamily="18" charset="0"/>
              </a:rPr>
              <a:t>的区别</a:t>
            </a:r>
          </a:p>
        </p:txBody>
      </p:sp>
      <p:graphicFrame>
        <p:nvGraphicFramePr>
          <p:cNvPr id="45068" name="Object 12"/>
          <p:cNvGraphicFramePr>
            <a:graphicFrameLocks/>
          </p:cNvGraphicFramePr>
          <p:nvPr/>
        </p:nvGraphicFramePr>
        <p:xfrm>
          <a:off x="1901825" y="5584825"/>
          <a:ext cx="508000" cy="457200"/>
        </p:xfrm>
        <a:graphic>
          <a:graphicData uri="http://schemas.openxmlformats.org/presentationml/2006/ole">
            <p:oleObj spid="_x0000_s5122" name="Equation" r:id="rId3" imgW="507960" imgH="457200" progId="Equation.3">
              <p:embed/>
            </p:oleObj>
          </a:graphicData>
        </a:graphic>
      </p:graphicFrame>
      <p:sp>
        <p:nvSpPr>
          <p:cNvPr id="45069" name="Line 13"/>
          <p:cNvSpPr>
            <a:spLocks noChangeShapeType="1"/>
          </p:cNvSpPr>
          <p:nvPr/>
        </p:nvSpPr>
        <p:spPr bwMode="auto">
          <a:xfrm flipH="1">
            <a:off x="5956300" y="2997200"/>
            <a:ext cx="762000" cy="685800"/>
          </a:xfrm>
          <a:prstGeom prst="line">
            <a:avLst/>
          </a:prstGeom>
          <a:noFill/>
          <a:ln w="19050">
            <a:solidFill>
              <a:srgbClr val="0033CC"/>
            </a:solidFill>
            <a:round/>
            <a:headEnd/>
            <a:tailEnd type="triangle" w="sm" len="lg"/>
          </a:ln>
        </p:spPr>
        <p:txBody>
          <a:bodyPr wrap="none" anchor="ctr"/>
          <a:lstStyle/>
          <a:p>
            <a:endParaRPr lang="zh-CN" altLang="en-US"/>
          </a:p>
        </p:txBody>
      </p:sp>
      <p:sp>
        <p:nvSpPr>
          <p:cNvPr id="45070" name="Line 14"/>
          <p:cNvSpPr>
            <a:spLocks noChangeShapeType="1"/>
          </p:cNvSpPr>
          <p:nvPr/>
        </p:nvSpPr>
        <p:spPr bwMode="auto">
          <a:xfrm>
            <a:off x="6718300" y="2997200"/>
            <a:ext cx="1676400" cy="0"/>
          </a:xfrm>
          <a:prstGeom prst="line">
            <a:avLst/>
          </a:prstGeom>
          <a:noFill/>
          <a:ln w="19050">
            <a:solidFill>
              <a:srgbClr val="0033CC"/>
            </a:solidFill>
            <a:round/>
            <a:headEnd/>
            <a:tailEnd type="triangle" w="sm" len="lg"/>
          </a:ln>
        </p:spPr>
        <p:txBody>
          <a:bodyPr wrap="none" anchor="ctr"/>
          <a:lstStyle/>
          <a:p>
            <a:endParaRPr lang="zh-CN" altLang="en-US"/>
          </a:p>
        </p:txBody>
      </p:sp>
      <p:sp>
        <p:nvSpPr>
          <p:cNvPr id="45071" name="Line 15"/>
          <p:cNvSpPr>
            <a:spLocks noChangeShapeType="1"/>
          </p:cNvSpPr>
          <p:nvPr/>
        </p:nvSpPr>
        <p:spPr bwMode="auto">
          <a:xfrm flipV="1">
            <a:off x="6718300" y="1701800"/>
            <a:ext cx="533400" cy="1295400"/>
          </a:xfrm>
          <a:prstGeom prst="line">
            <a:avLst/>
          </a:prstGeom>
          <a:noFill/>
          <a:ln w="38100">
            <a:solidFill>
              <a:srgbClr val="990033"/>
            </a:solidFill>
            <a:round/>
            <a:headEnd/>
            <a:tailEnd type="triangle" w="med" len="med"/>
          </a:ln>
        </p:spPr>
        <p:txBody>
          <a:bodyPr wrap="none" anchor="ctr"/>
          <a:lstStyle/>
          <a:p>
            <a:endParaRPr lang="zh-CN" altLang="en-US"/>
          </a:p>
        </p:txBody>
      </p:sp>
      <p:sp>
        <p:nvSpPr>
          <p:cNvPr id="45072" name="Line 16"/>
          <p:cNvSpPr>
            <a:spLocks noChangeShapeType="1"/>
          </p:cNvSpPr>
          <p:nvPr/>
        </p:nvSpPr>
        <p:spPr bwMode="auto">
          <a:xfrm flipV="1">
            <a:off x="6718300" y="2540000"/>
            <a:ext cx="1371600" cy="457200"/>
          </a:xfrm>
          <a:prstGeom prst="line">
            <a:avLst/>
          </a:prstGeom>
          <a:noFill/>
          <a:ln w="38100">
            <a:solidFill>
              <a:srgbClr val="990033"/>
            </a:solidFill>
            <a:round/>
            <a:headEnd/>
            <a:tailEnd type="triangle" w="med" len="med"/>
          </a:ln>
        </p:spPr>
        <p:txBody>
          <a:bodyPr wrap="none" anchor="ctr"/>
          <a:lstStyle/>
          <a:p>
            <a:endParaRPr lang="zh-CN" altLang="en-US"/>
          </a:p>
        </p:txBody>
      </p:sp>
      <p:sp>
        <p:nvSpPr>
          <p:cNvPr id="45073" name="Line 17"/>
          <p:cNvSpPr>
            <a:spLocks noChangeShapeType="1"/>
          </p:cNvSpPr>
          <p:nvPr/>
        </p:nvSpPr>
        <p:spPr bwMode="auto">
          <a:xfrm>
            <a:off x="7251700" y="1701800"/>
            <a:ext cx="838200" cy="838200"/>
          </a:xfrm>
          <a:prstGeom prst="line">
            <a:avLst/>
          </a:prstGeom>
          <a:noFill/>
          <a:ln w="38100">
            <a:solidFill>
              <a:srgbClr val="00CC00"/>
            </a:solidFill>
            <a:round/>
            <a:headEnd/>
            <a:tailEnd type="triangle" w="med" len="med"/>
          </a:ln>
        </p:spPr>
        <p:txBody>
          <a:bodyPr wrap="none" anchor="ctr"/>
          <a:lstStyle/>
          <a:p>
            <a:endParaRPr lang="zh-CN" altLang="en-US"/>
          </a:p>
        </p:txBody>
      </p:sp>
      <p:sp>
        <p:nvSpPr>
          <p:cNvPr id="45074" name="Rectangle 18"/>
          <p:cNvSpPr>
            <a:spLocks noChangeArrowheads="1"/>
          </p:cNvSpPr>
          <p:nvPr/>
        </p:nvSpPr>
        <p:spPr bwMode="auto">
          <a:xfrm>
            <a:off x="5676900" y="3175000"/>
            <a:ext cx="361950" cy="519113"/>
          </a:xfrm>
          <a:prstGeom prst="rect">
            <a:avLst/>
          </a:prstGeom>
          <a:noFill/>
          <a:ln w="9525">
            <a:noFill/>
            <a:miter lim="800000"/>
            <a:headEnd/>
            <a:tailEnd/>
          </a:ln>
        </p:spPr>
        <p:txBody>
          <a:bodyPr wrap="none">
            <a:spAutoFit/>
          </a:bodyPr>
          <a:lstStyle/>
          <a:p>
            <a:pPr algn="ctr"/>
            <a:r>
              <a:rPr kumimoji="1" lang="en-US" altLang="zh-CN" sz="2800" i="1">
                <a:solidFill>
                  <a:schemeClr val="accent2"/>
                </a:solidFill>
                <a:latin typeface="Times New Roman" pitchFamily="18" charset="0"/>
              </a:rPr>
              <a:t>x</a:t>
            </a:r>
            <a:endParaRPr kumimoji="1" lang="en-US" altLang="zh-CN" sz="2400" i="1">
              <a:solidFill>
                <a:schemeClr val="accent2"/>
              </a:solidFill>
              <a:latin typeface="Times New Roman" pitchFamily="18" charset="0"/>
            </a:endParaRPr>
          </a:p>
        </p:txBody>
      </p:sp>
      <p:sp>
        <p:nvSpPr>
          <p:cNvPr id="45075" name="Rectangle 19"/>
          <p:cNvSpPr>
            <a:spLocks noChangeArrowheads="1"/>
          </p:cNvSpPr>
          <p:nvPr/>
        </p:nvSpPr>
        <p:spPr bwMode="auto">
          <a:xfrm>
            <a:off x="8231188" y="2946400"/>
            <a:ext cx="341312" cy="519113"/>
          </a:xfrm>
          <a:prstGeom prst="rect">
            <a:avLst/>
          </a:prstGeom>
          <a:noFill/>
          <a:ln w="9525">
            <a:noFill/>
            <a:miter lim="800000"/>
            <a:headEnd/>
            <a:tailEnd/>
          </a:ln>
        </p:spPr>
        <p:txBody>
          <a:bodyPr wrap="none">
            <a:spAutoFit/>
          </a:bodyPr>
          <a:lstStyle/>
          <a:p>
            <a:pPr algn="ctr"/>
            <a:r>
              <a:rPr kumimoji="1" lang="en-US" altLang="zh-CN" sz="2800" i="1">
                <a:solidFill>
                  <a:schemeClr val="accent2"/>
                </a:solidFill>
                <a:latin typeface="Times New Roman" pitchFamily="18" charset="0"/>
              </a:rPr>
              <a:t>y</a:t>
            </a:r>
          </a:p>
        </p:txBody>
      </p:sp>
      <p:sp>
        <p:nvSpPr>
          <p:cNvPr id="45076" name="Rectangle 20"/>
          <p:cNvSpPr>
            <a:spLocks noChangeArrowheads="1"/>
          </p:cNvSpPr>
          <p:nvPr/>
        </p:nvSpPr>
        <p:spPr bwMode="auto">
          <a:xfrm>
            <a:off x="6189663" y="1117600"/>
            <a:ext cx="322262" cy="519113"/>
          </a:xfrm>
          <a:prstGeom prst="rect">
            <a:avLst/>
          </a:prstGeom>
          <a:noFill/>
          <a:ln w="9525">
            <a:noFill/>
            <a:miter lim="800000"/>
            <a:headEnd/>
            <a:tailEnd/>
          </a:ln>
        </p:spPr>
        <p:txBody>
          <a:bodyPr wrap="none">
            <a:spAutoFit/>
          </a:bodyPr>
          <a:lstStyle/>
          <a:p>
            <a:pPr algn="ctr"/>
            <a:r>
              <a:rPr kumimoji="1" lang="en-US" altLang="zh-CN" sz="2800" i="1">
                <a:solidFill>
                  <a:schemeClr val="accent2"/>
                </a:solidFill>
                <a:latin typeface="Times New Roman" pitchFamily="18" charset="0"/>
              </a:rPr>
              <a:t>z</a:t>
            </a:r>
            <a:endParaRPr kumimoji="1" lang="en-US" altLang="zh-CN" sz="2400" i="1">
              <a:solidFill>
                <a:schemeClr val="accent2"/>
              </a:solidFill>
              <a:latin typeface="Times New Roman" pitchFamily="18" charset="0"/>
            </a:endParaRPr>
          </a:p>
        </p:txBody>
      </p:sp>
      <p:sp>
        <p:nvSpPr>
          <p:cNvPr id="45077" name="Rectangle 21"/>
          <p:cNvSpPr>
            <a:spLocks noChangeArrowheads="1"/>
          </p:cNvSpPr>
          <p:nvPr/>
        </p:nvSpPr>
        <p:spPr bwMode="auto">
          <a:xfrm>
            <a:off x="6229350" y="2641600"/>
            <a:ext cx="488950" cy="519113"/>
          </a:xfrm>
          <a:prstGeom prst="rect">
            <a:avLst/>
          </a:prstGeom>
          <a:noFill/>
          <a:ln w="9525">
            <a:noFill/>
            <a:miter lim="800000"/>
            <a:headEnd/>
            <a:tailEnd/>
          </a:ln>
        </p:spPr>
        <p:txBody>
          <a:bodyPr>
            <a:spAutoFit/>
          </a:bodyPr>
          <a:lstStyle/>
          <a:p>
            <a:pPr algn="ctr"/>
            <a:r>
              <a:rPr kumimoji="1" lang="en-US" altLang="zh-CN" sz="2800" i="1">
                <a:solidFill>
                  <a:schemeClr val="tx2"/>
                </a:solidFill>
                <a:latin typeface="Times New Roman" pitchFamily="18" charset="0"/>
              </a:rPr>
              <a:t>O</a:t>
            </a:r>
            <a:endParaRPr kumimoji="1" lang="en-US" altLang="zh-CN" sz="2400">
              <a:solidFill>
                <a:schemeClr val="tx2"/>
              </a:solidFill>
              <a:latin typeface="Times New Roman" pitchFamily="18" charset="0"/>
            </a:endParaRPr>
          </a:p>
        </p:txBody>
      </p:sp>
      <p:sp>
        <p:nvSpPr>
          <p:cNvPr id="45078" name="Rectangle 22"/>
          <p:cNvSpPr>
            <a:spLocks noChangeArrowheads="1"/>
          </p:cNvSpPr>
          <p:nvPr/>
        </p:nvSpPr>
        <p:spPr bwMode="auto">
          <a:xfrm>
            <a:off x="7048500" y="1244600"/>
            <a:ext cx="471488" cy="457200"/>
          </a:xfrm>
          <a:prstGeom prst="rect">
            <a:avLst/>
          </a:prstGeom>
          <a:noFill/>
          <a:ln w="9525">
            <a:noFill/>
            <a:miter lim="800000"/>
            <a:headEnd/>
            <a:tailEnd/>
          </a:ln>
        </p:spPr>
        <p:txBody>
          <a:bodyPr wrap="none">
            <a:spAutoFit/>
          </a:bodyPr>
          <a:lstStyle/>
          <a:p>
            <a:pPr algn="ctr"/>
            <a:r>
              <a:rPr kumimoji="1" lang="en-US" altLang="zh-CN" sz="2400" i="1">
                <a:solidFill>
                  <a:schemeClr val="accent2"/>
                </a:solidFill>
                <a:latin typeface="Times New Roman" pitchFamily="18" charset="0"/>
              </a:rPr>
              <a:t>P</a:t>
            </a:r>
            <a:r>
              <a:rPr kumimoji="1" lang="en-US" altLang="zh-CN" sz="2400" baseline="-25000">
                <a:solidFill>
                  <a:schemeClr val="accent2"/>
                </a:solidFill>
                <a:latin typeface="Times New Roman" pitchFamily="18" charset="0"/>
              </a:rPr>
              <a:t>1</a:t>
            </a:r>
          </a:p>
        </p:txBody>
      </p:sp>
      <p:sp>
        <p:nvSpPr>
          <p:cNvPr id="45079" name="Rectangle 23"/>
          <p:cNvSpPr>
            <a:spLocks noChangeArrowheads="1"/>
          </p:cNvSpPr>
          <p:nvPr/>
        </p:nvSpPr>
        <p:spPr bwMode="auto">
          <a:xfrm>
            <a:off x="8024813" y="2279650"/>
            <a:ext cx="471487" cy="457200"/>
          </a:xfrm>
          <a:prstGeom prst="rect">
            <a:avLst/>
          </a:prstGeom>
          <a:noFill/>
          <a:ln w="9525">
            <a:noFill/>
            <a:miter lim="800000"/>
            <a:headEnd/>
            <a:tailEnd/>
          </a:ln>
        </p:spPr>
        <p:txBody>
          <a:bodyPr wrap="none">
            <a:spAutoFit/>
          </a:bodyPr>
          <a:lstStyle/>
          <a:p>
            <a:pPr algn="ctr"/>
            <a:r>
              <a:rPr kumimoji="1" lang="en-US" altLang="zh-CN" sz="2400" i="1">
                <a:solidFill>
                  <a:schemeClr val="accent2"/>
                </a:solidFill>
                <a:latin typeface="Times New Roman" pitchFamily="18" charset="0"/>
              </a:rPr>
              <a:t>P</a:t>
            </a:r>
            <a:r>
              <a:rPr kumimoji="1" lang="en-US" altLang="zh-CN" sz="2400" baseline="-25000">
                <a:solidFill>
                  <a:schemeClr val="accent2"/>
                </a:solidFill>
                <a:latin typeface="Times New Roman" pitchFamily="18" charset="0"/>
              </a:rPr>
              <a:t>2</a:t>
            </a:r>
          </a:p>
        </p:txBody>
      </p:sp>
      <p:graphicFrame>
        <p:nvGraphicFramePr>
          <p:cNvPr id="45080" name="Object 24"/>
          <p:cNvGraphicFramePr>
            <a:graphicFrameLocks noChangeAspect="1"/>
          </p:cNvGraphicFramePr>
          <p:nvPr/>
        </p:nvGraphicFramePr>
        <p:xfrm>
          <a:off x="7645400" y="1824038"/>
          <a:ext cx="360363" cy="247650"/>
        </p:xfrm>
        <a:graphic>
          <a:graphicData uri="http://schemas.openxmlformats.org/presentationml/2006/ole">
            <p:oleObj spid="_x0000_s5123" name="公式" r:id="rId4" imgW="457200" imgH="317160" progId="Equation.3">
              <p:embed/>
            </p:oleObj>
          </a:graphicData>
        </a:graphic>
      </p:graphicFrame>
      <p:graphicFrame>
        <p:nvGraphicFramePr>
          <p:cNvPr id="45081" name="Object 25"/>
          <p:cNvGraphicFramePr>
            <a:graphicFrameLocks noChangeAspect="1"/>
          </p:cNvGraphicFramePr>
          <p:nvPr/>
        </p:nvGraphicFramePr>
        <p:xfrm>
          <a:off x="7772400" y="1371600"/>
          <a:ext cx="409575" cy="306388"/>
        </p:xfrm>
        <a:graphic>
          <a:graphicData uri="http://schemas.openxmlformats.org/presentationml/2006/ole">
            <p:oleObj spid="_x0000_s5124" name="Equation" r:id="rId5" imgW="406080" imgH="304560" progId="Equation.3">
              <p:embed/>
            </p:oleObj>
          </a:graphicData>
        </a:graphic>
      </p:graphicFrame>
      <p:sp>
        <p:nvSpPr>
          <p:cNvPr id="45082" name="Rectangle 26"/>
          <p:cNvSpPr>
            <a:spLocks noChangeArrowheads="1"/>
          </p:cNvSpPr>
          <p:nvPr/>
        </p:nvSpPr>
        <p:spPr bwMode="auto">
          <a:xfrm>
            <a:off x="6335713" y="5757863"/>
            <a:ext cx="404812" cy="457200"/>
          </a:xfrm>
          <a:prstGeom prst="rect">
            <a:avLst/>
          </a:prstGeom>
          <a:noFill/>
          <a:ln w="9525">
            <a:noFill/>
            <a:miter lim="800000"/>
            <a:headEnd/>
            <a:tailEnd/>
          </a:ln>
        </p:spPr>
        <p:txBody>
          <a:bodyPr wrap="none">
            <a:spAutoFit/>
          </a:bodyPr>
          <a:lstStyle/>
          <a:p>
            <a:pPr algn="ctr"/>
            <a:r>
              <a:rPr kumimoji="1" lang="en-US" altLang="zh-CN" sz="2400" i="1">
                <a:solidFill>
                  <a:schemeClr val="tx2"/>
                </a:solidFill>
                <a:latin typeface="Times New Roman" pitchFamily="18" charset="0"/>
              </a:rPr>
              <a:t>O</a:t>
            </a:r>
          </a:p>
        </p:txBody>
      </p:sp>
      <p:sp>
        <p:nvSpPr>
          <p:cNvPr id="45083" name="Line 27"/>
          <p:cNvSpPr>
            <a:spLocks noChangeShapeType="1"/>
          </p:cNvSpPr>
          <p:nvPr/>
        </p:nvSpPr>
        <p:spPr bwMode="auto">
          <a:xfrm flipV="1">
            <a:off x="6113463" y="4187825"/>
            <a:ext cx="1295400" cy="1646238"/>
          </a:xfrm>
          <a:prstGeom prst="line">
            <a:avLst/>
          </a:prstGeom>
          <a:noFill/>
          <a:ln w="38100">
            <a:solidFill>
              <a:srgbClr val="0033CC"/>
            </a:solidFill>
            <a:round/>
            <a:headEnd/>
            <a:tailEnd type="triangle" w="sm" len="lg"/>
          </a:ln>
        </p:spPr>
        <p:txBody>
          <a:bodyPr wrap="none" anchor="ctr"/>
          <a:lstStyle/>
          <a:p>
            <a:endParaRPr lang="zh-CN" altLang="en-US"/>
          </a:p>
        </p:txBody>
      </p:sp>
      <p:sp>
        <p:nvSpPr>
          <p:cNvPr id="45084" name="Line 28"/>
          <p:cNvSpPr>
            <a:spLocks noChangeShapeType="1"/>
          </p:cNvSpPr>
          <p:nvPr/>
        </p:nvSpPr>
        <p:spPr bwMode="auto">
          <a:xfrm flipV="1">
            <a:off x="6113463" y="4827588"/>
            <a:ext cx="2514600" cy="1006475"/>
          </a:xfrm>
          <a:prstGeom prst="line">
            <a:avLst/>
          </a:prstGeom>
          <a:noFill/>
          <a:ln w="38100">
            <a:solidFill>
              <a:srgbClr val="0033CC"/>
            </a:solidFill>
            <a:round/>
            <a:headEnd/>
            <a:tailEnd type="triangle" w="sm" len="lg"/>
          </a:ln>
        </p:spPr>
        <p:txBody>
          <a:bodyPr wrap="none" anchor="ctr"/>
          <a:lstStyle/>
          <a:p>
            <a:endParaRPr lang="zh-CN" altLang="en-US"/>
          </a:p>
        </p:txBody>
      </p:sp>
      <p:sp>
        <p:nvSpPr>
          <p:cNvPr id="45085" name="Line 29"/>
          <p:cNvSpPr>
            <a:spLocks noChangeShapeType="1"/>
          </p:cNvSpPr>
          <p:nvPr/>
        </p:nvSpPr>
        <p:spPr bwMode="auto">
          <a:xfrm>
            <a:off x="7408863" y="4187825"/>
            <a:ext cx="1219200" cy="639763"/>
          </a:xfrm>
          <a:prstGeom prst="line">
            <a:avLst/>
          </a:prstGeom>
          <a:noFill/>
          <a:ln w="38100">
            <a:solidFill>
              <a:srgbClr val="00CC00"/>
            </a:solidFill>
            <a:round/>
            <a:headEnd/>
            <a:tailEnd type="triangle" w="sm" len="lg"/>
          </a:ln>
        </p:spPr>
        <p:txBody>
          <a:bodyPr wrap="none" anchor="ctr"/>
          <a:lstStyle/>
          <a:p>
            <a:endParaRPr lang="zh-CN" altLang="en-US"/>
          </a:p>
        </p:txBody>
      </p:sp>
      <p:sp>
        <p:nvSpPr>
          <p:cNvPr id="45086" name="Arc 30"/>
          <p:cNvSpPr>
            <a:spLocks/>
          </p:cNvSpPr>
          <p:nvPr/>
        </p:nvSpPr>
        <p:spPr bwMode="auto">
          <a:xfrm>
            <a:off x="6799263" y="4005263"/>
            <a:ext cx="1295400" cy="1646237"/>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2225">
            <a:solidFill>
              <a:schemeClr val="tx2"/>
            </a:solidFill>
            <a:prstDash val="sysDot"/>
            <a:round/>
            <a:headEnd/>
            <a:tailEnd/>
          </a:ln>
        </p:spPr>
        <p:txBody>
          <a:bodyPr wrap="none" anchor="ctr"/>
          <a:lstStyle/>
          <a:p>
            <a:endParaRPr lang="zh-CN" altLang="en-US"/>
          </a:p>
        </p:txBody>
      </p:sp>
      <p:sp>
        <p:nvSpPr>
          <p:cNvPr id="45087" name="Line 31"/>
          <p:cNvSpPr>
            <a:spLocks noChangeShapeType="1"/>
          </p:cNvSpPr>
          <p:nvPr/>
        </p:nvSpPr>
        <p:spPr bwMode="auto">
          <a:xfrm rot="20926042" flipV="1">
            <a:off x="6548438" y="4311650"/>
            <a:ext cx="993775" cy="1493838"/>
          </a:xfrm>
          <a:prstGeom prst="line">
            <a:avLst/>
          </a:prstGeom>
          <a:noFill/>
          <a:ln w="38100">
            <a:solidFill>
              <a:srgbClr val="CC0000"/>
            </a:solidFill>
            <a:round/>
            <a:headEnd/>
            <a:tailEnd type="triangle" w="sm" len="lg"/>
          </a:ln>
        </p:spPr>
        <p:txBody>
          <a:bodyPr wrap="none" anchor="ctr"/>
          <a:lstStyle/>
          <a:p>
            <a:endParaRPr lang="zh-CN" altLang="en-US"/>
          </a:p>
        </p:txBody>
      </p:sp>
      <p:sp>
        <p:nvSpPr>
          <p:cNvPr id="45088" name="Line 32"/>
          <p:cNvSpPr>
            <a:spLocks noChangeShapeType="1"/>
          </p:cNvSpPr>
          <p:nvPr/>
        </p:nvSpPr>
        <p:spPr bwMode="auto">
          <a:xfrm rot="21167122" flipV="1">
            <a:off x="6618288" y="4973638"/>
            <a:ext cx="2055812" cy="811212"/>
          </a:xfrm>
          <a:prstGeom prst="line">
            <a:avLst/>
          </a:prstGeom>
          <a:noFill/>
          <a:ln w="38100">
            <a:solidFill>
              <a:srgbClr val="CC0000"/>
            </a:solidFill>
            <a:round/>
            <a:headEnd/>
            <a:tailEnd type="triangle" w="sm" len="lg"/>
          </a:ln>
        </p:spPr>
        <p:txBody>
          <a:bodyPr wrap="none" anchor="ctr"/>
          <a:lstStyle/>
          <a:p>
            <a:endParaRPr lang="zh-CN" altLang="en-US"/>
          </a:p>
        </p:txBody>
      </p:sp>
      <p:graphicFrame>
        <p:nvGraphicFramePr>
          <p:cNvPr id="45089" name="Object 33"/>
          <p:cNvGraphicFramePr>
            <a:graphicFrameLocks noChangeAspect="1"/>
          </p:cNvGraphicFramePr>
          <p:nvPr/>
        </p:nvGraphicFramePr>
        <p:xfrm>
          <a:off x="7929563" y="4157663"/>
          <a:ext cx="431800" cy="293687"/>
        </p:xfrm>
        <a:graphic>
          <a:graphicData uri="http://schemas.openxmlformats.org/presentationml/2006/ole">
            <p:oleObj spid="_x0000_s5125" name="Equation" r:id="rId6" imgW="431640" imgH="291960" progId="Equation.3">
              <p:embed/>
            </p:oleObj>
          </a:graphicData>
        </a:graphic>
      </p:graphicFrame>
      <p:sp>
        <p:nvSpPr>
          <p:cNvPr id="45090" name="Text Box 34"/>
          <p:cNvSpPr txBox="1">
            <a:spLocks noChangeArrowheads="1"/>
          </p:cNvSpPr>
          <p:nvPr/>
        </p:nvSpPr>
        <p:spPr bwMode="auto">
          <a:xfrm>
            <a:off x="5795963" y="5376863"/>
            <a:ext cx="427037" cy="457200"/>
          </a:xfrm>
          <a:prstGeom prst="rect">
            <a:avLst/>
          </a:prstGeom>
          <a:noFill/>
          <a:ln w="9525">
            <a:noFill/>
            <a:miter lim="800000"/>
            <a:headEnd/>
            <a:tailEnd/>
          </a:ln>
        </p:spPr>
        <p:txBody>
          <a:bodyPr>
            <a:spAutoFit/>
          </a:bodyPr>
          <a:lstStyle/>
          <a:p>
            <a:pPr algn="ctr">
              <a:spcBef>
                <a:spcPct val="50000"/>
              </a:spcBef>
            </a:pPr>
            <a:r>
              <a:rPr kumimoji="1" lang="en-US" altLang="zh-CN" sz="2400" i="1">
                <a:solidFill>
                  <a:schemeClr val="tx2"/>
                </a:solidFill>
                <a:latin typeface="Times New Roman" pitchFamily="18" charset="0"/>
              </a:rPr>
              <a:t>O</a:t>
            </a:r>
          </a:p>
        </p:txBody>
      </p:sp>
      <p:sp>
        <p:nvSpPr>
          <p:cNvPr id="45091" name="AutoShape 35"/>
          <p:cNvSpPr>
            <a:spLocks/>
          </p:cNvSpPr>
          <p:nvPr/>
        </p:nvSpPr>
        <p:spPr bwMode="auto">
          <a:xfrm rot="-6713038">
            <a:off x="8190707" y="4849018"/>
            <a:ext cx="431800" cy="639763"/>
          </a:xfrm>
          <a:prstGeom prst="leftBrace">
            <a:avLst>
              <a:gd name="adj1" fmla="val 12347"/>
              <a:gd name="adj2" fmla="val 50000"/>
            </a:avLst>
          </a:prstGeom>
          <a:noFill/>
          <a:ln w="19050">
            <a:solidFill>
              <a:srgbClr val="0033CC"/>
            </a:solidFill>
            <a:round/>
            <a:headEnd/>
            <a:tailEnd/>
          </a:ln>
        </p:spPr>
        <p:txBody>
          <a:bodyPr wrap="none" anchor="ctr"/>
          <a:lstStyle/>
          <a:p>
            <a:endParaRPr lang="zh-CN" altLang="en-US"/>
          </a:p>
        </p:txBody>
      </p:sp>
      <p:graphicFrame>
        <p:nvGraphicFramePr>
          <p:cNvPr id="45092" name="Object 36"/>
          <p:cNvGraphicFramePr>
            <a:graphicFrameLocks noChangeAspect="1"/>
          </p:cNvGraphicFramePr>
          <p:nvPr/>
        </p:nvGraphicFramePr>
        <p:xfrm>
          <a:off x="8234363" y="5300663"/>
          <a:ext cx="406400" cy="292100"/>
        </p:xfrm>
        <a:graphic>
          <a:graphicData uri="http://schemas.openxmlformats.org/presentationml/2006/ole">
            <p:oleObj spid="_x0000_s5126" name="Equation" r:id="rId7" imgW="406080" imgH="291960" progId="Equation.3">
              <p:embed/>
            </p:oleObj>
          </a:graphicData>
        </a:graphic>
      </p:graphicFrame>
      <p:sp>
        <p:nvSpPr>
          <p:cNvPr id="45093" name="Text Box 37"/>
          <p:cNvSpPr txBox="1">
            <a:spLocks noChangeArrowheads="1"/>
          </p:cNvSpPr>
          <p:nvPr/>
        </p:nvSpPr>
        <p:spPr bwMode="auto">
          <a:xfrm>
            <a:off x="774700" y="5537200"/>
            <a:ext cx="1439863" cy="457200"/>
          </a:xfrm>
          <a:prstGeom prst="rect">
            <a:avLst/>
          </a:prstGeom>
          <a:noFill/>
          <a:ln w="9525">
            <a:noFill/>
            <a:miter lim="800000"/>
            <a:headEnd/>
            <a:tailEnd/>
          </a:ln>
        </p:spPr>
        <p:txBody>
          <a:bodyPr>
            <a:spAutoFit/>
          </a:bodyPr>
          <a:lstStyle/>
          <a:p>
            <a:pPr algn="ctr"/>
            <a:r>
              <a:rPr kumimoji="1" lang="zh-CN" altLang="en-US" sz="2400">
                <a:solidFill>
                  <a:schemeClr val="tx2"/>
                </a:solidFill>
                <a:latin typeface="Times New Roman" pitchFamily="18" charset="0"/>
              </a:rPr>
              <a:t>分清</a:t>
            </a:r>
          </a:p>
        </p:txBody>
      </p:sp>
      <p:graphicFrame>
        <p:nvGraphicFramePr>
          <p:cNvPr id="45094" name="Object 38"/>
          <p:cNvGraphicFramePr>
            <a:graphicFrameLocks noChangeAspect="1"/>
          </p:cNvGraphicFramePr>
          <p:nvPr/>
        </p:nvGraphicFramePr>
        <p:xfrm>
          <a:off x="7053263" y="2193925"/>
          <a:ext cx="427037" cy="285750"/>
        </p:xfrm>
        <a:graphic>
          <a:graphicData uri="http://schemas.openxmlformats.org/presentationml/2006/ole">
            <p:oleObj spid="_x0000_s5127" name="公式" r:id="rId8" imgW="622080" imgH="419040" progId="Equation.3">
              <p:embed/>
            </p:oleObj>
          </a:graphicData>
        </a:graphic>
      </p:graphicFrame>
      <p:sp>
        <p:nvSpPr>
          <p:cNvPr id="45095" name="Freeform 39"/>
          <p:cNvSpPr>
            <a:spLocks/>
          </p:cNvSpPr>
          <p:nvPr/>
        </p:nvSpPr>
        <p:spPr bwMode="auto">
          <a:xfrm>
            <a:off x="5940425" y="1674813"/>
            <a:ext cx="2241550" cy="1149350"/>
          </a:xfrm>
          <a:custGeom>
            <a:avLst/>
            <a:gdLst>
              <a:gd name="T0" fmla="*/ 0 w 1412"/>
              <a:gd name="T1" fmla="*/ 427674233 h 703"/>
              <a:gd name="T2" fmla="*/ 2147483647 w 1412"/>
              <a:gd name="T3" fmla="*/ 8019292 h 703"/>
              <a:gd name="T4" fmla="*/ 2147483647 w 1412"/>
              <a:gd name="T5" fmla="*/ 467769143 h 703"/>
              <a:gd name="T6" fmla="*/ 2147483647 w 1412"/>
              <a:gd name="T7" fmla="*/ 1879097494 h 703"/>
              <a:gd name="T8" fmla="*/ 0 60000 65536"/>
              <a:gd name="T9" fmla="*/ 0 60000 65536"/>
              <a:gd name="T10" fmla="*/ 0 60000 65536"/>
              <a:gd name="T11" fmla="*/ 0 60000 65536"/>
              <a:gd name="T12" fmla="*/ 0 w 1412"/>
              <a:gd name="T13" fmla="*/ 0 h 703"/>
              <a:gd name="T14" fmla="*/ 1412 w 1412"/>
              <a:gd name="T15" fmla="*/ 703 h 703"/>
            </a:gdLst>
            <a:ahLst/>
            <a:cxnLst>
              <a:cxn ang="T8">
                <a:pos x="T0" y="T1"/>
              </a:cxn>
              <a:cxn ang="T9">
                <a:pos x="T2" y="T3"/>
              </a:cxn>
              <a:cxn ang="T10">
                <a:pos x="T4" y="T5"/>
              </a:cxn>
              <a:cxn ang="T11">
                <a:pos x="T6" y="T7"/>
              </a:cxn>
            </a:cxnLst>
            <a:rect l="T12" t="T13" r="T14" b="T15"/>
            <a:pathLst>
              <a:path w="1412" h="703">
                <a:moveTo>
                  <a:pt x="0" y="160"/>
                </a:moveTo>
                <a:cubicBezTo>
                  <a:pt x="159" y="134"/>
                  <a:pt x="731" y="0"/>
                  <a:pt x="956" y="3"/>
                </a:cubicBezTo>
                <a:cubicBezTo>
                  <a:pt x="1181" y="6"/>
                  <a:pt x="1292" y="58"/>
                  <a:pt x="1352" y="175"/>
                </a:cubicBezTo>
                <a:cubicBezTo>
                  <a:pt x="1412" y="292"/>
                  <a:pt x="1323" y="593"/>
                  <a:pt x="1316" y="703"/>
                </a:cubicBezTo>
              </a:path>
            </a:pathLst>
          </a:custGeom>
          <a:noFill/>
          <a:ln w="28575">
            <a:solidFill>
              <a:schemeClr val="accent2"/>
            </a:solidFill>
            <a:round/>
            <a:headEnd/>
            <a:tailEnd/>
          </a:ln>
        </p:spPr>
        <p:txBody>
          <a:bodyPr wrap="none" anchor="ctr"/>
          <a:lstStyle/>
          <a:p>
            <a:endParaRPr lang="zh-CN" altLang="en-US"/>
          </a:p>
        </p:txBody>
      </p:sp>
      <p:graphicFrame>
        <p:nvGraphicFramePr>
          <p:cNvPr id="45096" name="Object 40"/>
          <p:cNvGraphicFramePr>
            <a:graphicFrameLocks noChangeAspect="1"/>
          </p:cNvGraphicFramePr>
          <p:nvPr/>
        </p:nvGraphicFramePr>
        <p:xfrm>
          <a:off x="7523163" y="2708275"/>
          <a:ext cx="865187" cy="273050"/>
        </p:xfrm>
        <a:graphic>
          <a:graphicData uri="http://schemas.openxmlformats.org/presentationml/2006/ole">
            <p:oleObj spid="_x0000_s5128" name="公式" r:id="rId9" imgW="1320480" imgH="419040" progId="Equation.3">
              <p:embed/>
            </p:oleObj>
          </a:graphicData>
        </a:graphic>
      </p:graphicFrame>
      <p:sp>
        <p:nvSpPr>
          <p:cNvPr id="45100" name="Text Box 44"/>
          <p:cNvSpPr txBox="1">
            <a:spLocks noChangeArrowheads="1"/>
          </p:cNvSpPr>
          <p:nvPr/>
        </p:nvSpPr>
        <p:spPr bwMode="auto">
          <a:xfrm>
            <a:off x="395288" y="2276475"/>
            <a:ext cx="5400675" cy="830263"/>
          </a:xfrm>
          <a:prstGeom prst="rect">
            <a:avLst/>
          </a:prstGeom>
          <a:noFill/>
          <a:ln w="9525">
            <a:noFill/>
            <a:miter lim="800000"/>
            <a:headEnd/>
            <a:tailEnd/>
          </a:ln>
        </p:spPr>
        <p:txBody>
          <a:bodyPr>
            <a:spAutoFit/>
          </a:bodyPr>
          <a:lstStyle/>
          <a:p>
            <a:pPr>
              <a:spcBef>
                <a:spcPct val="50000"/>
              </a:spcBef>
            </a:pPr>
            <a:r>
              <a:rPr kumimoji="1" lang="zh-CN" altLang="zh-CN" sz="2400">
                <a:solidFill>
                  <a:schemeClr val="tx2"/>
                </a:solidFill>
                <a:latin typeface="Times New Roman" pitchFamily="18" charset="0"/>
              </a:rPr>
              <a:t>反映物体在空间位置的变化</a:t>
            </a:r>
            <a:r>
              <a:rPr kumimoji="1" lang="en-US" altLang="zh-CN" sz="2400">
                <a:solidFill>
                  <a:schemeClr val="tx2"/>
                </a:solidFill>
                <a:latin typeface="Times New Roman" pitchFamily="18" charset="0"/>
              </a:rPr>
              <a:t>, </a:t>
            </a:r>
            <a:r>
              <a:rPr kumimoji="1" lang="zh-CN" altLang="en-US" sz="2400">
                <a:solidFill>
                  <a:schemeClr val="tx2"/>
                </a:solidFill>
                <a:latin typeface="Times New Roman" pitchFamily="18" charset="0"/>
              </a:rPr>
              <a:t>与路径无关，只决定于质点的始末位置。</a:t>
            </a:r>
          </a:p>
        </p:txBody>
      </p:sp>
      <p:sp>
        <p:nvSpPr>
          <p:cNvPr id="45101" name="AutoShape 45"/>
          <p:cNvSpPr>
            <a:spLocks noChangeArrowheads="1"/>
          </p:cNvSpPr>
          <p:nvPr/>
        </p:nvSpPr>
        <p:spPr bwMode="auto">
          <a:xfrm>
            <a:off x="107950" y="3141663"/>
            <a:ext cx="360363"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graphicFrame>
        <p:nvGraphicFramePr>
          <p:cNvPr id="48" name="Object 46"/>
          <p:cNvGraphicFramePr>
            <a:graphicFrameLocks noChangeAspect="1"/>
          </p:cNvGraphicFramePr>
          <p:nvPr/>
        </p:nvGraphicFramePr>
        <p:xfrm>
          <a:off x="2071688" y="571500"/>
          <a:ext cx="3251200" cy="500063"/>
        </p:xfrm>
        <a:graphic>
          <a:graphicData uri="http://schemas.openxmlformats.org/presentationml/2006/ole">
            <p:oleObj spid="_x0000_s5129" name="公式" r:id="rId10" imgW="1650960" imgH="253800" progId="Equation.3">
              <p:embed/>
            </p:oleObj>
          </a:graphicData>
        </a:graphic>
      </p:graphicFrame>
      <p:grpSp>
        <p:nvGrpSpPr>
          <p:cNvPr id="2" name="组合 50"/>
          <p:cNvGrpSpPr>
            <a:grpSpLocks/>
          </p:cNvGrpSpPr>
          <p:nvPr/>
        </p:nvGrpSpPr>
        <p:grpSpPr bwMode="auto">
          <a:xfrm>
            <a:off x="3357563" y="4286250"/>
            <a:ext cx="1900237" cy="500063"/>
            <a:chOff x="3357554" y="4286256"/>
            <a:chExt cx="1900238" cy="500062"/>
          </a:xfrm>
        </p:grpSpPr>
        <p:sp>
          <p:nvSpPr>
            <p:cNvPr id="5165" name="Arc 43"/>
            <p:cNvSpPr>
              <a:spLocks/>
            </p:cNvSpPr>
            <p:nvPr/>
          </p:nvSpPr>
          <p:spPr bwMode="auto">
            <a:xfrm>
              <a:off x="4786314" y="4286256"/>
              <a:ext cx="312738" cy="263525"/>
            </a:xfrm>
            <a:custGeom>
              <a:avLst/>
              <a:gdLst>
                <a:gd name="T0" fmla="*/ 0 w 30119"/>
                <a:gd name="T1" fmla="*/ 11224456 h 21600"/>
                <a:gd name="T2" fmla="*/ 33717932 w 30119"/>
                <a:gd name="T3" fmla="*/ 10986442 h 21600"/>
                <a:gd name="T4" fmla="*/ 16934547 w 30119"/>
                <a:gd name="T5" fmla="*/ 39224547 h 21600"/>
                <a:gd name="T6" fmla="*/ 0 60000 65536"/>
                <a:gd name="T7" fmla="*/ 0 60000 65536"/>
                <a:gd name="T8" fmla="*/ 0 60000 65536"/>
                <a:gd name="T9" fmla="*/ 0 w 30119"/>
                <a:gd name="T10" fmla="*/ 0 h 21600"/>
                <a:gd name="T11" fmla="*/ 30119 w 30119"/>
                <a:gd name="T12" fmla="*/ 21600 h 21600"/>
              </a:gdLst>
              <a:ahLst/>
              <a:cxnLst>
                <a:cxn ang="T6">
                  <a:pos x="T0" y="T1"/>
                </a:cxn>
                <a:cxn ang="T7">
                  <a:pos x="T2" y="T3"/>
                </a:cxn>
                <a:cxn ang="T8">
                  <a:pos x="T4" y="T5"/>
                </a:cxn>
              </a:cxnLst>
              <a:rect l="T9" t="T10" r="T11" b="T12"/>
              <a:pathLst>
                <a:path w="30119" h="21600" fill="none" extrusionOk="0">
                  <a:moveTo>
                    <a:pt x="0" y="6181"/>
                  </a:moveTo>
                  <a:cubicBezTo>
                    <a:pt x="4038" y="2219"/>
                    <a:pt x="9469" y="-1"/>
                    <a:pt x="15127" y="0"/>
                  </a:cubicBezTo>
                  <a:cubicBezTo>
                    <a:pt x="20719" y="0"/>
                    <a:pt x="26093" y="2168"/>
                    <a:pt x="30118" y="6050"/>
                  </a:cubicBezTo>
                </a:path>
                <a:path w="30119" h="21600" stroke="0" extrusionOk="0">
                  <a:moveTo>
                    <a:pt x="0" y="6181"/>
                  </a:moveTo>
                  <a:cubicBezTo>
                    <a:pt x="4038" y="2219"/>
                    <a:pt x="9469" y="-1"/>
                    <a:pt x="15127" y="0"/>
                  </a:cubicBezTo>
                  <a:cubicBezTo>
                    <a:pt x="20719" y="0"/>
                    <a:pt x="26093" y="2168"/>
                    <a:pt x="30118" y="6050"/>
                  </a:cubicBezTo>
                  <a:lnTo>
                    <a:pt x="15127" y="21600"/>
                  </a:lnTo>
                  <a:close/>
                </a:path>
              </a:pathLst>
            </a:custGeom>
            <a:noFill/>
            <a:ln w="9525">
              <a:solidFill>
                <a:schemeClr val="tx1"/>
              </a:solidFill>
              <a:round/>
              <a:headEnd/>
              <a:tailEnd/>
            </a:ln>
          </p:spPr>
          <p:txBody>
            <a:bodyPr wrap="none" anchor="ctr"/>
            <a:lstStyle/>
            <a:p>
              <a:endParaRPr lang="zh-CN" altLang="en-US">
                <a:latin typeface="Times New Roman" pitchFamily="18" charset="0"/>
              </a:endParaRPr>
            </a:p>
          </p:txBody>
        </p:sp>
        <p:graphicFrame>
          <p:nvGraphicFramePr>
            <p:cNvPr id="5130" name="Object 10"/>
            <p:cNvGraphicFramePr>
              <a:graphicFrameLocks noChangeAspect="1"/>
            </p:cNvGraphicFramePr>
            <p:nvPr/>
          </p:nvGraphicFramePr>
          <p:xfrm>
            <a:off x="3357554" y="4286256"/>
            <a:ext cx="1900238" cy="500062"/>
          </p:xfrm>
          <a:graphic>
            <a:graphicData uri="http://schemas.openxmlformats.org/presentationml/2006/ole">
              <p:oleObj spid="_x0000_s5130" name="公式" r:id="rId11" imgW="965160" imgH="25380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058"/>
                                        </p:tgtEl>
                                        <p:attrNameLst>
                                          <p:attrName>style.visibility</p:attrName>
                                        </p:attrNameLst>
                                      </p:cBhvr>
                                      <p:to>
                                        <p:strVal val="visible"/>
                                      </p:to>
                                    </p:set>
                                    <p:animEffect transition="in" filter="wipe(left)">
                                      <p:cBhvr>
                                        <p:cTn id="7" dur="1000"/>
                                        <p:tgtEl>
                                          <p:spTgt spid="450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5095"/>
                                        </p:tgtEl>
                                        <p:attrNameLst>
                                          <p:attrName>style.visibility</p:attrName>
                                        </p:attrNameLst>
                                      </p:cBhvr>
                                      <p:to>
                                        <p:strVal val="visible"/>
                                      </p:to>
                                    </p:set>
                                    <p:animEffect transition="in" filter="wipe(left)">
                                      <p:cBhvr>
                                        <p:cTn id="12" dur="500"/>
                                        <p:tgtEl>
                                          <p:spTgt spid="4509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5077"/>
                                        </p:tgtEl>
                                        <p:attrNameLst>
                                          <p:attrName>style.visibility</p:attrName>
                                        </p:attrNameLst>
                                      </p:cBhvr>
                                      <p:to>
                                        <p:strVal val="visible"/>
                                      </p:to>
                                    </p:set>
                                    <p:animEffect transition="in" filter="wipe(left)">
                                      <p:cBhvr>
                                        <p:cTn id="17" dur="500"/>
                                        <p:tgtEl>
                                          <p:spTgt spid="45077"/>
                                        </p:tgtEl>
                                      </p:cBhvr>
                                    </p:animEffect>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45069"/>
                                        </p:tgtEl>
                                        <p:attrNameLst>
                                          <p:attrName>style.visibility</p:attrName>
                                        </p:attrNameLst>
                                      </p:cBhvr>
                                      <p:to>
                                        <p:strVal val="visible"/>
                                      </p:to>
                                    </p:set>
                                    <p:animEffect transition="in" filter="wipe(up)">
                                      <p:cBhvr>
                                        <p:cTn id="21" dur="500"/>
                                        <p:tgtEl>
                                          <p:spTgt spid="45069"/>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45074"/>
                                        </p:tgtEl>
                                        <p:attrNameLst>
                                          <p:attrName>style.visibility</p:attrName>
                                        </p:attrNameLst>
                                      </p:cBhvr>
                                      <p:to>
                                        <p:strVal val="visible"/>
                                      </p:to>
                                    </p:set>
                                    <p:animEffect transition="in" filter="wipe(left)">
                                      <p:cBhvr>
                                        <p:cTn id="25" dur="500"/>
                                        <p:tgtEl>
                                          <p:spTgt spid="45074"/>
                                        </p:tgtEl>
                                      </p:cBhvr>
                                    </p:animEffect>
                                  </p:childTnLst>
                                </p:cTn>
                              </p:par>
                            </p:childTnLst>
                          </p:cTn>
                        </p:par>
                        <p:par>
                          <p:cTn id="26" fill="hold">
                            <p:stCondLst>
                              <p:cond delay="1500"/>
                            </p:stCondLst>
                            <p:childTnLst>
                              <p:par>
                                <p:cTn id="27" presetID="22" presetClass="entr" presetSubtype="8" fill="hold" grpId="0" nodeType="afterEffect">
                                  <p:stCondLst>
                                    <p:cond delay="0"/>
                                  </p:stCondLst>
                                  <p:childTnLst>
                                    <p:set>
                                      <p:cBhvr>
                                        <p:cTn id="28" dur="1" fill="hold">
                                          <p:stCondLst>
                                            <p:cond delay="0"/>
                                          </p:stCondLst>
                                        </p:cTn>
                                        <p:tgtEl>
                                          <p:spTgt spid="45070"/>
                                        </p:tgtEl>
                                        <p:attrNameLst>
                                          <p:attrName>style.visibility</p:attrName>
                                        </p:attrNameLst>
                                      </p:cBhvr>
                                      <p:to>
                                        <p:strVal val="visible"/>
                                      </p:to>
                                    </p:set>
                                    <p:animEffect transition="in" filter="wipe(left)">
                                      <p:cBhvr>
                                        <p:cTn id="29" dur="500"/>
                                        <p:tgtEl>
                                          <p:spTgt spid="45070"/>
                                        </p:tgtEl>
                                      </p:cBhvr>
                                    </p:animEffect>
                                  </p:childTnLst>
                                </p:cTn>
                              </p:par>
                            </p:childTnLst>
                          </p:cTn>
                        </p:par>
                        <p:par>
                          <p:cTn id="30" fill="hold">
                            <p:stCondLst>
                              <p:cond delay="2000"/>
                            </p:stCondLst>
                            <p:childTnLst>
                              <p:par>
                                <p:cTn id="31" presetID="22" presetClass="entr" presetSubtype="8" fill="hold" grpId="0" nodeType="afterEffect">
                                  <p:stCondLst>
                                    <p:cond delay="0"/>
                                  </p:stCondLst>
                                  <p:childTnLst>
                                    <p:set>
                                      <p:cBhvr>
                                        <p:cTn id="32" dur="1" fill="hold">
                                          <p:stCondLst>
                                            <p:cond delay="0"/>
                                          </p:stCondLst>
                                        </p:cTn>
                                        <p:tgtEl>
                                          <p:spTgt spid="45075"/>
                                        </p:tgtEl>
                                        <p:attrNameLst>
                                          <p:attrName>style.visibility</p:attrName>
                                        </p:attrNameLst>
                                      </p:cBhvr>
                                      <p:to>
                                        <p:strVal val="visible"/>
                                      </p:to>
                                    </p:set>
                                    <p:animEffect transition="in" filter="wipe(left)">
                                      <p:cBhvr>
                                        <p:cTn id="33" dur="500"/>
                                        <p:tgtEl>
                                          <p:spTgt spid="45075"/>
                                        </p:tgtEl>
                                      </p:cBhvr>
                                    </p:animEffect>
                                  </p:childTnLst>
                                </p:cTn>
                              </p:par>
                            </p:childTnLst>
                          </p:cTn>
                        </p:par>
                        <p:par>
                          <p:cTn id="34" fill="hold">
                            <p:stCondLst>
                              <p:cond delay="2500"/>
                            </p:stCondLst>
                            <p:childTnLst>
                              <p:par>
                                <p:cTn id="35" presetID="22" presetClass="entr" presetSubtype="4" fill="hold" grpId="0" nodeType="afterEffect">
                                  <p:stCondLst>
                                    <p:cond delay="0"/>
                                  </p:stCondLst>
                                  <p:childTnLst>
                                    <p:set>
                                      <p:cBhvr>
                                        <p:cTn id="36" dur="1" fill="hold">
                                          <p:stCondLst>
                                            <p:cond delay="0"/>
                                          </p:stCondLst>
                                        </p:cTn>
                                        <p:tgtEl>
                                          <p:spTgt spid="45059"/>
                                        </p:tgtEl>
                                        <p:attrNameLst>
                                          <p:attrName>style.visibility</p:attrName>
                                        </p:attrNameLst>
                                      </p:cBhvr>
                                      <p:to>
                                        <p:strVal val="visible"/>
                                      </p:to>
                                    </p:set>
                                    <p:animEffect transition="in" filter="wipe(down)">
                                      <p:cBhvr>
                                        <p:cTn id="37" dur="500"/>
                                        <p:tgtEl>
                                          <p:spTgt spid="45059"/>
                                        </p:tgtEl>
                                      </p:cBhvr>
                                    </p:animEffect>
                                  </p:childTnLst>
                                </p:cTn>
                              </p:par>
                            </p:childTnLst>
                          </p:cTn>
                        </p:par>
                        <p:par>
                          <p:cTn id="38" fill="hold">
                            <p:stCondLst>
                              <p:cond delay="3000"/>
                            </p:stCondLst>
                            <p:childTnLst>
                              <p:par>
                                <p:cTn id="39" presetID="22" presetClass="entr" presetSubtype="8" fill="hold" grpId="0" nodeType="afterEffect">
                                  <p:stCondLst>
                                    <p:cond delay="0"/>
                                  </p:stCondLst>
                                  <p:childTnLst>
                                    <p:set>
                                      <p:cBhvr>
                                        <p:cTn id="40" dur="1" fill="hold">
                                          <p:stCondLst>
                                            <p:cond delay="0"/>
                                          </p:stCondLst>
                                        </p:cTn>
                                        <p:tgtEl>
                                          <p:spTgt spid="45076"/>
                                        </p:tgtEl>
                                        <p:attrNameLst>
                                          <p:attrName>style.visibility</p:attrName>
                                        </p:attrNameLst>
                                      </p:cBhvr>
                                      <p:to>
                                        <p:strVal val="visible"/>
                                      </p:to>
                                    </p:set>
                                    <p:animEffect transition="in" filter="wipe(left)">
                                      <p:cBhvr>
                                        <p:cTn id="41" dur="500"/>
                                        <p:tgtEl>
                                          <p:spTgt spid="4507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45078"/>
                                        </p:tgtEl>
                                        <p:attrNameLst>
                                          <p:attrName>style.visibility</p:attrName>
                                        </p:attrNameLst>
                                      </p:cBhvr>
                                      <p:to>
                                        <p:strVal val="visible"/>
                                      </p:to>
                                    </p:set>
                                    <p:animEffect transition="in" filter="wipe(left)">
                                      <p:cBhvr>
                                        <p:cTn id="46" dur="500"/>
                                        <p:tgtEl>
                                          <p:spTgt spid="45078"/>
                                        </p:tgtEl>
                                      </p:cBhvr>
                                    </p:animEffect>
                                  </p:childTnLst>
                                </p:cTn>
                              </p:par>
                            </p:childTnLst>
                          </p:cTn>
                        </p:par>
                        <p:par>
                          <p:cTn id="47" fill="hold">
                            <p:stCondLst>
                              <p:cond delay="500"/>
                            </p:stCondLst>
                            <p:childTnLst>
                              <p:par>
                                <p:cTn id="48" presetID="22" presetClass="entr" presetSubtype="8" fill="hold" grpId="0" nodeType="afterEffect">
                                  <p:stCondLst>
                                    <p:cond delay="0"/>
                                  </p:stCondLst>
                                  <p:childTnLst>
                                    <p:set>
                                      <p:cBhvr>
                                        <p:cTn id="49" dur="1" fill="hold">
                                          <p:stCondLst>
                                            <p:cond delay="0"/>
                                          </p:stCondLst>
                                        </p:cTn>
                                        <p:tgtEl>
                                          <p:spTgt spid="45071"/>
                                        </p:tgtEl>
                                        <p:attrNameLst>
                                          <p:attrName>style.visibility</p:attrName>
                                        </p:attrNameLst>
                                      </p:cBhvr>
                                      <p:to>
                                        <p:strVal val="visible"/>
                                      </p:to>
                                    </p:set>
                                    <p:animEffect transition="in" filter="wipe(left)">
                                      <p:cBhvr>
                                        <p:cTn id="50" dur="500"/>
                                        <p:tgtEl>
                                          <p:spTgt spid="45071"/>
                                        </p:tgtEl>
                                      </p:cBhvr>
                                    </p:animEffect>
                                  </p:childTnLst>
                                </p:cTn>
                              </p:par>
                            </p:childTnLst>
                          </p:cTn>
                        </p:par>
                        <p:par>
                          <p:cTn id="51" fill="hold">
                            <p:stCondLst>
                              <p:cond delay="1000"/>
                            </p:stCondLst>
                            <p:childTnLst>
                              <p:par>
                                <p:cTn id="52" presetID="22" presetClass="entr" presetSubtype="8" fill="hold" nodeType="afterEffect">
                                  <p:stCondLst>
                                    <p:cond delay="0"/>
                                  </p:stCondLst>
                                  <p:childTnLst>
                                    <p:set>
                                      <p:cBhvr>
                                        <p:cTn id="53" dur="1" fill="hold">
                                          <p:stCondLst>
                                            <p:cond delay="0"/>
                                          </p:stCondLst>
                                        </p:cTn>
                                        <p:tgtEl>
                                          <p:spTgt spid="45094"/>
                                        </p:tgtEl>
                                        <p:attrNameLst>
                                          <p:attrName>style.visibility</p:attrName>
                                        </p:attrNameLst>
                                      </p:cBhvr>
                                      <p:to>
                                        <p:strVal val="visible"/>
                                      </p:to>
                                    </p:set>
                                    <p:animEffect transition="in" filter="wipe(left)">
                                      <p:cBhvr>
                                        <p:cTn id="54" dur="500"/>
                                        <p:tgtEl>
                                          <p:spTgt spid="45094"/>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45079"/>
                                        </p:tgtEl>
                                        <p:attrNameLst>
                                          <p:attrName>style.visibility</p:attrName>
                                        </p:attrNameLst>
                                      </p:cBhvr>
                                      <p:to>
                                        <p:strVal val="visible"/>
                                      </p:to>
                                    </p:set>
                                    <p:animEffect transition="in" filter="wipe(left)">
                                      <p:cBhvr>
                                        <p:cTn id="59" dur="500"/>
                                        <p:tgtEl>
                                          <p:spTgt spid="45079"/>
                                        </p:tgtEl>
                                      </p:cBhvr>
                                    </p:animEffect>
                                  </p:childTnLst>
                                </p:cTn>
                              </p:par>
                            </p:childTnLst>
                          </p:cTn>
                        </p:par>
                        <p:par>
                          <p:cTn id="60" fill="hold">
                            <p:stCondLst>
                              <p:cond delay="500"/>
                            </p:stCondLst>
                            <p:childTnLst>
                              <p:par>
                                <p:cTn id="61" presetID="22" presetClass="entr" presetSubtype="8" fill="hold" grpId="0" nodeType="afterEffect">
                                  <p:stCondLst>
                                    <p:cond delay="0"/>
                                  </p:stCondLst>
                                  <p:childTnLst>
                                    <p:set>
                                      <p:cBhvr>
                                        <p:cTn id="62" dur="1" fill="hold">
                                          <p:stCondLst>
                                            <p:cond delay="0"/>
                                          </p:stCondLst>
                                        </p:cTn>
                                        <p:tgtEl>
                                          <p:spTgt spid="45072"/>
                                        </p:tgtEl>
                                        <p:attrNameLst>
                                          <p:attrName>style.visibility</p:attrName>
                                        </p:attrNameLst>
                                      </p:cBhvr>
                                      <p:to>
                                        <p:strVal val="visible"/>
                                      </p:to>
                                    </p:set>
                                    <p:animEffect transition="in" filter="wipe(left)">
                                      <p:cBhvr>
                                        <p:cTn id="63" dur="500"/>
                                        <p:tgtEl>
                                          <p:spTgt spid="45072"/>
                                        </p:tgtEl>
                                      </p:cBhvr>
                                    </p:animEffect>
                                  </p:childTnLst>
                                </p:cTn>
                              </p:par>
                            </p:childTnLst>
                          </p:cTn>
                        </p:par>
                        <p:par>
                          <p:cTn id="64" fill="hold">
                            <p:stCondLst>
                              <p:cond delay="1000"/>
                            </p:stCondLst>
                            <p:childTnLst>
                              <p:par>
                                <p:cTn id="65" presetID="22" presetClass="entr" presetSubtype="8" fill="hold" nodeType="afterEffect">
                                  <p:stCondLst>
                                    <p:cond delay="0"/>
                                  </p:stCondLst>
                                  <p:childTnLst>
                                    <p:set>
                                      <p:cBhvr>
                                        <p:cTn id="66" dur="1" fill="hold">
                                          <p:stCondLst>
                                            <p:cond delay="0"/>
                                          </p:stCondLst>
                                        </p:cTn>
                                        <p:tgtEl>
                                          <p:spTgt spid="45096"/>
                                        </p:tgtEl>
                                        <p:attrNameLst>
                                          <p:attrName>style.visibility</p:attrName>
                                        </p:attrNameLst>
                                      </p:cBhvr>
                                      <p:to>
                                        <p:strVal val="visible"/>
                                      </p:to>
                                    </p:set>
                                    <p:animEffect transition="in" filter="wipe(left)">
                                      <p:cBhvr>
                                        <p:cTn id="67" dur="500"/>
                                        <p:tgtEl>
                                          <p:spTgt spid="4509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45073"/>
                                        </p:tgtEl>
                                        <p:attrNameLst>
                                          <p:attrName>style.visibility</p:attrName>
                                        </p:attrNameLst>
                                      </p:cBhvr>
                                      <p:to>
                                        <p:strVal val="visible"/>
                                      </p:to>
                                    </p:set>
                                    <p:animEffect transition="in" filter="wipe(left)">
                                      <p:cBhvr>
                                        <p:cTn id="72" dur="500"/>
                                        <p:tgtEl>
                                          <p:spTgt spid="45073"/>
                                        </p:tgtEl>
                                      </p:cBhvr>
                                    </p:animEffect>
                                  </p:childTnLst>
                                </p:cTn>
                              </p:par>
                            </p:childTnLst>
                          </p:cTn>
                        </p:par>
                        <p:par>
                          <p:cTn id="73" fill="hold">
                            <p:stCondLst>
                              <p:cond delay="500"/>
                            </p:stCondLst>
                            <p:childTnLst>
                              <p:par>
                                <p:cTn id="74" presetID="22" presetClass="entr" presetSubtype="8" fill="hold" nodeType="afterEffect">
                                  <p:stCondLst>
                                    <p:cond delay="0"/>
                                  </p:stCondLst>
                                  <p:childTnLst>
                                    <p:set>
                                      <p:cBhvr>
                                        <p:cTn id="75" dur="1" fill="hold">
                                          <p:stCondLst>
                                            <p:cond delay="0"/>
                                          </p:stCondLst>
                                        </p:cTn>
                                        <p:tgtEl>
                                          <p:spTgt spid="45080"/>
                                        </p:tgtEl>
                                        <p:attrNameLst>
                                          <p:attrName>style.visibility</p:attrName>
                                        </p:attrNameLst>
                                      </p:cBhvr>
                                      <p:to>
                                        <p:strVal val="visible"/>
                                      </p:to>
                                    </p:set>
                                    <p:animEffect transition="in" filter="wipe(left)">
                                      <p:cBhvr>
                                        <p:cTn id="76" dur="500"/>
                                        <p:tgtEl>
                                          <p:spTgt spid="45080"/>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48"/>
                                        </p:tgtEl>
                                        <p:attrNameLst>
                                          <p:attrName>style.visibility</p:attrName>
                                        </p:attrNameLst>
                                      </p:cBhvr>
                                      <p:to>
                                        <p:strVal val="visible"/>
                                      </p:to>
                                    </p:set>
                                    <p:animEffect transition="in" filter="blinds(horizontal)">
                                      <p:cBhvr>
                                        <p:cTn id="81" dur="500"/>
                                        <p:tgtEl>
                                          <p:spTgt spid="48"/>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1" fill="hold" grpId="0" nodeType="clickEffect">
                                  <p:stCondLst>
                                    <p:cond delay="0"/>
                                  </p:stCondLst>
                                  <p:childTnLst>
                                    <p:set>
                                      <p:cBhvr>
                                        <p:cTn id="85" dur="1" fill="hold">
                                          <p:stCondLst>
                                            <p:cond delay="0"/>
                                          </p:stCondLst>
                                        </p:cTn>
                                        <p:tgtEl>
                                          <p:spTgt spid="45060"/>
                                        </p:tgtEl>
                                        <p:attrNameLst>
                                          <p:attrName>style.visibility</p:attrName>
                                        </p:attrNameLst>
                                      </p:cBhvr>
                                      <p:to>
                                        <p:strVal val="visible"/>
                                      </p:to>
                                    </p:set>
                                    <p:animEffect transition="in" filter="wipe(up)">
                                      <p:cBhvr>
                                        <p:cTn id="86" dur="500"/>
                                        <p:tgtEl>
                                          <p:spTgt spid="45060"/>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45100"/>
                                        </p:tgtEl>
                                        <p:attrNameLst>
                                          <p:attrName>style.visibility</p:attrName>
                                        </p:attrNameLst>
                                      </p:cBhvr>
                                      <p:to>
                                        <p:strVal val="visible"/>
                                      </p:to>
                                    </p:set>
                                    <p:animEffect transition="in" filter="blinds(horizontal)">
                                      <p:cBhvr>
                                        <p:cTn id="91" dur="500"/>
                                        <p:tgtEl>
                                          <p:spTgt spid="45100"/>
                                        </p:tgtEl>
                                      </p:cBhvr>
                                    </p:animEffect>
                                  </p:childTnLst>
                                </p:cTn>
                              </p:par>
                            </p:childTnLst>
                          </p:cTn>
                        </p:par>
                      </p:childTnLst>
                    </p:cTn>
                  </p:par>
                  <p:par>
                    <p:cTn id="92" fill="hold">
                      <p:stCondLst>
                        <p:cond delay="indefinite"/>
                      </p:stCondLst>
                      <p:childTnLst>
                        <p:par>
                          <p:cTn id="93" fill="hold">
                            <p:stCondLst>
                              <p:cond delay="0"/>
                            </p:stCondLst>
                            <p:childTnLst>
                              <p:par>
                                <p:cTn id="94" presetID="9" presetClass="entr" presetSubtype="0" fill="hold" grpId="0" nodeType="clickEffect">
                                  <p:stCondLst>
                                    <p:cond delay="0"/>
                                  </p:stCondLst>
                                  <p:childTnLst>
                                    <p:set>
                                      <p:cBhvr>
                                        <p:cTn id="95" dur="1" fill="hold">
                                          <p:stCondLst>
                                            <p:cond delay="0"/>
                                          </p:stCondLst>
                                        </p:cTn>
                                        <p:tgtEl>
                                          <p:spTgt spid="45101"/>
                                        </p:tgtEl>
                                        <p:attrNameLst>
                                          <p:attrName>style.visibility</p:attrName>
                                        </p:attrNameLst>
                                      </p:cBhvr>
                                      <p:to>
                                        <p:strVal val="visible"/>
                                      </p:to>
                                    </p:set>
                                    <p:animEffect transition="in" filter="dissolve">
                                      <p:cBhvr>
                                        <p:cTn id="96" dur="1000"/>
                                        <p:tgtEl>
                                          <p:spTgt spid="45101"/>
                                        </p:tgtEl>
                                      </p:cBhvr>
                                    </p:animEffect>
                                  </p:childTnLst>
                                </p:cTn>
                              </p:par>
                            </p:childTnLst>
                          </p:cTn>
                        </p:par>
                        <p:par>
                          <p:cTn id="97" fill="hold">
                            <p:stCondLst>
                              <p:cond delay="1000"/>
                            </p:stCondLst>
                            <p:childTnLst>
                              <p:par>
                                <p:cTn id="98" presetID="22" presetClass="entr" presetSubtype="8" fill="hold" grpId="0" nodeType="afterEffect">
                                  <p:stCondLst>
                                    <p:cond delay="0"/>
                                  </p:stCondLst>
                                  <p:childTnLst>
                                    <p:set>
                                      <p:cBhvr>
                                        <p:cTn id="99" dur="1" fill="hold">
                                          <p:stCondLst>
                                            <p:cond delay="0"/>
                                          </p:stCondLst>
                                        </p:cTn>
                                        <p:tgtEl>
                                          <p:spTgt spid="45061"/>
                                        </p:tgtEl>
                                        <p:attrNameLst>
                                          <p:attrName>style.visibility</p:attrName>
                                        </p:attrNameLst>
                                      </p:cBhvr>
                                      <p:to>
                                        <p:strVal val="visible"/>
                                      </p:to>
                                    </p:set>
                                    <p:animEffect transition="in" filter="wipe(left)">
                                      <p:cBhvr>
                                        <p:cTn id="100" dur="500"/>
                                        <p:tgtEl>
                                          <p:spTgt spid="45061"/>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45062"/>
                                        </p:tgtEl>
                                        <p:attrNameLst>
                                          <p:attrName>style.visibility</p:attrName>
                                        </p:attrNameLst>
                                      </p:cBhvr>
                                      <p:to>
                                        <p:strVal val="visible"/>
                                      </p:to>
                                    </p:set>
                                    <p:animEffect transition="in" filter="wipe(left)">
                                      <p:cBhvr>
                                        <p:cTn id="105" dur="500"/>
                                        <p:tgtEl>
                                          <p:spTgt spid="45062"/>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45063"/>
                                        </p:tgtEl>
                                        <p:attrNameLst>
                                          <p:attrName>style.visibility</p:attrName>
                                        </p:attrNameLst>
                                      </p:cBhvr>
                                      <p:to>
                                        <p:strVal val="visible"/>
                                      </p:to>
                                    </p:set>
                                    <p:animEffect transition="in" filter="wipe(left)">
                                      <p:cBhvr>
                                        <p:cTn id="110" dur="500"/>
                                        <p:tgtEl>
                                          <p:spTgt spid="45063"/>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nodeType="clickEffect">
                                  <p:stCondLst>
                                    <p:cond delay="0"/>
                                  </p:stCondLst>
                                  <p:childTnLst>
                                    <p:set>
                                      <p:cBhvr>
                                        <p:cTn id="114" dur="1" fill="hold">
                                          <p:stCondLst>
                                            <p:cond delay="0"/>
                                          </p:stCondLst>
                                        </p:cTn>
                                        <p:tgtEl>
                                          <p:spTgt spid="45081"/>
                                        </p:tgtEl>
                                        <p:attrNameLst>
                                          <p:attrName>style.visibility</p:attrName>
                                        </p:attrNameLst>
                                      </p:cBhvr>
                                      <p:to>
                                        <p:strVal val="visible"/>
                                      </p:to>
                                    </p:set>
                                    <p:animEffect transition="in" filter="wipe(left)">
                                      <p:cBhvr>
                                        <p:cTn id="115" dur="500"/>
                                        <p:tgtEl>
                                          <p:spTgt spid="45081"/>
                                        </p:tgtEl>
                                      </p:cBhvr>
                                    </p:animEffect>
                                  </p:childTnLst>
                                </p:cTn>
                              </p:par>
                            </p:childTnLst>
                          </p:cTn>
                        </p:par>
                      </p:childTnLst>
                    </p:cTn>
                  </p:par>
                  <p:par>
                    <p:cTn id="116" fill="hold">
                      <p:stCondLst>
                        <p:cond delay="indefinite"/>
                      </p:stCondLst>
                      <p:childTnLst>
                        <p:par>
                          <p:cTn id="117" fill="hold">
                            <p:stCondLst>
                              <p:cond delay="0"/>
                            </p:stCondLst>
                            <p:childTnLst>
                              <p:par>
                                <p:cTn id="118" presetID="3" presetClass="entr" presetSubtype="10" fill="hold" nodeType="clickEffect">
                                  <p:stCondLst>
                                    <p:cond delay="0"/>
                                  </p:stCondLst>
                                  <p:childTnLst>
                                    <p:set>
                                      <p:cBhvr>
                                        <p:cTn id="119" dur="1" fill="hold">
                                          <p:stCondLst>
                                            <p:cond delay="0"/>
                                          </p:stCondLst>
                                        </p:cTn>
                                        <p:tgtEl>
                                          <p:spTgt spid="2"/>
                                        </p:tgtEl>
                                        <p:attrNameLst>
                                          <p:attrName>style.visibility</p:attrName>
                                        </p:attrNameLst>
                                      </p:cBhvr>
                                      <p:to>
                                        <p:strVal val="visible"/>
                                      </p:to>
                                    </p:set>
                                    <p:animEffect transition="in" filter="blinds(horizontal)">
                                      <p:cBhvr>
                                        <p:cTn id="120" dur="500"/>
                                        <p:tgtEl>
                                          <p:spTgt spid="2"/>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8" fill="hold" grpId="0" nodeType="clickEffect">
                                  <p:stCondLst>
                                    <p:cond delay="0"/>
                                  </p:stCondLst>
                                  <p:childTnLst>
                                    <p:set>
                                      <p:cBhvr>
                                        <p:cTn id="124" dur="1" fill="hold">
                                          <p:stCondLst>
                                            <p:cond delay="0"/>
                                          </p:stCondLst>
                                        </p:cTn>
                                        <p:tgtEl>
                                          <p:spTgt spid="45064"/>
                                        </p:tgtEl>
                                        <p:attrNameLst>
                                          <p:attrName>style.visibility</p:attrName>
                                        </p:attrNameLst>
                                      </p:cBhvr>
                                      <p:to>
                                        <p:strVal val="visible"/>
                                      </p:to>
                                    </p:set>
                                    <p:animEffect transition="in" filter="wipe(left)">
                                      <p:cBhvr>
                                        <p:cTn id="125" dur="500"/>
                                        <p:tgtEl>
                                          <p:spTgt spid="45064"/>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45090"/>
                                        </p:tgtEl>
                                        <p:attrNameLst>
                                          <p:attrName>style.visibility</p:attrName>
                                        </p:attrNameLst>
                                      </p:cBhvr>
                                      <p:to>
                                        <p:strVal val="visible"/>
                                      </p:to>
                                    </p:set>
                                    <p:animEffect transition="in" filter="wipe(left)">
                                      <p:cBhvr>
                                        <p:cTn id="130" dur="500"/>
                                        <p:tgtEl>
                                          <p:spTgt spid="45090"/>
                                        </p:tgtEl>
                                      </p:cBhvr>
                                    </p:animEffect>
                                  </p:childTnLst>
                                </p:cTn>
                              </p:par>
                            </p:childTnLst>
                          </p:cTn>
                        </p:par>
                        <p:par>
                          <p:cTn id="131" fill="hold">
                            <p:stCondLst>
                              <p:cond delay="500"/>
                            </p:stCondLst>
                            <p:childTnLst>
                              <p:par>
                                <p:cTn id="132" presetID="22" presetClass="entr" presetSubtype="8" fill="hold" grpId="0" nodeType="afterEffect">
                                  <p:stCondLst>
                                    <p:cond delay="0"/>
                                  </p:stCondLst>
                                  <p:childTnLst>
                                    <p:set>
                                      <p:cBhvr>
                                        <p:cTn id="133" dur="1" fill="hold">
                                          <p:stCondLst>
                                            <p:cond delay="0"/>
                                          </p:stCondLst>
                                        </p:cTn>
                                        <p:tgtEl>
                                          <p:spTgt spid="45083"/>
                                        </p:tgtEl>
                                        <p:attrNameLst>
                                          <p:attrName>style.visibility</p:attrName>
                                        </p:attrNameLst>
                                      </p:cBhvr>
                                      <p:to>
                                        <p:strVal val="visible"/>
                                      </p:to>
                                    </p:set>
                                    <p:animEffect transition="in" filter="wipe(left)">
                                      <p:cBhvr>
                                        <p:cTn id="134" dur="500"/>
                                        <p:tgtEl>
                                          <p:spTgt spid="45083"/>
                                        </p:tgtEl>
                                      </p:cBhvr>
                                    </p:animEffect>
                                  </p:childTnLst>
                                </p:cTn>
                              </p:par>
                            </p:childTnLst>
                          </p:cTn>
                        </p:par>
                        <p:par>
                          <p:cTn id="135" fill="hold">
                            <p:stCondLst>
                              <p:cond delay="1000"/>
                            </p:stCondLst>
                            <p:childTnLst>
                              <p:par>
                                <p:cTn id="136" presetID="22" presetClass="entr" presetSubtype="8" fill="hold" grpId="0" nodeType="afterEffect">
                                  <p:stCondLst>
                                    <p:cond delay="0"/>
                                  </p:stCondLst>
                                  <p:childTnLst>
                                    <p:set>
                                      <p:cBhvr>
                                        <p:cTn id="137" dur="1" fill="hold">
                                          <p:stCondLst>
                                            <p:cond delay="0"/>
                                          </p:stCondLst>
                                        </p:cTn>
                                        <p:tgtEl>
                                          <p:spTgt spid="45084"/>
                                        </p:tgtEl>
                                        <p:attrNameLst>
                                          <p:attrName>style.visibility</p:attrName>
                                        </p:attrNameLst>
                                      </p:cBhvr>
                                      <p:to>
                                        <p:strVal val="visible"/>
                                      </p:to>
                                    </p:set>
                                    <p:animEffect transition="in" filter="wipe(left)">
                                      <p:cBhvr>
                                        <p:cTn id="138" dur="500"/>
                                        <p:tgtEl>
                                          <p:spTgt spid="45084"/>
                                        </p:tgtEl>
                                      </p:cBhvr>
                                    </p:animEffect>
                                  </p:childTnLst>
                                </p:cTn>
                              </p:par>
                            </p:childTnLst>
                          </p:cTn>
                        </p:par>
                        <p:par>
                          <p:cTn id="139" fill="hold">
                            <p:stCondLst>
                              <p:cond delay="1500"/>
                            </p:stCondLst>
                            <p:childTnLst>
                              <p:par>
                                <p:cTn id="140" presetID="22" presetClass="entr" presetSubtype="8" fill="hold" grpId="0" nodeType="afterEffect">
                                  <p:stCondLst>
                                    <p:cond delay="0"/>
                                  </p:stCondLst>
                                  <p:childTnLst>
                                    <p:set>
                                      <p:cBhvr>
                                        <p:cTn id="141" dur="1" fill="hold">
                                          <p:stCondLst>
                                            <p:cond delay="0"/>
                                          </p:stCondLst>
                                        </p:cTn>
                                        <p:tgtEl>
                                          <p:spTgt spid="45085"/>
                                        </p:tgtEl>
                                        <p:attrNameLst>
                                          <p:attrName>style.visibility</p:attrName>
                                        </p:attrNameLst>
                                      </p:cBhvr>
                                      <p:to>
                                        <p:strVal val="visible"/>
                                      </p:to>
                                    </p:set>
                                    <p:animEffect transition="in" filter="wipe(left)">
                                      <p:cBhvr>
                                        <p:cTn id="142" dur="500"/>
                                        <p:tgtEl>
                                          <p:spTgt spid="45085"/>
                                        </p:tgtEl>
                                      </p:cBhvr>
                                    </p:animEffect>
                                  </p:childTnLst>
                                </p:cTn>
                              </p:par>
                            </p:childTnLst>
                          </p:cTn>
                        </p:par>
                        <p:par>
                          <p:cTn id="143" fill="hold">
                            <p:stCondLst>
                              <p:cond delay="2000"/>
                            </p:stCondLst>
                            <p:childTnLst>
                              <p:par>
                                <p:cTn id="144" presetID="22" presetClass="entr" presetSubtype="8" fill="hold" nodeType="afterEffect">
                                  <p:stCondLst>
                                    <p:cond delay="0"/>
                                  </p:stCondLst>
                                  <p:childTnLst>
                                    <p:set>
                                      <p:cBhvr>
                                        <p:cTn id="145" dur="1" fill="hold">
                                          <p:stCondLst>
                                            <p:cond delay="0"/>
                                          </p:stCondLst>
                                        </p:cTn>
                                        <p:tgtEl>
                                          <p:spTgt spid="45089"/>
                                        </p:tgtEl>
                                        <p:attrNameLst>
                                          <p:attrName>style.visibility</p:attrName>
                                        </p:attrNameLst>
                                      </p:cBhvr>
                                      <p:to>
                                        <p:strVal val="visible"/>
                                      </p:to>
                                    </p:set>
                                    <p:animEffect transition="in" filter="wipe(left)">
                                      <p:cBhvr>
                                        <p:cTn id="146" dur="500"/>
                                        <p:tgtEl>
                                          <p:spTgt spid="45089"/>
                                        </p:tgtEl>
                                      </p:cBhvr>
                                    </p:animEffect>
                                  </p:childTnLst>
                                </p:cTn>
                              </p:par>
                            </p:childTnLst>
                          </p:cTn>
                        </p:par>
                      </p:childTnLst>
                    </p:cTn>
                  </p:par>
                  <p:par>
                    <p:cTn id="147" fill="hold">
                      <p:stCondLst>
                        <p:cond delay="indefinite"/>
                      </p:stCondLst>
                      <p:childTnLst>
                        <p:par>
                          <p:cTn id="148" fill="hold">
                            <p:stCondLst>
                              <p:cond delay="0"/>
                            </p:stCondLst>
                            <p:childTnLst>
                              <p:par>
                                <p:cTn id="149" presetID="22" presetClass="entr" presetSubtype="8" fill="hold" grpId="0" nodeType="clickEffect">
                                  <p:stCondLst>
                                    <p:cond delay="0"/>
                                  </p:stCondLst>
                                  <p:childTnLst>
                                    <p:set>
                                      <p:cBhvr>
                                        <p:cTn id="150" dur="1" fill="hold">
                                          <p:stCondLst>
                                            <p:cond delay="0"/>
                                          </p:stCondLst>
                                        </p:cTn>
                                        <p:tgtEl>
                                          <p:spTgt spid="45082"/>
                                        </p:tgtEl>
                                        <p:attrNameLst>
                                          <p:attrName>style.visibility</p:attrName>
                                        </p:attrNameLst>
                                      </p:cBhvr>
                                      <p:to>
                                        <p:strVal val="visible"/>
                                      </p:to>
                                    </p:set>
                                    <p:animEffect transition="in" filter="wipe(left)">
                                      <p:cBhvr>
                                        <p:cTn id="151" dur="500"/>
                                        <p:tgtEl>
                                          <p:spTgt spid="45082"/>
                                        </p:tgtEl>
                                      </p:cBhvr>
                                    </p:animEffect>
                                  </p:childTnLst>
                                </p:cTn>
                              </p:par>
                            </p:childTnLst>
                          </p:cTn>
                        </p:par>
                        <p:par>
                          <p:cTn id="152" fill="hold">
                            <p:stCondLst>
                              <p:cond delay="500"/>
                            </p:stCondLst>
                            <p:childTnLst>
                              <p:par>
                                <p:cTn id="153" presetID="22" presetClass="entr" presetSubtype="8" fill="hold" grpId="0" nodeType="afterEffect">
                                  <p:stCondLst>
                                    <p:cond delay="0"/>
                                  </p:stCondLst>
                                  <p:childTnLst>
                                    <p:set>
                                      <p:cBhvr>
                                        <p:cTn id="154" dur="1" fill="hold">
                                          <p:stCondLst>
                                            <p:cond delay="0"/>
                                          </p:stCondLst>
                                        </p:cTn>
                                        <p:tgtEl>
                                          <p:spTgt spid="45087"/>
                                        </p:tgtEl>
                                        <p:attrNameLst>
                                          <p:attrName>style.visibility</p:attrName>
                                        </p:attrNameLst>
                                      </p:cBhvr>
                                      <p:to>
                                        <p:strVal val="visible"/>
                                      </p:to>
                                    </p:set>
                                    <p:animEffect transition="in" filter="wipe(left)">
                                      <p:cBhvr>
                                        <p:cTn id="155" dur="500"/>
                                        <p:tgtEl>
                                          <p:spTgt spid="45087"/>
                                        </p:tgtEl>
                                      </p:cBhvr>
                                    </p:animEffect>
                                  </p:childTnLst>
                                </p:cTn>
                              </p:par>
                            </p:childTnLst>
                          </p:cTn>
                        </p:par>
                        <p:par>
                          <p:cTn id="156" fill="hold">
                            <p:stCondLst>
                              <p:cond delay="1000"/>
                            </p:stCondLst>
                            <p:childTnLst>
                              <p:par>
                                <p:cTn id="157" presetID="22" presetClass="entr" presetSubtype="8" fill="hold" grpId="0" nodeType="afterEffect">
                                  <p:stCondLst>
                                    <p:cond delay="0"/>
                                  </p:stCondLst>
                                  <p:childTnLst>
                                    <p:set>
                                      <p:cBhvr>
                                        <p:cTn id="158" dur="1" fill="hold">
                                          <p:stCondLst>
                                            <p:cond delay="0"/>
                                          </p:stCondLst>
                                        </p:cTn>
                                        <p:tgtEl>
                                          <p:spTgt spid="45088"/>
                                        </p:tgtEl>
                                        <p:attrNameLst>
                                          <p:attrName>style.visibility</p:attrName>
                                        </p:attrNameLst>
                                      </p:cBhvr>
                                      <p:to>
                                        <p:strVal val="visible"/>
                                      </p:to>
                                    </p:set>
                                    <p:animEffect transition="in" filter="wipe(left)">
                                      <p:cBhvr>
                                        <p:cTn id="159" dur="500"/>
                                        <p:tgtEl>
                                          <p:spTgt spid="45088"/>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8" fill="hold" grpId="0" nodeType="clickEffect">
                                  <p:stCondLst>
                                    <p:cond delay="0"/>
                                  </p:stCondLst>
                                  <p:childTnLst>
                                    <p:set>
                                      <p:cBhvr>
                                        <p:cTn id="163" dur="1" fill="hold">
                                          <p:stCondLst>
                                            <p:cond delay="0"/>
                                          </p:stCondLst>
                                        </p:cTn>
                                        <p:tgtEl>
                                          <p:spTgt spid="45066"/>
                                        </p:tgtEl>
                                        <p:attrNameLst>
                                          <p:attrName>style.visibility</p:attrName>
                                        </p:attrNameLst>
                                      </p:cBhvr>
                                      <p:to>
                                        <p:strVal val="visible"/>
                                      </p:to>
                                    </p:set>
                                    <p:animEffect transition="in" filter="wipe(left)">
                                      <p:cBhvr>
                                        <p:cTn id="164" dur="500"/>
                                        <p:tgtEl>
                                          <p:spTgt spid="45066"/>
                                        </p:tgtEl>
                                      </p:cBhvr>
                                    </p:animEffect>
                                  </p:childTnLst>
                                </p:cTn>
                              </p:par>
                            </p:childTnLst>
                          </p:cTn>
                        </p:par>
                        <p:par>
                          <p:cTn id="165" fill="hold">
                            <p:stCondLst>
                              <p:cond delay="500"/>
                            </p:stCondLst>
                            <p:childTnLst>
                              <p:par>
                                <p:cTn id="166" presetID="22" presetClass="entr" presetSubtype="8" fill="hold" grpId="0" nodeType="afterEffect">
                                  <p:stCondLst>
                                    <p:cond delay="0"/>
                                  </p:stCondLst>
                                  <p:childTnLst>
                                    <p:set>
                                      <p:cBhvr>
                                        <p:cTn id="167" dur="1" fill="hold">
                                          <p:stCondLst>
                                            <p:cond delay="0"/>
                                          </p:stCondLst>
                                        </p:cTn>
                                        <p:tgtEl>
                                          <p:spTgt spid="45093"/>
                                        </p:tgtEl>
                                        <p:attrNameLst>
                                          <p:attrName>style.visibility</p:attrName>
                                        </p:attrNameLst>
                                      </p:cBhvr>
                                      <p:to>
                                        <p:strVal val="visible"/>
                                      </p:to>
                                    </p:set>
                                    <p:animEffect transition="in" filter="wipe(left)">
                                      <p:cBhvr>
                                        <p:cTn id="168" dur="500"/>
                                        <p:tgtEl>
                                          <p:spTgt spid="45093"/>
                                        </p:tgtEl>
                                      </p:cBhvr>
                                    </p:animEffect>
                                  </p:childTnLst>
                                </p:cTn>
                              </p:par>
                            </p:childTnLst>
                          </p:cTn>
                        </p:par>
                        <p:par>
                          <p:cTn id="169" fill="hold">
                            <p:stCondLst>
                              <p:cond delay="1000"/>
                            </p:stCondLst>
                            <p:childTnLst>
                              <p:par>
                                <p:cTn id="170" presetID="22" presetClass="entr" presetSubtype="8" fill="hold" nodeType="afterEffect">
                                  <p:stCondLst>
                                    <p:cond delay="0"/>
                                  </p:stCondLst>
                                  <p:childTnLst>
                                    <p:set>
                                      <p:cBhvr>
                                        <p:cTn id="171" dur="1" fill="hold">
                                          <p:stCondLst>
                                            <p:cond delay="0"/>
                                          </p:stCondLst>
                                        </p:cTn>
                                        <p:tgtEl>
                                          <p:spTgt spid="45068"/>
                                        </p:tgtEl>
                                        <p:attrNameLst>
                                          <p:attrName>style.visibility</p:attrName>
                                        </p:attrNameLst>
                                      </p:cBhvr>
                                      <p:to>
                                        <p:strVal val="visible"/>
                                      </p:to>
                                    </p:set>
                                    <p:animEffect transition="in" filter="wipe(left)">
                                      <p:cBhvr>
                                        <p:cTn id="172" dur="500"/>
                                        <p:tgtEl>
                                          <p:spTgt spid="45068"/>
                                        </p:tgtEl>
                                      </p:cBhvr>
                                    </p:animEffect>
                                  </p:childTnLst>
                                </p:cTn>
                              </p:par>
                            </p:childTnLst>
                          </p:cTn>
                        </p:par>
                        <p:par>
                          <p:cTn id="173" fill="hold">
                            <p:stCondLst>
                              <p:cond delay="1500"/>
                            </p:stCondLst>
                            <p:childTnLst>
                              <p:par>
                                <p:cTn id="174" presetID="22" presetClass="entr" presetSubtype="8" fill="hold" grpId="0" nodeType="afterEffect">
                                  <p:stCondLst>
                                    <p:cond delay="0"/>
                                  </p:stCondLst>
                                  <p:childTnLst>
                                    <p:set>
                                      <p:cBhvr>
                                        <p:cTn id="175" dur="1" fill="hold">
                                          <p:stCondLst>
                                            <p:cond delay="0"/>
                                          </p:stCondLst>
                                        </p:cTn>
                                        <p:tgtEl>
                                          <p:spTgt spid="45067"/>
                                        </p:tgtEl>
                                        <p:attrNameLst>
                                          <p:attrName>style.visibility</p:attrName>
                                        </p:attrNameLst>
                                      </p:cBhvr>
                                      <p:to>
                                        <p:strVal val="visible"/>
                                      </p:to>
                                    </p:set>
                                    <p:animEffect transition="in" filter="wipe(left)">
                                      <p:cBhvr>
                                        <p:cTn id="176" dur="500"/>
                                        <p:tgtEl>
                                          <p:spTgt spid="45067"/>
                                        </p:tgtEl>
                                      </p:cBhvr>
                                    </p:animEffect>
                                  </p:childTnLst>
                                </p:cTn>
                              </p:par>
                            </p:childTnLst>
                          </p:cTn>
                        </p:par>
                      </p:childTnLst>
                    </p:cTn>
                  </p:par>
                  <p:par>
                    <p:cTn id="177" fill="hold">
                      <p:stCondLst>
                        <p:cond delay="indefinite"/>
                      </p:stCondLst>
                      <p:childTnLst>
                        <p:par>
                          <p:cTn id="178" fill="hold">
                            <p:stCondLst>
                              <p:cond delay="0"/>
                            </p:stCondLst>
                            <p:childTnLst>
                              <p:par>
                                <p:cTn id="179" presetID="22" presetClass="entr" presetSubtype="8" fill="hold" grpId="0" nodeType="clickEffect">
                                  <p:stCondLst>
                                    <p:cond delay="0"/>
                                  </p:stCondLst>
                                  <p:childTnLst>
                                    <p:set>
                                      <p:cBhvr>
                                        <p:cTn id="180" dur="1" fill="hold">
                                          <p:stCondLst>
                                            <p:cond delay="0"/>
                                          </p:stCondLst>
                                        </p:cTn>
                                        <p:tgtEl>
                                          <p:spTgt spid="45086"/>
                                        </p:tgtEl>
                                        <p:attrNameLst>
                                          <p:attrName>style.visibility</p:attrName>
                                        </p:attrNameLst>
                                      </p:cBhvr>
                                      <p:to>
                                        <p:strVal val="visible"/>
                                      </p:to>
                                    </p:set>
                                    <p:animEffect transition="in" filter="wipe(left)">
                                      <p:cBhvr>
                                        <p:cTn id="181" dur="500"/>
                                        <p:tgtEl>
                                          <p:spTgt spid="45086"/>
                                        </p:tgtEl>
                                      </p:cBhvr>
                                    </p:animEffect>
                                  </p:childTnLst>
                                </p:cTn>
                              </p:par>
                            </p:childTnLst>
                          </p:cTn>
                        </p:par>
                      </p:childTnLst>
                    </p:cTn>
                  </p:par>
                  <p:par>
                    <p:cTn id="182" fill="hold">
                      <p:stCondLst>
                        <p:cond delay="indefinite"/>
                      </p:stCondLst>
                      <p:childTnLst>
                        <p:par>
                          <p:cTn id="183" fill="hold">
                            <p:stCondLst>
                              <p:cond delay="0"/>
                            </p:stCondLst>
                            <p:childTnLst>
                              <p:par>
                                <p:cTn id="184" presetID="1" presetClass="exit" presetSubtype="0" fill="hold" grpId="1" nodeType="clickEffect">
                                  <p:stCondLst>
                                    <p:cond delay="0"/>
                                  </p:stCondLst>
                                  <p:childTnLst>
                                    <p:set>
                                      <p:cBhvr>
                                        <p:cTn id="185" dur="1" fill="hold">
                                          <p:stCondLst>
                                            <p:cond delay="0"/>
                                          </p:stCondLst>
                                        </p:cTn>
                                        <p:tgtEl>
                                          <p:spTgt spid="45088"/>
                                        </p:tgtEl>
                                        <p:attrNameLst>
                                          <p:attrName>style.visibility</p:attrName>
                                        </p:attrNameLst>
                                      </p:cBhvr>
                                      <p:to>
                                        <p:strVal val="hidden"/>
                                      </p:to>
                                    </p:set>
                                  </p:childTnLst>
                                </p:cTn>
                              </p:par>
                              <p:par>
                                <p:cTn id="186" presetID="1" presetClass="exit" presetSubtype="0" fill="hold" grpId="1" nodeType="withEffect">
                                  <p:stCondLst>
                                    <p:cond delay="0"/>
                                  </p:stCondLst>
                                  <p:childTnLst>
                                    <p:set>
                                      <p:cBhvr>
                                        <p:cTn id="187" dur="1" fill="hold">
                                          <p:stCondLst>
                                            <p:cond delay="0"/>
                                          </p:stCondLst>
                                        </p:cTn>
                                        <p:tgtEl>
                                          <p:spTgt spid="45087"/>
                                        </p:tgtEl>
                                        <p:attrNameLst>
                                          <p:attrName>style.visibility</p:attrName>
                                        </p:attrNameLst>
                                      </p:cBhvr>
                                      <p:to>
                                        <p:strVal val="hidden"/>
                                      </p:to>
                                    </p:set>
                                  </p:childTnLst>
                                </p:cTn>
                              </p:par>
                            </p:childTnLst>
                          </p:cTn>
                        </p:par>
                        <p:par>
                          <p:cTn id="188" fill="hold">
                            <p:stCondLst>
                              <p:cond delay="0"/>
                            </p:stCondLst>
                            <p:childTnLst>
                              <p:par>
                                <p:cTn id="189" presetID="1" presetClass="exit" presetSubtype="0" fill="hold" grpId="1" nodeType="afterEffect">
                                  <p:stCondLst>
                                    <p:cond delay="0"/>
                                  </p:stCondLst>
                                  <p:childTnLst>
                                    <p:set>
                                      <p:cBhvr>
                                        <p:cTn id="190" dur="1" fill="hold">
                                          <p:stCondLst>
                                            <p:cond delay="0"/>
                                          </p:stCondLst>
                                        </p:cTn>
                                        <p:tgtEl>
                                          <p:spTgt spid="45082"/>
                                        </p:tgtEl>
                                        <p:attrNameLst>
                                          <p:attrName>style.visibility</p:attrName>
                                        </p:attrNameLst>
                                      </p:cBhvr>
                                      <p:to>
                                        <p:strVal val="hidden"/>
                                      </p:to>
                                    </p:set>
                                  </p:childTnLst>
                                </p:cTn>
                              </p:par>
                            </p:childTnLst>
                          </p:cTn>
                        </p:par>
                      </p:childTnLst>
                    </p:cTn>
                  </p:par>
                  <p:par>
                    <p:cTn id="191" fill="hold">
                      <p:stCondLst>
                        <p:cond delay="indefinite"/>
                      </p:stCondLst>
                      <p:childTnLst>
                        <p:par>
                          <p:cTn id="192" fill="hold">
                            <p:stCondLst>
                              <p:cond delay="0"/>
                            </p:stCondLst>
                            <p:childTnLst>
                              <p:par>
                                <p:cTn id="193" presetID="22" presetClass="entr" presetSubtype="8" fill="hold" grpId="0" nodeType="clickEffect">
                                  <p:stCondLst>
                                    <p:cond delay="0"/>
                                  </p:stCondLst>
                                  <p:childTnLst>
                                    <p:set>
                                      <p:cBhvr>
                                        <p:cTn id="194" dur="1" fill="hold">
                                          <p:stCondLst>
                                            <p:cond delay="0"/>
                                          </p:stCondLst>
                                        </p:cTn>
                                        <p:tgtEl>
                                          <p:spTgt spid="45091"/>
                                        </p:tgtEl>
                                        <p:attrNameLst>
                                          <p:attrName>style.visibility</p:attrName>
                                        </p:attrNameLst>
                                      </p:cBhvr>
                                      <p:to>
                                        <p:strVal val="visible"/>
                                      </p:to>
                                    </p:set>
                                    <p:animEffect transition="in" filter="wipe(left)">
                                      <p:cBhvr>
                                        <p:cTn id="195" dur="500"/>
                                        <p:tgtEl>
                                          <p:spTgt spid="45091"/>
                                        </p:tgtEl>
                                      </p:cBhvr>
                                    </p:animEffect>
                                  </p:childTnLst>
                                </p:cTn>
                              </p:par>
                            </p:childTnLst>
                          </p:cTn>
                        </p:par>
                        <p:par>
                          <p:cTn id="196" fill="hold">
                            <p:stCondLst>
                              <p:cond delay="500"/>
                            </p:stCondLst>
                            <p:childTnLst>
                              <p:par>
                                <p:cTn id="197" presetID="22" presetClass="entr" presetSubtype="8" fill="hold" nodeType="afterEffect">
                                  <p:stCondLst>
                                    <p:cond delay="0"/>
                                  </p:stCondLst>
                                  <p:childTnLst>
                                    <p:set>
                                      <p:cBhvr>
                                        <p:cTn id="198" dur="1" fill="hold">
                                          <p:stCondLst>
                                            <p:cond delay="0"/>
                                          </p:stCondLst>
                                        </p:cTn>
                                        <p:tgtEl>
                                          <p:spTgt spid="45092"/>
                                        </p:tgtEl>
                                        <p:attrNameLst>
                                          <p:attrName>style.visibility</p:attrName>
                                        </p:attrNameLst>
                                      </p:cBhvr>
                                      <p:to>
                                        <p:strVal val="visible"/>
                                      </p:to>
                                    </p:set>
                                    <p:animEffect transition="in" filter="wipe(left)">
                                      <p:cBhvr>
                                        <p:cTn id="199" dur="500"/>
                                        <p:tgtEl>
                                          <p:spTgt spid="45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p:bldP spid="45059" grpId="0" animBg="1"/>
      <p:bldP spid="45060" grpId="0" autoUpdateAnimBg="0"/>
      <p:bldP spid="45061" grpId="0" autoUpdateAnimBg="0"/>
      <p:bldP spid="45062" grpId="0" autoUpdateAnimBg="0"/>
      <p:bldP spid="45063" grpId="0" autoUpdateAnimBg="0"/>
      <p:bldP spid="45064" grpId="0" autoUpdateAnimBg="0"/>
      <p:bldP spid="45066" grpId="0" autoUpdateAnimBg="0"/>
      <p:bldP spid="45067" grpId="0" autoUpdateAnimBg="0"/>
      <p:bldP spid="45069" grpId="0" animBg="1"/>
      <p:bldP spid="45070" grpId="0" animBg="1"/>
      <p:bldP spid="45071" grpId="0" animBg="1"/>
      <p:bldP spid="45072" grpId="0" animBg="1"/>
      <p:bldP spid="45073" grpId="0" animBg="1"/>
      <p:bldP spid="45074" grpId="0" autoUpdateAnimBg="0"/>
      <p:bldP spid="45075" grpId="0" autoUpdateAnimBg="0"/>
      <p:bldP spid="45076" grpId="0" autoUpdateAnimBg="0"/>
      <p:bldP spid="45077" grpId="0" autoUpdateAnimBg="0"/>
      <p:bldP spid="45078" grpId="0" autoUpdateAnimBg="0"/>
      <p:bldP spid="45079" grpId="0" autoUpdateAnimBg="0"/>
      <p:bldP spid="45082" grpId="0" autoUpdateAnimBg="0"/>
      <p:bldP spid="45082" grpId="1"/>
      <p:bldP spid="45083" grpId="0" animBg="1"/>
      <p:bldP spid="45084" grpId="0" animBg="1"/>
      <p:bldP spid="45085" grpId="0" animBg="1"/>
      <p:bldP spid="45086" grpId="0" animBg="1"/>
      <p:bldP spid="45087" grpId="0" animBg="1"/>
      <p:bldP spid="45087" grpId="1" animBg="1"/>
      <p:bldP spid="45088" grpId="0" animBg="1"/>
      <p:bldP spid="45088" grpId="1" animBg="1"/>
      <p:bldP spid="45090" grpId="0" autoUpdateAnimBg="0"/>
      <p:bldP spid="45091" grpId="0" animBg="1"/>
      <p:bldP spid="45093" grpId="0"/>
      <p:bldP spid="45095" grpId="0" animBg="1"/>
      <p:bldP spid="45100" grpId="0" autoUpdateAnimBg="0"/>
      <p:bldP spid="4510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179388" y="404813"/>
            <a:ext cx="3513137" cy="457200"/>
          </a:xfrm>
          <a:prstGeom prst="rect">
            <a:avLst/>
          </a:prstGeom>
          <a:noFill/>
          <a:ln w="9525" algn="ctr">
            <a:noFill/>
            <a:miter lim="800000"/>
            <a:headEnd/>
            <a:tailEnd/>
          </a:ln>
        </p:spPr>
        <p:txBody>
          <a:bodyPr>
            <a:spAutoFit/>
          </a:bodyPr>
          <a:lstStyle/>
          <a:p>
            <a:pPr>
              <a:spcBef>
                <a:spcPct val="50000"/>
              </a:spcBef>
            </a:pPr>
            <a:r>
              <a:rPr kumimoji="1" lang="zh-CN" altLang="en-US" sz="2400">
                <a:solidFill>
                  <a:srgbClr val="FF3300"/>
                </a:solidFill>
                <a:latin typeface="Times New Roman" pitchFamily="18" charset="0"/>
              </a:rPr>
              <a:t>在三维直角坐标系中</a:t>
            </a:r>
          </a:p>
        </p:txBody>
      </p:sp>
      <p:graphicFrame>
        <p:nvGraphicFramePr>
          <p:cNvPr id="46083" name="Object 3"/>
          <p:cNvGraphicFramePr>
            <a:graphicFrameLocks noChangeAspect="1"/>
          </p:cNvGraphicFramePr>
          <p:nvPr/>
        </p:nvGraphicFramePr>
        <p:xfrm>
          <a:off x="4140200" y="3717925"/>
          <a:ext cx="1420813" cy="431800"/>
        </p:xfrm>
        <a:graphic>
          <a:graphicData uri="http://schemas.openxmlformats.org/presentationml/2006/ole">
            <p:oleObj spid="_x0000_s6146" name="公式" r:id="rId3" imgW="711000" imgH="215640" progId="Equation.3">
              <p:embed/>
            </p:oleObj>
          </a:graphicData>
        </a:graphic>
      </p:graphicFrame>
      <p:graphicFrame>
        <p:nvGraphicFramePr>
          <p:cNvPr id="46084" name="Object 4"/>
          <p:cNvGraphicFramePr>
            <a:graphicFrameLocks/>
          </p:cNvGraphicFramePr>
          <p:nvPr/>
        </p:nvGraphicFramePr>
        <p:xfrm>
          <a:off x="2695575" y="4343400"/>
          <a:ext cx="2709863" cy="482600"/>
        </p:xfrm>
        <a:graphic>
          <a:graphicData uri="http://schemas.openxmlformats.org/presentationml/2006/ole">
            <p:oleObj spid="_x0000_s6147" name="公式" r:id="rId4" imgW="1358640" imgH="241200" progId="Equation.3">
              <p:embed/>
            </p:oleObj>
          </a:graphicData>
        </a:graphic>
      </p:graphicFrame>
      <p:sp>
        <p:nvSpPr>
          <p:cNvPr id="46085" name="Line 5"/>
          <p:cNvSpPr>
            <a:spLocks noChangeShapeType="1"/>
          </p:cNvSpPr>
          <p:nvPr/>
        </p:nvSpPr>
        <p:spPr bwMode="auto">
          <a:xfrm flipV="1">
            <a:off x="6270625" y="711200"/>
            <a:ext cx="0" cy="1854200"/>
          </a:xfrm>
          <a:prstGeom prst="line">
            <a:avLst/>
          </a:prstGeom>
          <a:noFill/>
          <a:ln w="19050">
            <a:solidFill>
              <a:srgbClr val="0033CC"/>
            </a:solidFill>
            <a:round/>
            <a:headEnd/>
            <a:tailEnd type="triangle" w="sm" len="lg"/>
          </a:ln>
        </p:spPr>
        <p:txBody>
          <a:bodyPr wrap="none" anchor="ctr"/>
          <a:lstStyle/>
          <a:p>
            <a:endParaRPr lang="zh-CN" altLang="en-US"/>
          </a:p>
        </p:txBody>
      </p:sp>
      <p:sp>
        <p:nvSpPr>
          <p:cNvPr id="46086" name="Line 6"/>
          <p:cNvSpPr>
            <a:spLocks noChangeShapeType="1"/>
          </p:cNvSpPr>
          <p:nvPr/>
        </p:nvSpPr>
        <p:spPr bwMode="auto">
          <a:xfrm flipH="1">
            <a:off x="5508625" y="2565400"/>
            <a:ext cx="762000" cy="685800"/>
          </a:xfrm>
          <a:prstGeom prst="line">
            <a:avLst/>
          </a:prstGeom>
          <a:noFill/>
          <a:ln w="19050">
            <a:solidFill>
              <a:srgbClr val="0033CC"/>
            </a:solidFill>
            <a:round/>
            <a:headEnd/>
            <a:tailEnd type="triangle" w="sm" len="lg"/>
          </a:ln>
        </p:spPr>
        <p:txBody>
          <a:bodyPr wrap="none" anchor="ctr"/>
          <a:lstStyle/>
          <a:p>
            <a:endParaRPr lang="zh-CN" altLang="en-US"/>
          </a:p>
        </p:txBody>
      </p:sp>
      <p:sp>
        <p:nvSpPr>
          <p:cNvPr id="46087" name="Line 7"/>
          <p:cNvSpPr>
            <a:spLocks noChangeShapeType="1"/>
          </p:cNvSpPr>
          <p:nvPr/>
        </p:nvSpPr>
        <p:spPr bwMode="auto">
          <a:xfrm>
            <a:off x="6270625" y="2565400"/>
            <a:ext cx="1944688" cy="0"/>
          </a:xfrm>
          <a:prstGeom prst="line">
            <a:avLst/>
          </a:prstGeom>
          <a:noFill/>
          <a:ln w="19050">
            <a:solidFill>
              <a:srgbClr val="0033CC"/>
            </a:solidFill>
            <a:round/>
            <a:headEnd/>
            <a:tailEnd type="triangle" w="sm" len="lg"/>
          </a:ln>
        </p:spPr>
        <p:txBody>
          <a:bodyPr wrap="none" anchor="ctr"/>
          <a:lstStyle/>
          <a:p>
            <a:endParaRPr lang="zh-CN" altLang="en-US"/>
          </a:p>
        </p:txBody>
      </p:sp>
      <p:sp>
        <p:nvSpPr>
          <p:cNvPr id="46088" name="Freeform 8"/>
          <p:cNvSpPr>
            <a:spLocks/>
          </p:cNvSpPr>
          <p:nvPr/>
        </p:nvSpPr>
        <p:spPr bwMode="auto">
          <a:xfrm>
            <a:off x="5711825" y="1209675"/>
            <a:ext cx="2003425" cy="2178050"/>
          </a:xfrm>
          <a:custGeom>
            <a:avLst/>
            <a:gdLst>
              <a:gd name="T0" fmla="*/ 0 w 1262"/>
              <a:gd name="T1" fmla="*/ 90725618 h 1372"/>
              <a:gd name="T2" fmla="*/ 1696064500 w 1262"/>
              <a:gd name="T3" fmla="*/ 115927196 h 1372"/>
              <a:gd name="T4" fmla="*/ 2147483647 w 1262"/>
              <a:gd name="T5" fmla="*/ 781248358 h 1372"/>
              <a:gd name="T6" fmla="*/ 2147483647 w 1262"/>
              <a:gd name="T7" fmla="*/ 2147483647 h 1372"/>
              <a:gd name="T8" fmla="*/ 0 60000 65536"/>
              <a:gd name="T9" fmla="*/ 0 60000 65536"/>
              <a:gd name="T10" fmla="*/ 0 60000 65536"/>
              <a:gd name="T11" fmla="*/ 0 60000 65536"/>
              <a:gd name="T12" fmla="*/ 0 w 1262"/>
              <a:gd name="T13" fmla="*/ 0 h 1372"/>
              <a:gd name="T14" fmla="*/ 1262 w 1262"/>
              <a:gd name="T15" fmla="*/ 1372 h 1372"/>
            </a:gdLst>
            <a:ahLst/>
            <a:cxnLst>
              <a:cxn ang="T8">
                <a:pos x="T0" y="T1"/>
              </a:cxn>
              <a:cxn ang="T9">
                <a:pos x="T2" y="T3"/>
              </a:cxn>
              <a:cxn ang="T10">
                <a:pos x="T4" y="T5"/>
              </a:cxn>
              <a:cxn ang="T11">
                <a:pos x="T6" y="T7"/>
              </a:cxn>
            </a:cxnLst>
            <a:rect l="T12" t="T13" r="T14" b="T15"/>
            <a:pathLst>
              <a:path w="1262" h="1372">
                <a:moveTo>
                  <a:pt x="0" y="36"/>
                </a:moveTo>
                <a:cubicBezTo>
                  <a:pt x="237" y="18"/>
                  <a:pt x="474" y="0"/>
                  <a:pt x="673" y="46"/>
                </a:cubicBezTo>
                <a:cubicBezTo>
                  <a:pt x="871" y="91"/>
                  <a:pt x="1118" y="89"/>
                  <a:pt x="1190" y="310"/>
                </a:cubicBezTo>
                <a:cubicBezTo>
                  <a:pt x="1262" y="531"/>
                  <a:pt x="1121" y="1151"/>
                  <a:pt x="1103" y="1372"/>
                </a:cubicBezTo>
              </a:path>
            </a:pathLst>
          </a:custGeom>
          <a:noFill/>
          <a:ln w="28575">
            <a:solidFill>
              <a:schemeClr val="accent2"/>
            </a:solidFill>
            <a:round/>
            <a:headEnd/>
            <a:tailEnd/>
          </a:ln>
        </p:spPr>
        <p:txBody>
          <a:bodyPr wrap="none" anchor="ctr"/>
          <a:lstStyle/>
          <a:p>
            <a:endParaRPr lang="zh-CN" altLang="en-US"/>
          </a:p>
        </p:txBody>
      </p:sp>
      <p:sp>
        <p:nvSpPr>
          <p:cNvPr id="46089" name="Line 9"/>
          <p:cNvSpPr>
            <a:spLocks noChangeShapeType="1"/>
          </p:cNvSpPr>
          <p:nvPr/>
        </p:nvSpPr>
        <p:spPr bwMode="auto">
          <a:xfrm flipV="1">
            <a:off x="6270625" y="1270000"/>
            <a:ext cx="533400" cy="1295400"/>
          </a:xfrm>
          <a:prstGeom prst="line">
            <a:avLst/>
          </a:prstGeom>
          <a:noFill/>
          <a:ln w="38100">
            <a:solidFill>
              <a:srgbClr val="990033"/>
            </a:solidFill>
            <a:round/>
            <a:headEnd/>
            <a:tailEnd type="stealth" w="med" len="lg"/>
          </a:ln>
        </p:spPr>
        <p:txBody>
          <a:bodyPr wrap="none" anchor="ctr"/>
          <a:lstStyle/>
          <a:p>
            <a:endParaRPr lang="zh-CN" altLang="en-US"/>
          </a:p>
        </p:txBody>
      </p:sp>
      <p:sp>
        <p:nvSpPr>
          <p:cNvPr id="46090" name="Line 10"/>
          <p:cNvSpPr>
            <a:spLocks noChangeShapeType="1"/>
          </p:cNvSpPr>
          <p:nvPr/>
        </p:nvSpPr>
        <p:spPr bwMode="auto">
          <a:xfrm>
            <a:off x="6270625" y="2565400"/>
            <a:ext cx="1295400" cy="228600"/>
          </a:xfrm>
          <a:prstGeom prst="line">
            <a:avLst/>
          </a:prstGeom>
          <a:noFill/>
          <a:ln w="38100">
            <a:solidFill>
              <a:srgbClr val="990033"/>
            </a:solidFill>
            <a:round/>
            <a:headEnd/>
            <a:tailEnd type="stealth" w="med" len="lg"/>
          </a:ln>
        </p:spPr>
        <p:txBody>
          <a:bodyPr wrap="none" anchor="ctr"/>
          <a:lstStyle/>
          <a:p>
            <a:endParaRPr lang="zh-CN" altLang="en-US"/>
          </a:p>
        </p:txBody>
      </p:sp>
      <p:sp>
        <p:nvSpPr>
          <p:cNvPr id="46091" name="Line 11"/>
          <p:cNvSpPr>
            <a:spLocks noChangeShapeType="1"/>
          </p:cNvSpPr>
          <p:nvPr/>
        </p:nvSpPr>
        <p:spPr bwMode="auto">
          <a:xfrm>
            <a:off x="6788150" y="1282700"/>
            <a:ext cx="763588" cy="1511300"/>
          </a:xfrm>
          <a:prstGeom prst="line">
            <a:avLst/>
          </a:prstGeom>
          <a:noFill/>
          <a:ln w="38100">
            <a:solidFill>
              <a:srgbClr val="008000"/>
            </a:solidFill>
            <a:round/>
            <a:headEnd/>
            <a:tailEnd type="stealth" w="med" len="lg"/>
          </a:ln>
        </p:spPr>
        <p:txBody>
          <a:bodyPr wrap="none" anchor="ctr"/>
          <a:lstStyle/>
          <a:p>
            <a:endParaRPr lang="zh-CN" altLang="en-US"/>
          </a:p>
        </p:txBody>
      </p:sp>
      <p:sp>
        <p:nvSpPr>
          <p:cNvPr id="46092" name="Rectangle 12"/>
          <p:cNvSpPr>
            <a:spLocks noChangeArrowheads="1"/>
          </p:cNvSpPr>
          <p:nvPr/>
        </p:nvSpPr>
        <p:spPr bwMode="auto">
          <a:xfrm>
            <a:off x="5191125" y="2743200"/>
            <a:ext cx="438150" cy="519113"/>
          </a:xfrm>
          <a:prstGeom prst="rect">
            <a:avLst/>
          </a:prstGeom>
          <a:noFill/>
          <a:ln w="9525">
            <a:noFill/>
            <a:miter lim="800000"/>
            <a:headEnd/>
            <a:tailEnd/>
          </a:ln>
        </p:spPr>
        <p:txBody>
          <a:bodyPr wrap="none">
            <a:spAutoFit/>
          </a:bodyPr>
          <a:lstStyle/>
          <a:p>
            <a:pPr algn="ctr"/>
            <a:r>
              <a:rPr kumimoji="1" lang="en-US" altLang="zh-CN" sz="2800" i="1">
                <a:latin typeface="Times New Roman" pitchFamily="18" charset="0"/>
              </a:rPr>
              <a:t>x</a:t>
            </a:r>
            <a:r>
              <a:rPr kumimoji="1" lang="en-US" altLang="zh-CN" sz="2400">
                <a:latin typeface="Times New Roman" pitchFamily="18" charset="0"/>
              </a:rPr>
              <a:t> </a:t>
            </a:r>
          </a:p>
        </p:txBody>
      </p:sp>
      <p:sp>
        <p:nvSpPr>
          <p:cNvPr id="46093" name="Rectangle 13"/>
          <p:cNvSpPr>
            <a:spLocks noChangeArrowheads="1"/>
          </p:cNvSpPr>
          <p:nvPr/>
        </p:nvSpPr>
        <p:spPr bwMode="auto">
          <a:xfrm>
            <a:off x="8224838" y="2190750"/>
            <a:ext cx="341312" cy="519113"/>
          </a:xfrm>
          <a:prstGeom prst="rect">
            <a:avLst/>
          </a:prstGeom>
          <a:noFill/>
          <a:ln w="9525">
            <a:noFill/>
            <a:miter lim="800000"/>
            <a:headEnd/>
            <a:tailEnd/>
          </a:ln>
        </p:spPr>
        <p:txBody>
          <a:bodyPr wrap="none">
            <a:spAutoFit/>
          </a:bodyPr>
          <a:lstStyle/>
          <a:p>
            <a:pPr algn="ctr"/>
            <a:r>
              <a:rPr kumimoji="1" lang="en-US" altLang="zh-CN" sz="2800" i="1">
                <a:latin typeface="Times New Roman" pitchFamily="18" charset="0"/>
              </a:rPr>
              <a:t>y</a:t>
            </a:r>
          </a:p>
        </p:txBody>
      </p:sp>
      <p:sp>
        <p:nvSpPr>
          <p:cNvPr id="46094" name="Rectangle 14"/>
          <p:cNvSpPr>
            <a:spLocks noChangeArrowheads="1"/>
          </p:cNvSpPr>
          <p:nvPr/>
        </p:nvSpPr>
        <p:spPr bwMode="auto">
          <a:xfrm>
            <a:off x="5848350" y="692150"/>
            <a:ext cx="322263" cy="519113"/>
          </a:xfrm>
          <a:prstGeom prst="rect">
            <a:avLst/>
          </a:prstGeom>
          <a:noFill/>
          <a:ln w="9525">
            <a:noFill/>
            <a:miter lim="800000"/>
            <a:headEnd/>
            <a:tailEnd/>
          </a:ln>
        </p:spPr>
        <p:txBody>
          <a:bodyPr wrap="none">
            <a:spAutoFit/>
          </a:bodyPr>
          <a:lstStyle/>
          <a:p>
            <a:pPr algn="ctr"/>
            <a:r>
              <a:rPr kumimoji="1" lang="en-US" altLang="zh-CN" sz="2800" i="1">
                <a:latin typeface="Times New Roman" pitchFamily="18" charset="0"/>
              </a:rPr>
              <a:t>z</a:t>
            </a:r>
            <a:endParaRPr kumimoji="1" lang="en-US" altLang="zh-CN" sz="2400" i="1">
              <a:latin typeface="Times New Roman" pitchFamily="18" charset="0"/>
            </a:endParaRPr>
          </a:p>
        </p:txBody>
      </p:sp>
      <p:sp>
        <p:nvSpPr>
          <p:cNvPr id="46095" name="Rectangle 15"/>
          <p:cNvSpPr>
            <a:spLocks noChangeArrowheads="1"/>
          </p:cNvSpPr>
          <p:nvPr/>
        </p:nvSpPr>
        <p:spPr bwMode="auto">
          <a:xfrm>
            <a:off x="5781675" y="2209800"/>
            <a:ext cx="488950" cy="519113"/>
          </a:xfrm>
          <a:prstGeom prst="rect">
            <a:avLst/>
          </a:prstGeom>
          <a:noFill/>
          <a:ln w="9525">
            <a:noFill/>
            <a:miter lim="800000"/>
            <a:headEnd/>
            <a:tailEnd/>
          </a:ln>
        </p:spPr>
        <p:txBody>
          <a:bodyPr>
            <a:spAutoFit/>
          </a:bodyPr>
          <a:lstStyle/>
          <a:p>
            <a:pPr algn="ctr"/>
            <a:r>
              <a:rPr kumimoji="1" lang="en-US" altLang="zh-CN" sz="2800" i="1">
                <a:latin typeface="Times New Roman" pitchFamily="18" charset="0"/>
              </a:rPr>
              <a:t>O</a:t>
            </a:r>
            <a:endParaRPr kumimoji="1" lang="en-US" altLang="zh-CN" sz="2400">
              <a:latin typeface="Times New Roman" pitchFamily="18" charset="0"/>
            </a:endParaRPr>
          </a:p>
        </p:txBody>
      </p:sp>
      <p:graphicFrame>
        <p:nvGraphicFramePr>
          <p:cNvPr id="46096" name="Object 16"/>
          <p:cNvGraphicFramePr>
            <a:graphicFrameLocks noChangeAspect="1"/>
          </p:cNvGraphicFramePr>
          <p:nvPr/>
        </p:nvGraphicFramePr>
        <p:xfrm>
          <a:off x="7134225" y="1628775"/>
          <a:ext cx="431800" cy="290513"/>
        </p:xfrm>
        <a:graphic>
          <a:graphicData uri="http://schemas.openxmlformats.org/presentationml/2006/ole">
            <p:oleObj spid="_x0000_s6148" name="公式" r:id="rId5" imgW="431640" imgH="291960" progId="Equation.3">
              <p:embed/>
            </p:oleObj>
          </a:graphicData>
        </a:graphic>
      </p:graphicFrame>
      <p:graphicFrame>
        <p:nvGraphicFramePr>
          <p:cNvPr id="46097" name="Object 17"/>
          <p:cNvGraphicFramePr>
            <a:graphicFrameLocks noChangeAspect="1"/>
          </p:cNvGraphicFramePr>
          <p:nvPr/>
        </p:nvGraphicFramePr>
        <p:xfrm>
          <a:off x="6356350" y="1484313"/>
          <a:ext cx="215900" cy="414337"/>
        </p:xfrm>
        <a:graphic>
          <a:graphicData uri="http://schemas.openxmlformats.org/presentationml/2006/ole">
            <p:oleObj spid="_x0000_s6149" name="公式" r:id="rId6" imgW="215640" imgH="419040" progId="Equation.3">
              <p:embed/>
            </p:oleObj>
          </a:graphicData>
        </a:graphic>
      </p:graphicFrame>
      <p:graphicFrame>
        <p:nvGraphicFramePr>
          <p:cNvPr id="46098" name="Object 18"/>
          <p:cNvGraphicFramePr>
            <a:graphicFrameLocks noChangeAspect="1"/>
          </p:cNvGraphicFramePr>
          <p:nvPr/>
        </p:nvGraphicFramePr>
        <p:xfrm>
          <a:off x="6775450" y="2679700"/>
          <a:ext cx="255588" cy="420688"/>
        </p:xfrm>
        <a:graphic>
          <a:graphicData uri="http://schemas.openxmlformats.org/presentationml/2006/ole">
            <p:oleObj spid="_x0000_s6150" name="公式" r:id="rId7" imgW="253800" imgH="419040" progId="Equation.3">
              <p:embed/>
            </p:oleObj>
          </a:graphicData>
        </a:graphic>
      </p:graphicFrame>
      <p:graphicFrame>
        <p:nvGraphicFramePr>
          <p:cNvPr id="46099" name="Object 19"/>
          <p:cNvGraphicFramePr>
            <a:graphicFrameLocks noChangeAspect="1"/>
          </p:cNvGraphicFramePr>
          <p:nvPr/>
        </p:nvGraphicFramePr>
        <p:xfrm>
          <a:off x="6596063" y="896938"/>
          <a:ext cx="288925" cy="431800"/>
        </p:xfrm>
        <a:graphic>
          <a:graphicData uri="http://schemas.openxmlformats.org/presentationml/2006/ole">
            <p:oleObj spid="_x0000_s6151" name="Equation" r:id="rId8" imgW="152280" imgH="228600" progId="Equation.DSMT4">
              <p:embed/>
            </p:oleObj>
          </a:graphicData>
        </a:graphic>
      </p:graphicFrame>
      <p:graphicFrame>
        <p:nvGraphicFramePr>
          <p:cNvPr id="46100" name="Object 20"/>
          <p:cNvGraphicFramePr>
            <a:graphicFrameLocks/>
          </p:cNvGraphicFramePr>
          <p:nvPr/>
        </p:nvGraphicFramePr>
        <p:xfrm>
          <a:off x="7616825" y="2636838"/>
          <a:ext cx="411163" cy="503237"/>
        </p:xfrm>
        <a:graphic>
          <a:graphicData uri="http://schemas.openxmlformats.org/presentationml/2006/ole">
            <p:oleObj spid="_x0000_s6152" name="Equation" r:id="rId9" imgW="177480" imgH="228600" progId="Equation.DSMT4">
              <p:embed/>
            </p:oleObj>
          </a:graphicData>
        </a:graphic>
      </p:graphicFrame>
      <p:sp>
        <p:nvSpPr>
          <p:cNvPr id="46101" name="Text Box 21"/>
          <p:cNvSpPr txBox="1">
            <a:spLocks noChangeArrowheads="1"/>
          </p:cNvSpPr>
          <p:nvPr/>
        </p:nvSpPr>
        <p:spPr bwMode="auto">
          <a:xfrm>
            <a:off x="560388" y="908050"/>
            <a:ext cx="4227512" cy="457200"/>
          </a:xfrm>
          <a:prstGeom prst="rect">
            <a:avLst/>
          </a:prstGeom>
          <a:noFill/>
          <a:ln w="9525">
            <a:noFill/>
            <a:miter lim="800000"/>
            <a:headEnd/>
            <a:tailEnd/>
          </a:ln>
        </p:spPr>
        <p:txBody>
          <a:bodyPr>
            <a:spAutoFit/>
          </a:bodyPr>
          <a:lstStyle/>
          <a:p>
            <a:pPr algn="ctr"/>
            <a:r>
              <a:rPr kumimoji="1" lang="zh-CN" altLang="en-US" sz="2400">
                <a:latin typeface="Times New Roman" pitchFamily="18" charset="0"/>
              </a:rPr>
              <a:t>时刻</a:t>
            </a:r>
            <a:r>
              <a:rPr kumimoji="1" lang="en-US" altLang="zh-CN" sz="2400" i="1">
                <a:solidFill>
                  <a:srgbClr val="FF6600"/>
                </a:solidFill>
                <a:latin typeface="Times New Roman" pitchFamily="18" charset="0"/>
              </a:rPr>
              <a:t>t</a:t>
            </a:r>
            <a:r>
              <a:rPr kumimoji="1" lang="en-US" altLang="zh-CN" sz="2400">
                <a:solidFill>
                  <a:srgbClr val="FF6600"/>
                </a:solidFill>
                <a:latin typeface="Times New Roman" pitchFamily="18" charset="0"/>
              </a:rPr>
              <a:t> </a:t>
            </a:r>
            <a:r>
              <a:rPr kumimoji="1" lang="zh-CN" altLang="en-US" sz="2400">
                <a:latin typeface="Times New Roman" pitchFamily="18" charset="0"/>
              </a:rPr>
              <a:t>，质点位于</a:t>
            </a:r>
            <a:r>
              <a:rPr kumimoji="1" lang="en-US" altLang="zh-CN" sz="2400" i="1">
                <a:solidFill>
                  <a:srgbClr val="FF6600"/>
                </a:solidFill>
                <a:latin typeface="Times New Roman" pitchFamily="18" charset="0"/>
              </a:rPr>
              <a:t>P</a:t>
            </a:r>
            <a:r>
              <a:rPr kumimoji="1" lang="en-US" altLang="zh-CN" sz="2400" baseline="-25000">
                <a:solidFill>
                  <a:srgbClr val="FF6600"/>
                </a:solidFill>
                <a:latin typeface="Times New Roman" pitchFamily="18" charset="0"/>
              </a:rPr>
              <a:t>1</a:t>
            </a:r>
            <a:r>
              <a:rPr kumimoji="1" lang="en-US" altLang="zh-CN" sz="2400">
                <a:latin typeface="Times New Roman" pitchFamily="18" charset="0"/>
              </a:rPr>
              <a:t> </a:t>
            </a:r>
            <a:r>
              <a:rPr kumimoji="1" lang="zh-CN" altLang="en-US" sz="2400">
                <a:latin typeface="Times New Roman" pitchFamily="18" charset="0"/>
              </a:rPr>
              <a:t>，位矢为</a:t>
            </a:r>
          </a:p>
        </p:txBody>
      </p:sp>
      <p:graphicFrame>
        <p:nvGraphicFramePr>
          <p:cNvPr id="46102" name="Object 22"/>
          <p:cNvGraphicFramePr>
            <a:graphicFrameLocks noChangeAspect="1"/>
          </p:cNvGraphicFramePr>
          <p:nvPr/>
        </p:nvGraphicFramePr>
        <p:xfrm>
          <a:off x="4716463" y="927100"/>
          <a:ext cx="215900" cy="414338"/>
        </p:xfrm>
        <a:graphic>
          <a:graphicData uri="http://schemas.openxmlformats.org/presentationml/2006/ole">
            <p:oleObj spid="_x0000_s6153" name="公式" r:id="rId10" imgW="215640" imgH="419040" progId="Equation.3">
              <p:embed/>
            </p:oleObj>
          </a:graphicData>
        </a:graphic>
      </p:graphicFrame>
      <p:sp>
        <p:nvSpPr>
          <p:cNvPr id="46103" name="Text Box 23"/>
          <p:cNvSpPr txBox="1">
            <a:spLocks noChangeArrowheads="1"/>
          </p:cNvSpPr>
          <p:nvPr/>
        </p:nvSpPr>
        <p:spPr bwMode="auto">
          <a:xfrm>
            <a:off x="498475" y="1412875"/>
            <a:ext cx="4754563" cy="461963"/>
          </a:xfrm>
          <a:prstGeom prst="rect">
            <a:avLst/>
          </a:prstGeom>
          <a:noFill/>
          <a:ln w="9525">
            <a:noFill/>
            <a:miter lim="800000"/>
            <a:headEnd/>
            <a:tailEnd/>
          </a:ln>
        </p:spPr>
        <p:txBody>
          <a:bodyPr wrap="none">
            <a:spAutoFit/>
          </a:bodyPr>
          <a:lstStyle/>
          <a:p>
            <a:pPr algn="ctr"/>
            <a:r>
              <a:rPr kumimoji="1" lang="zh-CN" altLang="en-US" sz="2400">
                <a:latin typeface="Times New Roman" pitchFamily="18" charset="0"/>
              </a:rPr>
              <a:t>时刻</a:t>
            </a:r>
            <a:r>
              <a:rPr kumimoji="1" lang="en-US" altLang="zh-CN" sz="2400" i="1">
                <a:solidFill>
                  <a:srgbClr val="FF6600"/>
                </a:solidFill>
                <a:latin typeface="Times New Roman" pitchFamily="18" charset="0"/>
              </a:rPr>
              <a:t>t</a:t>
            </a:r>
            <a:r>
              <a:rPr kumimoji="1" lang="en-US" altLang="zh-CN" sz="2400">
                <a:solidFill>
                  <a:srgbClr val="FF6600"/>
                </a:solidFill>
                <a:latin typeface="Times New Roman" pitchFamily="18" charset="0"/>
              </a:rPr>
              <a:t> +</a:t>
            </a:r>
            <a:r>
              <a:rPr kumimoji="1" lang="en-US" altLang="zh-CN" sz="2400">
                <a:solidFill>
                  <a:srgbClr val="FF6600"/>
                </a:solidFill>
                <a:latin typeface="Times New Roman" pitchFamily="18" charset="0"/>
                <a:sym typeface="Symbol" pitchFamily="18" charset="2"/>
              </a:rPr>
              <a:t> </a:t>
            </a:r>
            <a:r>
              <a:rPr kumimoji="1" lang="en-US" altLang="zh-CN" sz="2400" i="1">
                <a:solidFill>
                  <a:srgbClr val="FF6600"/>
                </a:solidFill>
                <a:latin typeface="Times New Roman" pitchFamily="18" charset="0"/>
                <a:sym typeface="Symbol" pitchFamily="18" charset="2"/>
              </a:rPr>
              <a:t>t</a:t>
            </a:r>
            <a:r>
              <a:rPr kumimoji="1" lang="en-US" altLang="zh-CN" sz="2400">
                <a:latin typeface="Times New Roman" pitchFamily="18" charset="0"/>
              </a:rPr>
              <a:t> </a:t>
            </a:r>
            <a:r>
              <a:rPr kumimoji="1" lang="zh-CN" altLang="en-US" sz="2400">
                <a:latin typeface="Times New Roman" pitchFamily="18" charset="0"/>
              </a:rPr>
              <a:t>，质点位于</a:t>
            </a:r>
            <a:r>
              <a:rPr kumimoji="1" lang="en-US" altLang="zh-CN" sz="2400" i="1">
                <a:solidFill>
                  <a:srgbClr val="FF6600"/>
                </a:solidFill>
                <a:latin typeface="Times New Roman" pitchFamily="18" charset="0"/>
              </a:rPr>
              <a:t>P</a:t>
            </a:r>
            <a:r>
              <a:rPr kumimoji="1" lang="en-US" altLang="zh-CN" sz="2400" baseline="-25000">
                <a:solidFill>
                  <a:srgbClr val="FF6600"/>
                </a:solidFill>
                <a:latin typeface="Times New Roman" pitchFamily="18" charset="0"/>
              </a:rPr>
              <a:t>2</a:t>
            </a:r>
            <a:r>
              <a:rPr kumimoji="1" lang="en-US" altLang="zh-CN" sz="2400">
                <a:solidFill>
                  <a:srgbClr val="FF6600"/>
                </a:solidFill>
                <a:latin typeface="Times New Roman" pitchFamily="18" charset="0"/>
              </a:rPr>
              <a:t> </a:t>
            </a:r>
            <a:r>
              <a:rPr kumimoji="1" lang="zh-CN" altLang="en-US" sz="2400">
                <a:latin typeface="Times New Roman" pitchFamily="18" charset="0"/>
              </a:rPr>
              <a:t>，位矢为</a:t>
            </a:r>
          </a:p>
        </p:txBody>
      </p:sp>
      <p:graphicFrame>
        <p:nvGraphicFramePr>
          <p:cNvPr id="46104" name="Object 24"/>
          <p:cNvGraphicFramePr>
            <a:graphicFrameLocks noChangeAspect="1"/>
          </p:cNvGraphicFramePr>
          <p:nvPr/>
        </p:nvGraphicFramePr>
        <p:xfrm>
          <a:off x="5167313" y="1423988"/>
          <a:ext cx="268287" cy="420687"/>
        </p:xfrm>
        <a:graphic>
          <a:graphicData uri="http://schemas.openxmlformats.org/presentationml/2006/ole">
            <p:oleObj spid="_x0000_s6154" name="公式" r:id="rId11" imgW="266400" imgH="419040" progId="Equation.3">
              <p:embed/>
            </p:oleObj>
          </a:graphicData>
        </a:graphic>
      </p:graphicFrame>
      <p:graphicFrame>
        <p:nvGraphicFramePr>
          <p:cNvPr id="46105" name="Object 25"/>
          <p:cNvGraphicFramePr>
            <a:graphicFrameLocks/>
          </p:cNvGraphicFramePr>
          <p:nvPr/>
        </p:nvGraphicFramePr>
        <p:xfrm>
          <a:off x="1258888" y="2492375"/>
          <a:ext cx="2508250" cy="485775"/>
        </p:xfrm>
        <a:graphic>
          <a:graphicData uri="http://schemas.openxmlformats.org/presentationml/2006/ole">
            <p:oleObj spid="_x0000_s6155" name="公式" r:id="rId12" imgW="1257120" imgH="241200" progId="Equation.3">
              <p:embed/>
            </p:oleObj>
          </a:graphicData>
        </a:graphic>
      </p:graphicFrame>
      <p:graphicFrame>
        <p:nvGraphicFramePr>
          <p:cNvPr id="46106" name="Object 26"/>
          <p:cNvGraphicFramePr>
            <a:graphicFrameLocks noChangeAspect="1"/>
          </p:cNvGraphicFramePr>
          <p:nvPr/>
        </p:nvGraphicFramePr>
        <p:xfrm>
          <a:off x="1231900" y="3068638"/>
          <a:ext cx="2619375" cy="485775"/>
        </p:xfrm>
        <a:graphic>
          <a:graphicData uri="http://schemas.openxmlformats.org/presentationml/2006/ole">
            <p:oleObj spid="_x0000_s6156" name="公式" r:id="rId13" imgW="1295280" imgH="241200" progId="Equation.3">
              <p:embed/>
            </p:oleObj>
          </a:graphicData>
        </a:graphic>
      </p:graphicFrame>
      <p:sp>
        <p:nvSpPr>
          <p:cNvPr id="46107" name="Text Box 27"/>
          <p:cNvSpPr txBox="1">
            <a:spLocks noChangeArrowheads="1"/>
          </p:cNvSpPr>
          <p:nvPr/>
        </p:nvSpPr>
        <p:spPr bwMode="auto">
          <a:xfrm>
            <a:off x="468313" y="3644900"/>
            <a:ext cx="3473450" cy="461963"/>
          </a:xfrm>
          <a:prstGeom prst="rect">
            <a:avLst/>
          </a:prstGeom>
          <a:noFill/>
          <a:ln w="9525">
            <a:noFill/>
            <a:miter lim="800000"/>
            <a:headEnd/>
            <a:tailEnd/>
          </a:ln>
        </p:spPr>
        <p:txBody>
          <a:bodyPr wrap="none">
            <a:spAutoFit/>
          </a:bodyPr>
          <a:lstStyle/>
          <a:p>
            <a:pPr algn="ctr"/>
            <a:r>
              <a:rPr kumimoji="1" lang="zh-CN" altLang="en-US" sz="2400">
                <a:latin typeface="Times New Roman" pitchFamily="18" charset="0"/>
              </a:rPr>
              <a:t>时间 </a:t>
            </a:r>
            <a:r>
              <a:rPr kumimoji="1" lang="zh-CN" altLang="en-US" sz="2400">
                <a:solidFill>
                  <a:srgbClr val="FF6600"/>
                </a:solidFill>
                <a:latin typeface="Times New Roman" pitchFamily="18" charset="0"/>
                <a:sym typeface="Symbol" pitchFamily="18" charset="2"/>
              </a:rPr>
              <a:t> </a:t>
            </a:r>
            <a:r>
              <a:rPr kumimoji="1" lang="en-US" altLang="zh-CN" sz="2400" i="1">
                <a:solidFill>
                  <a:srgbClr val="FF6600"/>
                </a:solidFill>
                <a:latin typeface="Times New Roman" pitchFamily="18" charset="0"/>
                <a:sym typeface="Symbol" pitchFamily="18" charset="2"/>
              </a:rPr>
              <a:t>t</a:t>
            </a:r>
            <a:r>
              <a:rPr kumimoji="1" lang="en-US" altLang="zh-CN" sz="2400">
                <a:latin typeface="Times New Roman" pitchFamily="18" charset="0"/>
              </a:rPr>
              <a:t> </a:t>
            </a:r>
            <a:r>
              <a:rPr kumimoji="1" lang="zh-CN" altLang="en-US" sz="2400">
                <a:latin typeface="Times New Roman" pitchFamily="18" charset="0"/>
              </a:rPr>
              <a:t>内质点的位移为</a:t>
            </a:r>
          </a:p>
        </p:txBody>
      </p:sp>
      <p:graphicFrame>
        <p:nvGraphicFramePr>
          <p:cNvPr id="46108" name="Object 28"/>
          <p:cNvGraphicFramePr>
            <a:graphicFrameLocks noChangeAspect="1"/>
          </p:cNvGraphicFramePr>
          <p:nvPr/>
        </p:nvGraphicFramePr>
        <p:xfrm>
          <a:off x="3132138" y="4924425"/>
          <a:ext cx="4556125" cy="520700"/>
        </p:xfrm>
        <a:graphic>
          <a:graphicData uri="http://schemas.openxmlformats.org/presentationml/2006/ole">
            <p:oleObj spid="_x0000_s6157" name="公式" r:id="rId14" imgW="2286000" imgH="241200" progId="Equation.3">
              <p:embed/>
            </p:oleObj>
          </a:graphicData>
        </a:graphic>
      </p:graphicFrame>
      <p:graphicFrame>
        <p:nvGraphicFramePr>
          <p:cNvPr id="46109" name="Object 29"/>
          <p:cNvGraphicFramePr>
            <a:graphicFrameLocks noChangeAspect="1"/>
          </p:cNvGraphicFramePr>
          <p:nvPr/>
        </p:nvGraphicFramePr>
        <p:xfrm>
          <a:off x="6804025" y="896938"/>
          <a:ext cx="1225550" cy="442912"/>
        </p:xfrm>
        <a:graphic>
          <a:graphicData uri="http://schemas.openxmlformats.org/presentationml/2006/ole">
            <p:oleObj spid="_x0000_s6158" name="Equation" r:id="rId15" imgW="634680" imgH="228600" progId="Equation.DSMT4">
              <p:embed/>
            </p:oleObj>
          </a:graphicData>
        </a:graphic>
      </p:graphicFrame>
      <p:graphicFrame>
        <p:nvGraphicFramePr>
          <p:cNvPr id="46110" name="Object 30"/>
          <p:cNvGraphicFramePr>
            <a:graphicFrameLocks/>
          </p:cNvGraphicFramePr>
          <p:nvPr/>
        </p:nvGraphicFramePr>
        <p:xfrm>
          <a:off x="7885113" y="2636838"/>
          <a:ext cx="1079500" cy="431800"/>
        </p:xfrm>
        <a:graphic>
          <a:graphicData uri="http://schemas.openxmlformats.org/presentationml/2006/ole">
            <p:oleObj spid="_x0000_s6159" name="Equation" r:id="rId16" imgW="685800" imgH="228600" progId="Equation.DSMT4">
              <p:embed/>
            </p:oleObj>
          </a:graphicData>
        </a:graphic>
      </p:graphicFrame>
      <p:sp>
        <p:nvSpPr>
          <p:cNvPr id="46111" name="Text Box 31"/>
          <p:cNvSpPr txBox="1">
            <a:spLocks noChangeArrowheads="1"/>
          </p:cNvSpPr>
          <p:nvPr/>
        </p:nvSpPr>
        <p:spPr bwMode="auto">
          <a:xfrm>
            <a:off x="539750" y="1989138"/>
            <a:ext cx="2968625" cy="461962"/>
          </a:xfrm>
          <a:prstGeom prst="rect">
            <a:avLst/>
          </a:prstGeom>
          <a:noFill/>
          <a:ln w="9525">
            <a:noFill/>
            <a:miter lim="800000"/>
            <a:headEnd/>
            <a:tailEnd/>
          </a:ln>
        </p:spPr>
        <p:txBody>
          <a:bodyPr wrap="none">
            <a:spAutoFit/>
          </a:bodyPr>
          <a:lstStyle/>
          <a:p>
            <a:pPr algn="ctr"/>
            <a:r>
              <a:rPr kumimoji="1" lang="zh-CN" altLang="en-US" sz="2400">
                <a:latin typeface="Times New Roman" pitchFamily="18" charset="0"/>
              </a:rPr>
              <a:t>建如图所示坐标，则</a:t>
            </a:r>
          </a:p>
        </p:txBody>
      </p:sp>
      <p:sp>
        <p:nvSpPr>
          <p:cNvPr id="46112" name="Text Box 32"/>
          <p:cNvSpPr txBox="1">
            <a:spLocks noChangeArrowheads="1"/>
          </p:cNvSpPr>
          <p:nvPr/>
        </p:nvSpPr>
        <p:spPr bwMode="auto">
          <a:xfrm>
            <a:off x="395288" y="5373688"/>
            <a:ext cx="2089150" cy="457200"/>
          </a:xfrm>
          <a:prstGeom prst="rect">
            <a:avLst/>
          </a:prstGeom>
          <a:noFill/>
          <a:ln w="9525">
            <a:noFill/>
            <a:miter lim="800000"/>
            <a:headEnd/>
            <a:tailEnd/>
          </a:ln>
        </p:spPr>
        <p:txBody>
          <a:bodyPr>
            <a:spAutoFit/>
          </a:bodyPr>
          <a:lstStyle/>
          <a:p>
            <a:pPr>
              <a:spcBef>
                <a:spcPct val="50000"/>
              </a:spcBef>
            </a:pPr>
            <a:r>
              <a:rPr lang="zh-CN" altLang="en-US" sz="2400">
                <a:latin typeface="Times New Roman" pitchFamily="18" charset="0"/>
              </a:rPr>
              <a:t>位移的模为 </a:t>
            </a:r>
          </a:p>
        </p:txBody>
      </p:sp>
      <p:sp>
        <p:nvSpPr>
          <p:cNvPr id="6178" name="Rectangle 3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46114" name="Object 34"/>
          <p:cNvGraphicFramePr>
            <a:graphicFrameLocks noChangeAspect="1"/>
          </p:cNvGraphicFramePr>
          <p:nvPr/>
        </p:nvGraphicFramePr>
        <p:xfrm>
          <a:off x="2268538" y="5661025"/>
          <a:ext cx="5184775" cy="687388"/>
        </p:xfrm>
        <a:graphic>
          <a:graphicData uri="http://schemas.openxmlformats.org/presentationml/2006/ole">
            <p:oleObj spid="_x0000_s6160" name="Equation" r:id="rId17" imgW="2514600" imgH="330200" progId="Equation.DSMT4">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082"/>
                                        </p:tgtEl>
                                        <p:attrNameLst>
                                          <p:attrName>style.visibility</p:attrName>
                                        </p:attrNameLst>
                                      </p:cBhvr>
                                      <p:to>
                                        <p:strVal val="visible"/>
                                      </p:to>
                                    </p:set>
                                    <p:animEffect transition="in" filter="wipe(left)">
                                      <p:cBhvr>
                                        <p:cTn id="7" dur="500"/>
                                        <p:tgtEl>
                                          <p:spTgt spid="4608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6088"/>
                                        </p:tgtEl>
                                        <p:attrNameLst>
                                          <p:attrName>style.visibility</p:attrName>
                                        </p:attrNameLst>
                                      </p:cBhvr>
                                      <p:to>
                                        <p:strVal val="visible"/>
                                      </p:to>
                                    </p:set>
                                    <p:animEffect transition="in" filter="wipe(left)">
                                      <p:cBhvr>
                                        <p:cTn id="12" dur="500"/>
                                        <p:tgtEl>
                                          <p:spTgt spid="4608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6101"/>
                                        </p:tgtEl>
                                        <p:attrNameLst>
                                          <p:attrName>style.visibility</p:attrName>
                                        </p:attrNameLst>
                                      </p:cBhvr>
                                      <p:to>
                                        <p:strVal val="visible"/>
                                      </p:to>
                                    </p:set>
                                    <p:animEffect transition="in" filter="wipe(left)">
                                      <p:cBhvr>
                                        <p:cTn id="17" dur="1000"/>
                                        <p:tgtEl>
                                          <p:spTgt spid="46101"/>
                                        </p:tgtEl>
                                      </p:cBhvr>
                                    </p:animEffect>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46102"/>
                                        </p:tgtEl>
                                        <p:attrNameLst>
                                          <p:attrName>style.visibility</p:attrName>
                                        </p:attrNameLst>
                                      </p:cBhvr>
                                      <p:to>
                                        <p:strVal val="visible"/>
                                      </p:to>
                                    </p:set>
                                    <p:animEffect transition="in" filter="wipe(left)">
                                      <p:cBhvr>
                                        <p:cTn id="21" dur="500"/>
                                        <p:tgtEl>
                                          <p:spTgt spid="4610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46099"/>
                                        </p:tgtEl>
                                        <p:attrNameLst>
                                          <p:attrName>style.visibility</p:attrName>
                                        </p:attrNameLst>
                                      </p:cBhvr>
                                      <p:to>
                                        <p:strVal val="visible"/>
                                      </p:to>
                                    </p:set>
                                    <p:animEffect transition="in" filter="wipe(left)">
                                      <p:cBhvr>
                                        <p:cTn id="26" dur="500"/>
                                        <p:tgtEl>
                                          <p:spTgt spid="4609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6095"/>
                                        </p:tgtEl>
                                        <p:attrNameLst>
                                          <p:attrName>style.visibility</p:attrName>
                                        </p:attrNameLst>
                                      </p:cBhvr>
                                      <p:to>
                                        <p:strVal val="visible"/>
                                      </p:to>
                                    </p:set>
                                    <p:animEffect transition="in" filter="wipe(left)">
                                      <p:cBhvr>
                                        <p:cTn id="31" dur="500"/>
                                        <p:tgtEl>
                                          <p:spTgt spid="46095"/>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46089"/>
                                        </p:tgtEl>
                                        <p:attrNameLst>
                                          <p:attrName>style.visibility</p:attrName>
                                        </p:attrNameLst>
                                      </p:cBhvr>
                                      <p:to>
                                        <p:strVal val="visible"/>
                                      </p:to>
                                    </p:set>
                                    <p:animEffect transition="in" filter="wipe(left)">
                                      <p:cBhvr>
                                        <p:cTn id="35" dur="500"/>
                                        <p:tgtEl>
                                          <p:spTgt spid="46089"/>
                                        </p:tgtEl>
                                      </p:cBhvr>
                                    </p:animEffect>
                                  </p:childTnLst>
                                </p:cTn>
                              </p:par>
                            </p:childTnLst>
                          </p:cTn>
                        </p:par>
                        <p:par>
                          <p:cTn id="36" fill="hold">
                            <p:stCondLst>
                              <p:cond delay="1000"/>
                            </p:stCondLst>
                            <p:childTnLst>
                              <p:par>
                                <p:cTn id="37" presetID="22" presetClass="entr" presetSubtype="8" fill="hold" nodeType="afterEffect">
                                  <p:stCondLst>
                                    <p:cond delay="0"/>
                                  </p:stCondLst>
                                  <p:childTnLst>
                                    <p:set>
                                      <p:cBhvr>
                                        <p:cTn id="38" dur="1" fill="hold">
                                          <p:stCondLst>
                                            <p:cond delay="0"/>
                                          </p:stCondLst>
                                        </p:cTn>
                                        <p:tgtEl>
                                          <p:spTgt spid="46097"/>
                                        </p:tgtEl>
                                        <p:attrNameLst>
                                          <p:attrName>style.visibility</p:attrName>
                                        </p:attrNameLst>
                                      </p:cBhvr>
                                      <p:to>
                                        <p:strVal val="visible"/>
                                      </p:to>
                                    </p:set>
                                    <p:animEffect transition="in" filter="wipe(left)">
                                      <p:cBhvr>
                                        <p:cTn id="39" dur="500"/>
                                        <p:tgtEl>
                                          <p:spTgt spid="4609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6103"/>
                                        </p:tgtEl>
                                        <p:attrNameLst>
                                          <p:attrName>style.visibility</p:attrName>
                                        </p:attrNameLst>
                                      </p:cBhvr>
                                      <p:to>
                                        <p:strVal val="visible"/>
                                      </p:to>
                                    </p:set>
                                    <p:animEffect transition="in" filter="wipe(left)">
                                      <p:cBhvr>
                                        <p:cTn id="44" dur="1000"/>
                                        <p:tgtEl>
                                          <p:spTgt spid="46103"/>
                                        </p:tgtEl>
                                      </p:cBhvr>
                                    </p:animEffect>
                                  </p:childTnLst>
                                </p:cTn>
                              </p:par>
                            </p:childTnLst>
                          </p:cTn>
                        </p:par>
                        <p:par>
                          <p:cTn id="45" fill="hold">
                            <p:stCondLst>
                              <p:cond delay="1000"/>
                            </p:stCondLst>
                            <p:childTnLst>
                              <p:par>
                                <p:cTn id="46" presetID="22" presetClass="entr" presetSubtype="8" fill="hold" nodeType="afterEffect">
                                  <p:stCondLst>
                                    <p:cond delay="0"/>
                                  </p:stCondLst>
                                  <p:childTnLst>
                                    <p:set>
                                      <p:cBhvr>
                                        <p:cTn id="47" dur="1" fill="hold">
                                          <p:stCondLst>
                                            <p:cond delay="0"/>
                                          </p:stCondLst>
                                        </p:cTn>
                                        <p:tgtEl>
                                          <p:spTgt spid="46100"/>
                                        </p:tgtEl>
                                        <p:attrNameLst>
                                          <p:attrName>style.visibility</p:attrName>
                                        </p:attrNameLst>
                                      </p:cBhvr>
                                      <p:to>
                                        <p:strVal val="visible"/>
                                      </p:to>
                                    </p:set>
                                    <p:animEffect transition="in" filter="wipe(left)">
                                      <p:cBhvr>
                                        <p:cTn id="48" dur="500"/>
                                        <p:tgtEl>
                                          <p:spTgt spid="46100"/>
                                        </p:tgtEl>
                                      </p:cBhvr>
                                    </p:animEffect>
                                  </p:childTnLst>
                                </p:cTn>
                              </p:par>
                            </p:childTnLst>
                          </p:cTn>
                        </p:par>
                        <p:par>
                          <p:cTn id="49" fill="hold">
                            <p:stCondLst>
                              <p:cond delay="1500"/>
                            </p:stCondLst>
                            <p:childTnLst>
                              <p:par>
                                <p:cTn id="50" presetID="22" presetClass="entr" presetSubtype="8" fill="hold" nodeType="afterEffect">
                                  <p:stCondLst>
                                    <p:cond delay="0"/>
                                  </p:stCondLst>
                                  <p:childTnLst>
                                    <p:set>
                                      <p:cBhvr>
                                        <p:cTn id="51" dur="1" fill="hold">
                                          <p:stCondLst>
                                            <p:cond delay="0"/>
                                          </p:stCondLst>
                                        </p:cTn>
                                        <p:tgtEl>
                                          <p:spTgt spid="46104"/>
                                        </p:tgtEl>
                                        <p:attrNameLst>
                                          <p:attrName>style.visibility</p:attrName>
                                        </p:attrNameLst>
                                      </p:cBhvr>
                                      <p:to>
                                        <p:strVal val="visible"/>
                                      </p:to>
                                    </p:set>
                                    <p:animEffect transition="in" filter="wipe(left)">
                                      <p:cBhvr>
                                        <p:cTn id="52" dur="500"/>
                                        <p:tgtEl>
                                          <p:spTgt spid="46104"/>
                                        </p:tgtEl>
                                      </p:cBhvr>
                                    </p:animEffect>
                                  </p:childTnLst>
                                </p:cTn>
                              </p:par>
                            </p:childTnLst>
                          </p:cTn>
                        </p:par>
                        <p:par>
                          <p:cTn id="53" fill="hold">
                            <p:stCondLst>
                              <p:cond delay="2000"/>
                            </p:stCondLst>
                            <p:childTnLst>
                              <p:par>
                                <p:cTn id="54" presetID="22" presetClass="entr" presetSubtype="8" fill="hold" grpId="0" nodeType="afterEffect">
                                  <p:stCondLst>
                                    <p:cond delay="0"/>
                                  </p:stCondLst>
                                  <p:childTnLst>
                                    <p:set>
                                      <p:cBhvr>
                                        <p:cTn id="55" dur="1" fill="hold">
                                          <p:stCondLst>
                                            <p:cond delay="0"/>
                                          </p:stCondLst>
                                        </p:cTn>
                                        <p:tgtEl>
                                          <p:spTgt spid="46090"/>
                                        </p:tgtEl>
                                        <p:attrNameLst>
                                          <p:attrName>style.visibility</p:attrName>
                                        </p:attrNameLst>
                                      </p:cBhvr>
                                      <p:to>
                                        <p:strVal val="visible"/>
                                      </p:to>
                                    </p:set>
                                    <p:animEffect transition="in" filter="wipe(left)">
                                      <p:cBhvr>
                                        <p:cTn id="56" dur="500"/>
                                        <p:tgtEl>
                                          <p:spTgt spid="46090"/>
                                        </p:tgtEl>
                                      </p:cBhvr>
                                    </p:animEffect>
                                  </p:childTnLst>
                                </p:cTn>
                              </p:par>
                            </p:childTnLst>
                          </p:cTn>
                        </p:par>
                        <p:par>
                          <p:cTn id="57" fill="hold">
                            <p:stCondLst>
                              <p:cond delay="2500"/>
                            </p:stCondLst>
                            <p:childTnLst>
                              <p:par>
                                <p:cTn id="58" presetID="22" presetClass="entr" presetSubtype="8" fill="hold" nodeType="afterEffect">
                                  <p:stCondLst>
                                    <p:cond delay="0"/>
                                  </p:stCondLst>
                                  <p:childTnLst>
                                    <p:set>
                                      <p:cBhvr>
                                        <p:cTn id="59" dur="1" fill="hold">
                                          <p:stCondLst>
                                            <p:cond delay="0"/>
                                          </p:stCondLst>
                                        </p:cTn>
                                        <p:tgtEl>
                                          <p:spTgt spid="46098"/>
                                        </p:tgtEl>
                                        <p:attrNameLst>
                                          <p:attrName>style.visibility</p:attrName>
                                        </p:attrNameLst>
                                      </p:cBhvr>
                                      <p:to>
                                        <p:strVal val="visible"/>
                                      </p:to>
                                    </p:set>
                                    <p:animEffect transition="in" filter="wipe(left)">
                                      <p:cBhvr>
                                        <p:cTn id="60" dur="500"/>
                                        <p:tgtEl>
                                          <p:spTgt spid="46098"/>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46111"/>
                                        </p:tgtEl>
                                        <p:attrNameLst>
                                          <p:attrName>style.visibility</p:attrName>
                                        </p:attrNameLst>
                                      </p:cBhvr>
                                      <p:to>
                                        <p:strVal val="visible"/>
                                      </p:to>
                                    </p:set>
                                    <p:animEffect transition="in" filter="wipe(left)">
                                      <p:cBhvr>
                                        <p:cTn id="65" dur="1000"/>
                                        <p:tgtEl>
                                          <p:spTgt spid="46111"/>
                                        </p:tgtEl>
                                      </p:cBhvr>
                                    </p:animEffect>
                                  </p:childTnLst>
                                </p:cTn>
                              </p:par>
                            </p:childTnLst>
                          </p:cTn>
                        </p:par>
                        <p:par>
                          <p:cTn id="66" fill="hold">
                            <p:stCondLst>
                              <p:cond delay="1000"/>
                            </p:stCondLst>
                            <p:childTnLst>
                              <p:par>
                                <p:cTn id="67" presetID="22" presetClass="entr" presetSubtype="1" fill="hold" grpId="0" nodeType="afterEffect">
                                  <p:stCondLst>
                                    <p:cond delay="0"/>
                                  </p:stCondLst>
                                  <p:childTnLst>
                                    <p:set>
                                      <p:cBhvr>
                                        <p:cTn id="68" dur="1" fill="hold">
                                          <p:stCondLst>
                                            <p:cond delay="0"/>
                                          </p:stCondLst>
                                        </p:cTn>
                                        <p:tgtEl>
                                          <p:spTgt spid="46086"/>
                                        </p:tgtEl>
                                        <p:attrNameLst>
                                          <p:attrName>style.visibility</p:attrName>
                                        </p:attrNameLst>
                                      </p:cBhvr>
                                      <p:to>
                                        <p:strVal val="visible"/>
                                      </p:to>
                                    </p:set>
                                    <p:animEffect transition="in" filter="wipe(up)">
                                      <p:cBhvr>
                                        <p:cTn id="69" dur="500"/>
                                        <p:tgtEl>
                                          <p:spTgt spid="46086"/>
                                        </p:tgtEl>
                                      </p:cBhvr>
                                    </p:animEffect>
                                  </p:childTnLst>
                                </p:cTn>
                              </p:par>
                            </p:childTnLst>
                          </p:cTn>
                        </p:par>
                        <p:par>
                          <p:cTn id="70" fill="hold">
                            <p:stCondLst>
                              <p:cond delay="1500"/>
                            </p:stCondLst>
                            <p:childTnLst>
                              <p:par>
                                <p:cTn id="71" presetID="22" presetClass="entr" presetSubtype="8" fill="hold" grpId="0" nodeType="afterEffect">
                                  <p:stCondLst>
                                    <p:cond delay="0"/>
                                  </p:stCondLst>
                                  <p:childTnLst>
                                    <p:set>
                                      <p:cBhvr>
                                        <p:cTn id="72" dur="1" fill="hold">
                                          <p:stCondLst>
                                            <p:cond delay="0"/>
                                          </p:stCondLst>
                                        </p:cTn>
                                        <p:tgtEl>
                                          <p:spTgt spid="46092"/>
                                        </p:tgtEl>
                                        <p:attrNameLst>
                                          <p:attrName>style.visibility</p:attrName>
                                        </p:attrNameLst>
                                      </p:cBhvr>
                                      <p:to>
                                        <p:strVal val="visible"/>
                                      </p:to>
                                    </p:set>
                                    <p:animEffect transition="in" filter="wipe(left)">
                                      <p:cBhvr>
                                        <p:cTn id="73" dur="500"/>
                                        <p:tgtEl>
                                          <p:spTgt spid="46092"/>
                                        </p:tgtEl>
                                      </p:cBhvr>
                                    </p:animEffect>
                                  </p:childTnLst>
                                </p:cTn>
                              </p:par>
                            </p:childTnLst>
                          </p:cTn>
                        </p:par>
                        <p:par>
                          <p:cTn id="74" fill="hold">
                            <p:stCondLst>
                              <p:cond delay="2000"/>
                            </p:stCondLst>
                            <p:childTnLst>
                              <p:par>
                                <p:cTn id="75" presetID="22" presetClass="entr" presetSubtype="8" fill="hold" grpId="0" nodeType="afterEffect">
                                  <p:stCondLst>
                                    <p:cond delay="0"/>
                                  </p:stCondLst>
                                  <p:childTnLst>
                                    <p:set>
                                      <p:cBhvr>
                                        <p:cTn id="76" dur="1" fill="hold">
                                          <p:stCondLst>
                                            <p:cond delay="0"/>
                                          </p:stCondLst>
                                        </p:cTn>
                                        <p:tgtEl>
                                          <p:spTgt spid="46087"/>
                                        </p:tgtEl>
                                        <p:attrNameLst>
                                          <p:attrName>style.visibility</p:attrName>
                                        </p:attrNameLst>
                                      </p:cBhvr>
                                      <p:to>
                                        <p:strVal val="visible"/>
                                      </p:to>
                                    </p:set>
                                    <p:animEffect transition="in" filter="wipe(left)">
                                      <p:cBhvr>
                                        <p:cTn id="77" dur="500"/>
                                        <p:tgtEl>
                                          <p:spTgt spid="46087"/>
                                        </p:tgtEl>
                                      </p:cBhvr>
                                    </p:animEffect>
                                  </p:childTnLst>
                                </p:cTn>
                              </p:par>
                            </p:childTnLst>
                          </p:cTn>
                        </p:par>
                        <p:par>
                          <p:cTn id="78" fill="hold">
                            <p:stCondLst>
                              <p:cond delay="2500"/>
                            </p:stCondLst>
                            <p:childTnLst>
                              <p:par>
                                <p:cTn id="79" presetID="22" presetClass="entr" presetSubtype="8" fill="hold" grpId="0" nodeType="afterEffect">
                                  <p:stCondLst>
                                    <p:cond delay="0"/>
                                  </p:stCondLst>
                                  <p:childTnLst>
                                    <p:set>
                                      <p:cBhvr>
                                        <p:cTn id="80" dur="1" fill="hold">
                                          <p:stCondLst>
                                            <p:cond delay="0"/>
                                          </p:stCondLst>
                                        </p:cTn>
                                        <p:tgtEl>
                                          <p:spTgt spid="46093"/>
                                        </p:tgtEl>
                                        <p:attrNameLst>
                                          <p:attrName>style.visibility</p:attrName>
                                        </p:attrNameLst>
                                      </p:cBhvr>
                                      <p:to>
                                        <p:strVal val="visible"/>
                                      </p:to>
                                    </p:set>
                                    <p:animEffect transition="in" filter="wipe(left)">
                                      <p:cBhvr>
                                        <p:cTn id="81" dur="500"/>
                                        <p:tgtEl>
                                          <p:spTgt spid="46093"/>
                                        </p:tgtEl>
                                      </p:cBhvr>
                                    </p:animEffect>
                                  </p:childTnLst>
                                </p:cTn>
                              </p:par>
                            </p:childTnLst>
                          </p:cTn>
                        </p:par>
                        <p:par>
                          <p:cTn id="82" fill="hold">
                            <p:stCondLst>
                              <p:cond delay="3000"/>
                            </p:stCondLst>
                            <p:childTnLst>
                              <p:par>
                                <p:cTn id="83" presetID="22" presetClass="entr" presetSubtype="4" fill="hold" grpId="0" nodeType="afterEffect">
                                  <p:stCondLst>
                                    <p:cond delay="0"/>
                                  </p:stCondLst>
                                  <p:childTnLst>
                                    <p:set>
                                      <p:cBhvr>
                                        <p:cTn id="84" dur="1" fill="hold">
                                          <p:stCondLst>
                                            <p:cond delay="0"/>
                                          </p:stCondLst>
                                        </p:cTn>
                                        <p:tgtEl>
                                          <p:spTgt spid="46085"/>
                                        </p:tgtEl>
                                        <p:attrNameLst>
                                          <p:attrName>style.visibility</p:attrName>
                                        </p:attrNameLst>
                                      </p:cBhvr>
                                      <p:to>
                                        <p:strVal val="visible"/>
                                      </p:to>
                                    </p:set>
                                    <p:animEffect transition="in" filter="wipe(down)">
                                      <p:cBhvr>
                                        <p:cTn id="85" dur="500"/>
                                        <p:tgtEl>
                                          <p:spTgt spid="46085"/>
                                        </p:tgtEl>
                                      </p:cBhvr>
                                    </p:animEffect>
                                  </p:childTnLst>
                                </p:cTn>
                              </p:par>
                            </p:childTnLst>
                          </p:cTn>
                        </p:par>
                        <p:par>
                          <p:cTn id="86" fill="hold">
                            <p:stCondLst>
                              <p:cond delay="3500"/>
                            </p:stCondLst>
                            <p:childTnLst>
                              <p:par>
                                <p:cTn id="87" presetID="22" presetClass="entr" presetSubtype="8" fill="hold" grpId="0" nodeType="afterEffect">
                                  <p:stCondLst>
                                    <p:cond delay="0"/>
                                  </p:stCondLst>
                                  <p:childTnLst>
                                    <p:set>
                                      <p:cBhvr>
                                        <p:cTn id="88" dur="1" fill="hold">
                                          <p:stCondLst>
                                            <p:cond delay="0"/>
                                          </p:stCondLst>
                                        </p:cTn>
                                        <p:tgtEl>
                                          <p:spTgt spid="46094"/>
                                        </p:tgtEl>
                                        <p:attrNameLst>
                                          <p:attrName>style.visibility</p:attrName>
                                        </p:attrNameLst>
                                      </p:cBhvr>
                                      <p:to>
                                        <p:strVal val="visible"/>
                                      </p:to>
                                    </p:set>
                                    <p:animEffect transition="in" filter="wipe(left)">
                                      <p:cBhvr>
                                        <p:cTn id="89" dur="500"/>
                                        <p:tgtEl>
                                          <p:spTgt spid="46094"/>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nodeType="clickEffect">
                                  <p:stCondLst>
                                    <p:cond delay="0"/>
                                  </p:stCondLst>
                                  <p:childTnLst>
                                    <p:set>
                                      <p:cBhvr>
                                        <p:cTn id="93" dur="1" fill="hold">
                                          <p:stCondLst>
                                            <p:cond delay="0"/>
                                          </p:stCondLst>
                                        </p:cTn>
                                        <p:tgtEl>
                                          <p:spTgt spid="46109"/>
                                        </p:tgtEl>
                                        <p:attrNameLst>
                                          <p:attrName>style.visibility</p:attrName>
                                        </p:attrNameLst>
                                      </p:cBhvr>
                                      <p:to>
                                        <p:strVal val="visible"/>
                                      </p:to>
                                    </p:set>
                                    <p:animEffect transition="in" filter="wipe(left)">
                                      <p:cBhvr>
                                        <p:cTn id="94" dur="1000"/>
                                        <p:tgtEl>
                                          <p:spTgt spid="46109"/>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46110"/>
                                        </p:tgtEl>
                                        <p:attrNameLst>
                                          <p:attrName>style.visibility</p:attrName>
                                        </p:attrNameLst>
                                      </p:cBhvr>
                                      <p:to>
                                        <p:strVal val="visible"/>
                                      </p:to>
                                    </p:set>
                                    <p:animEffect transition="in" filter="wipe(left)">
                                      <p:cBhvr>
                                        <p:cTn id="99" dur="1000"/>
                                        <p:tgtEl>
                                          <p:spTgt spid="46110"/>
                                        </p:tgtEl>
                                      </p:cBhvr>
                                    </p:animEffect>
                                  </p:childTnLst>
                                </p:cTn>
                              </p:par>
                            </p:childTnLst>
                          </p:cTn>
                        </p:par>
                      </p:childTnLst>
                    </p:cTn>
                  </p:par>
                  <p:par>
                    <p:cTn id="100" fill="hold">
                      <p:stCondLst>
                        <p:cond delay="indefinite"/>
                      </p:stCondLst>
                      <p:childTnLst>
                        <p:par>
                          <p:cTn id="101" fill="hold">
                            <p:stCondLst>
                              <p:cond delay="0"/>
                            </p:stCondLst>
                            <p:childTnLst>
                              <p:par>
                                <p:cTn id="102" presetID="23" presetClass="entr" presetSubtype="16" fill="hold" nodeType="clickEffect">
                                  <p:stCondLst>
                                    <p:cond delay="0"/>
                                  </p:stCondLst>
                                  <p:childTnLst>
                                    <p:set>
                                      <p:cBhvr>
                                        <p:cTn id="103" dur="1" fill="hold">
                                          <p:stCondLst>
                                            <p:cond delay="0"/>
                                          </p:stCondLst>
                                        </p:cTn>
                                        <p:tgtEl>
                                          <p:spTgt spid="46105"/>
                                        </p:tgtEl>
                                        <p:attrNameLst>
                                          <p:attrName>style.visibility</p:attrName>
                                        </p:attrNameLst>
                                      </p:cBhvr>
                                      <p:to>
                                        <p:strVal val="visible"/>
                                      </p:to>
                                    </p:set>
                                    <p:anim calcmode="lin" valueType="num">
                                      <p:cBhvr>
                                        <p:cTn id="104" dur="500" fill="hold"/>
                                        <p:tgtEl>
                                          <p:spTgt spid="46105"/>
                                        </p:tgtEl>
                                        <p:attrNameLst>
                                          <p:attrName>ppt_w</p:attrName>
                                        </p:attrNameLst>
                                      </p:cBhvr>
                                      <p:tavLst>
                                        <p:tav tm="0">
                                          <p:val>
                                            <p:fltVal val="0"/>
                                          </p:val>
                                        </p:tav>
                                        <p:tav tm="100000">
                                          <p:val>
                                            <p:strVal val="#ppt_w"/>
                                          </p:val>
                                        </p:tav>
                                      </p:tavLst>
                                    </p:anim>
                                    <p:anim calcmode="lin" valueType="num">
                                      <p:cBhvr>
                                        <p:cTn id="105" dur="500" fill="hold"/>
                                        <p:tgtEl>
                                          <p:spTgt spid="46105"/>
                                        </p:tgtEl>
                                        <p:attrNameLst>
                                          <p:attrName>ppt_h</p:attrName>
                                        </p:attrNameLst>
                                      </p:cBhvr>
                                      <p:tavLst>
                                        <p:tav tm="0">
                                          <p:val>
                                            <p:fltVal val="0"/>
                                          </p:val>
                                        </p:tav>
                                        <p:tav tm="100000">
                                          <p:val>
                                            <p:strVal val="#ppt_h"/>
                                          </p:val>
                                        </p:tav>
                                      </p:tavLst>
                                    </p:anim>
                                  </p:childTnLst>
                                </p:cTn>
                              </p:par>
                            </p:childTnLst>
                          </p:cTn>
                        </p:par>
                      </p:childTnLst>
                    </p:cTn>
                  </p:par>
                  <p:par>
                    <p:cTn id="106" fill="hold">
                      <p:stCondLst>
                        <p:cond delay="indefinite"/>
                      </p:stCondLst>
                      <p:childTnLst>
                        <p:par>
                          <p:cTn id="107" fill="hold">
                            <p:stCondLst>
                              <p:cond delay="0"/>
                            </p:stCondLst>
                            <p:childTnLst>
                              <p:par>
                                <p:cTn id="108" presetID="23" presetClass="entr" presetSubtype="16" fill="hold" nodeType="clickEffect">
                                  <p:stCondLst>
                                    <p:cond delay="0"/>
                                  </p:stCondLst>
                                  <p:childTnLst>
                                    <p:set>
                                      <p:cBhvr>
                                        <p:cTn id="109" dur="1" fill="hold">
                                          <p:stCondLst>
                                            <p:cond delay="0"/>
                                          </p:stCondLst>
                                        </p:cTn>
                                        <p:tgtEl>
                                          <p:spTgt spid="46106"/>
                                        </p:tgtEl>
                                        <p:attrNameLst>
                                          <p:attrName>style.visibility</p:attrName>
                                        </p:attrNameLst>
                                      </p:cBhvr>
                                      <p:to>
                                        <p:strVal val="visible"/>
                                      </p:to>
                                    </p:set>
                                    <p:anim calcmode="lin" valueType="num">
                                      <p:cBhvr>
                                        <p:cTn id="110" dur="500" fill="hold"/>
                                        <p:tgtEl>
                                          <p:spTgt spid="46106"/>
                                        </p:tgtEl>
                                        <p:attrNameLst>
                                          <p:attrName>ppt_w</p:attrName>
                                        </p:attrNameLst>
                                      </p:cBhvr>
                                      <p:tavLst>
                                        <p:tav tm="0">
                                          <p:val>
                                            <p:fltVal val="0"/>
                                          </p:val>
                                        </p:tav>
                                        <p:tav tm="100000">
                                          <p:val>
                                            <p:strVal val="#ppt_w"/>
                                          </p:val>
                                        </p:tav>
                                      </p:tavLst>
                                    </p:anim>
                                    <p:anim calcmode="lin" valueType="num">
                                      <p:cBhvr>
                                        <p:cTn id="111" dur="500" fill="hold"/>
                                        <p:tgtEl>
                                          <p:spTgt spid="46106"/>
                                        </p:tgtEl>
                                        <p:attrNameLst>
                                          <p:attrName>ppt_h</p:attrName>
                                        </p:attrNameLst>
                                      </p:cBhvr>
                                      <p:tavLst>
                                        <p:tav tm="0">
                                          <p:val>
                                            <p:fltVal val="0"/>
                                          </p:val>
                                        </p:tav>
                                        <p:tav tm="100000">
                                          <p:val>
                                            <p:strVal val="#ppt_h"/>
                                          </p:val>
                                        </p:tav>
                                      </p:tavLst>
                                    </p:anim>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46107"/>
                                        </p:tgtEl>
                                        <p:attrNameLst>
                                          <p:attrName>style.visibility</p:attrName>
                                        </p:attrNameLst>
                                      </p:cBhvr>
                                      <p:to>
                                        <p:strVal val="visible"/>
                                      </p:to>
                                    </p:set>
                                    <p:animEffect transition="in" filter="wipe(left)">
                                      <p:cBhvr>
                                        <p:cTn id="116" dur="1000"/>
                                        <p:tgtEl>
                                          <p:spTgt spid="46107"/>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grpId="0" nodeType="clickEffect">
                                  <p:stCondLst>
                                    <p:cond delay="0"/>
                                  </p:stCondLst>
                                  <p:childTnLst>
                                    <p:set>
                                      <p:cBhvr>
                                        <p:cTn id="120" dur="1" fill="hold">
                                          <p:stCondLst>
                                            <p:cond delay="0"/>
                                          </p:stCondLst>
                                        </p:cTn>
                                        <p:tgtEl>
                                          <p:spTgt spid="46091"/>
                                        </p:tgtEl>
                                        <p:attrNameLst>
                                          <p:attrName>style.visibility</p:attrName>
                                        </p:attrNameLst>
                                      </p:cBhvr>
                                      <p:to>
                                        <p:strVal val="visible"/>
                                      </p:to>
                                    </p:set>
                                    <p:animEffect transition="in" filter="wipe(left)">
                                      <p:cBhvr>
                                        <p:cTn id="121" dur="500"/>
                                        <p:tgtEl>
                                          <p:spTgt spid="46091"/>
                                        </p:tgtEl>
                                      </p:cBhvr>
                                    </p:animEffect>
                                  </p:childTnLst>
                                </p:cTn>
                              </p:par>
                            </p:childTnLst>
                          </p:cTn>
                        </p:par>
                        <p:par>
                          <p:cTn id="122" fill="hold">
                            <p:stCondLst>
                              <p:cond delay="500"/>
                            </p:stCondLst>
                            <p:childTnLst>
                              <p:par>
                                <p:cTn id="123" presetID="22" presetClass="entr" presetSubtype="8" fill="hold" nodeType="afterEffect">
                                  <p:stCondLst>
                                    <p:cond delay="0"/>
                                  </p:stCondLst>
                                  <p:childTnLst>
                                    <p:set>
                                      <p:cBhvr>
                                        <p:cTn id="124" dur="1" fill="hold">
                                          <p:stCondLst>
                                            <p:cond delay="0"/>
                                          </p:stCondLst>
                                        </p:cTn>
                                        <p:tgtEl>
                                          <p:spTgt spid="46096"/>
                                        </p:tgtEl>
                                        <p:attrNameLst>
                                          <p:attrName>style.visibility</p:attrName>
                                        </p:attrNameLst>
                                      </p:cBhvr>
                                      <p:to>
                                        <p:strVal val="visible"/>
                                      </p:to>
                                    </p:set>
                                    <p:animEffect transition="in" filter="wipe(left)">
                                      <p:cBhvr>
                                        <p:cTn id="125" dur="500"/>
                                        <p:tgtEl>
                                          <p:spTgt spid="46096"/>
                                        </p:tgtEl>
                                      </p:cBhvr>
                                    </p:animEffect>
                                  </p:childTnLst>
                                </p:cTn>
                              </p:par>
                            </p:childTnLst>
                          </p:cTn>
                        </p:par>
                        <p:par>
                          <p:cTn id="126" fill="hold">
                            <p:stCondLst>
                              <p:cond delay="1000"/>
                            </p:stCondLst>
                            <p:childTnLst>
                              <p:par>
                                <p:cTn id="127" presetID="23" presetClass="entr" presetSubtype="16" fill="hold" nodeType="afterEffect">
                                  <p:stCondLst>
                                    <p:cond delay="0"/>
                                  </p:stCondLst>
                                  <p:childTnLst>
                                    <p:set>
                                      <p:cBhvr>
                                        <p:cTn id="128" dur="1" fill="hold">
                                          <p:stCondLst>
                                            <p:cond delay="0"/>
                                          </p:stCondLst>
                                        </p:cTn>
                                        <p:tgtEl>
                                          <p:spTgt spid="46083"/>
                                        </p:tgtEl>
                                        <p:attrNameLst>
                                          <p:attrName>style.visibility</p:attrName>
                                        </p:attrNameLst>
                                      </p:cBhvr>
                                      <p:to>
                                        <p:strVal val="visible"/>
                                      </p:to>
                                    </p:set>
                                    <p:anim calcmode="lin" valueType="num">
                                      <p:cBhvr>
                                        <p:cTn id="129" dur="500" fill="hold"/>
                                        <p:tgtEl>
                                          <p:spTgt spid="46083"/>
                                        </p:tgtEl>
                                        <p:attrNameLst>
                                          <p:attrName>ppt_w</p:attrName>
                                        </p:attrNameLst>
                                      </p:cBhvr>
                                      <p:tavLst>
                                        <p:tav tm="0">
                                          <p:val>
                                            <p:fltVal val="0"/>
                                          </p:val>
                                        </p:tav>
                                        <p:tav tm="100000">
                                          <p:val>
                                            <p:strVal val="#ppt_w"/>
                                          </p:val>
                                        </p:tav>
                                      </p:tavLst>
                                    </p:anim>
                                    <p:anim calcmode="lin" valueType="num">
                                      <p:cBhvr>
                                        <p:cTn id="130" dur="500" fill="hold"/>
                                        <p:tgtEl>
                                          <p:spTgt spid="46083"/>
                                        </p:tgtEl>
                                        <p:attrNameLst>
                                          <p:attrName>ppt_h</p:attrName>
                                        </p:attrNameLst>
                                      </p:cBhvr>
                                      <p:tavLst>
                                        <p:tav tm="0">
                                          <p:val>
                                            <p:fltVal val="0"/>
                                          </p:val>
                                        </p:tav>
                                        <p:tav tm="100000">
                                          <p:val>
                                            <p:strVal val="#ppt_h"/>
                                          </p:val>
                                        </p:tav>
                                      </p:tavLst>
                                    </p:anim>
                                  </p:childTnLst>
                                </p:cTn>
                              </p:par>
                            </p:childTnLst>
                          </p:cTn>
                        </p:par>
                      </p:childTnLst>
                    </p:cTn>
                  </p:par>
                  <p:par>
                    <p:cTn id="131" fill="hold">
                      <p:stCondLst>
                        <p:cond delay="indefinite"/>
                      </p:stCondLst>
                      <p:childTnLst>
                        <p:par>
                          <p:cTn id="132" fill="hold">
                            <p:stCondLst>
                              <p:cond delay="0"/>
                            </p:stCondLst>
                            <p:childTnLst>
                              <p:par>
                                <p:cTn id="133" presetID="23" presetClass="entr" presetSubtype="16" fill="hold" nodeType="clickEffect">
                                  <p:stCondLst>
                                    <p:cond delay="0"/>
                                  </p:stCondLst>
                                  <p:childTnLst>
                                    <p:set>
                                      <p:cBhvr>
                                        <p:cTn id="134" dur="1" fill="hold">
                                          <p:stCondLst>
                                            <p:cond delay="0"/>
                                          </p:stCondLst>
                                        </p:cTn>
                                        <p:tgtEl>
                                          <p:spTgt spid="46084"/>
                                        </p:tgtEl>
                                        <p:attrNameLst>
                                          <p:attrName>style.visibility</p:attrName>
                                        </p:attrNameLst>
                                      </p:cBhvr>
                                      <p:to>
                                        <p:strVal val="visible"/>
                                      </p:to>
                                    </p:set>
                                    <p:anim calcmode="lin" valueType="num">
                                      <p:cBhvr>
                                        <p:cTn id="135" dur="500" fill="hold"/>
                                        <p:tgtEl>
                                          <p:spTgt spid="46084"/>
                                        </p:tgtEl>
                                        <p:attrNameLst>
                                          <p:attrName>ppt_w</p:attrName>
                                        </p:attrNameLst>
                                      </p:cBhvr>
                                      <p:tavLst>
                                        <p:tav tm="0">
                                          <p:val>
                                            <p:fltVal val="0"/>
                                          </p:val>
                                        </p:tav>
                                        <p:tav tm="100000">
                                          <p:val>
                                            <p:strVal val="#ppt_w"/>
                                          </p:val>
                                        </p:tav>
                                      </p:tavLst>
                                    </p:anim>
                                    <p:anim calcmode="lin" valueType="num">
                                      <p:cBhvr>
                                        <p:cTn id="136" dur="500" fill="hold"/>
                                        <p:tgtEl>
                                          <p:spTgt spid="46084"/>
                                        </p:tgtEl>
                                        <p:attrNameLst>
                                          <p:attrName>ppt_h</p:attrName>
                                        </p:attrNameLst>
                                      </p:cBhvr>
                                      <p:tavLst>
                                        <p:tav tm="0">
                                          <p:val>
                                            <p:fltVal val="0"/>
                                          </p:val>
                                        </p:tav>
                                        <p:tav tm="100000">
                                          <p:val>
                                            <p:strVal val="#ppt_h"/>
                                          </p:val>
                                        </p:tav>
                                      </p:tavLst>
                                    </p:anim>
                                  </p:childTnLst>
                                </p:cTn>
                              </p:par>
                            </p:childTnLst>
                          </p:cTn>
                        </p:par>
                      </p:childTnLst>
                    </p:cTn>
                  </p:par>
                  <p:par>
                    <p:cTn id="137" fill="hold">
                      <p:stCondLst>
                        <p:cond delay="indefinite"/>
                      </p:stCondLst>
                      <p:childTnLst>
                        <p:par>
                          <p:cTn id="138" fill="hold">
                            <p:stCondLst>
                              <p:cond delay="0"/>
                            </p:stCondLst>
                            <p:childTnLst>
                              <p:par>
                                <p:cTn id="139" presetID="23" presetClass="entr" presetSubtype="16" fill="hold" nodeType="clickEffect">
                                  <p:stCondLst>
                                    <p:cond delay="0"/>
                                  </p:stCondLst>
                                  <p:childTnLst>
                                    <p:set>
                                      <p:cBhvr>
                                        <p:cTn id="140" dur="1" fill="hold">
                                          <p:stCondLst>
                                            <p:cond delay="0"/>
                                          </p:stCondLst>
                                        </p:cTn>
                                        <p:tgtEl>
                                          <p:spTgt spid="46108"/>
                                        </p:tgtEl>
                                        <p:attrNameLst>
                                          <p:attrName>style.visibility</p:attrName>
                                        </p:attrNameLst>
                                      </p:cBhvr>
                                      <p:to>
                                        <p:strVal val="visible"/>
                                      </p:to>
                                    </p:set>
                                    <p:anim calcmode="lin" valueType="num">
                                      <p:cBhvr>
                                        <p:cTn id="141" dur="500" fill="hold"/>
                                        <p:tgtEl>
                                          <p:spTgt spid="46108"/>
                                        </p:tgtEl>
                                        <p:attrNameLst>
                                          <p:attrName>ppt_w</p:attrName>
                                        </p:attrNameLst>
                                      </p:cBhvr>
                                      <p:tavLst>
                                        <p:tav tm="0">
                                          <p:val>
                                            <p:fltVal val="0"/>
                                          </p:val>
                                        </p:tav>
                                        <p:tav tm="100000">
                                          <p:val>
                                            <p:strVal val="#ppt_w"/>
                                          </p:val>
                                        </p:tav>
                                      </p:tavLst>
                                    </p:anim>
                                    <p:anim calcmode="lin" valueType="num">
                                      <p:cBhvr>
                                        <p:cTn id="142" dur="500" fill="hold"/>
                                        <p:tgtEl>
                                          <p:spTgt spid="46108"/>
                                        </p:tgtEl>
                                        <p:attrNameLst>
                                          <p:attrName>ppt_h</p:attrName>
                                        </p:attrNameLst>
                                      </p:cBhvr>
                                      <p:tavLst>
                                        <p:tav tm="0">
                                          <p:val>
                                            <p:fltVal val="0"/>
                                          </p:val>
                                        </p:tav>
                                        <p:tav tm="100000">
                                          <p:val>
                                            <p:strVal val="#ppt_h"/>
                                          </p:val>
                                        </p:tav>
                                      </p:tavLst>
                                    </p:anim>
                                  </p:child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grpId="0" nodeType="clickEffect">
                                  <p:stCondLst>
                                    <p:cond delay="0"/>
                                  </p:stCondLst>
                                  <p:childTnLst>
                                    <p:set>
                                      <p:cBhvr>
                                        <p:cTn id="146" dur="1" fill="hold">
                                          <p:stCondLst>
                                            <p:cond delay="0"/>
                                          </p:stCondLst>
                                        </p:cTn>
                                        <p:tgtEl>
                                          <p:spTgt spid="46112"/>
                                        </p:tgtEl>
                                        <p:attrNameLst>
                                          <p:attrName>style.visibility</p:attrName>
                                        </p:attrNameLst>
                                      </p:cBhvr>
                                      <p:to>
                                        <p:strVal val="visible"/>
                                      </p:to>
                                    </p:set>
                                    <p:animEffect transition="in" filter="wipe(left)">
                                      <p:cBhvr>
                                        <p:cTn id="147" dur="1000"/>
                                        <p:tgtEl>
                                          <p:spTgt spid="46112"/>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8" fill="hold" nodeType="clickEffect">
                                  <p:stCondLst>
                                    <p:cond delay="0"/>
                                  </p:stCondLst>
                                  <p:childTnLst>
                                    <p:set>
                                      <p:cBhvr>
                                        <p:cTn id="151" dur="1" fill="hold">
                                          <p:stCondLst>
                                            <p:cond delay="0"/>
                                          </p:stCondLst>
                                        </p:cTn>
                                        <p:tgtEl>
                                          <p:spTgt spid="46114"/>
                                        </p:tgtEl>
                                        <p:attrNameLst>
                                          <p:attrName>style.visibility</p:attrName>
                                        </p:attrNameLst>
                                      </p:cBhvr>
                                      <p:to>
                                        <p:strVal val="visible"/>
                                      </p:to>
                                    </p:set>
                                    <p:animEffect transition="in" filter="wipe(left)">
                                      <p:cBhvr>
                                        <p:cTn id="152" dur="1000"/>
                                        <p:tgtEl>
                                          <p:spTgt spid="46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autoUpdateAnimBg="0"/>
      <p:bldP spid="46085" grpId="0" animBg="1"/>
      <p:bldP spid="46086" grpId="0" animBg="1"/>
      <p:bldP spid="46087" grpId="0" animBg="1"/>
      <p:bldP spid="46088" grpId="0" animBg="1"/>
      <p:bldP spid="46089" grpId="0" animBg="1"/>
      <p:bldP spid="46090" grpId="0" animBg="1"/>
      <p:bldP spid="46091" grpId="0" animBg="1"/>
      <p:bldP spid="46092" grpId="0" autoUpdateAnimBg="0"/>
      <p:bldP spid="46093" grpId="0" autoUpdateAnimBg="0"/>
      <p:bldP spid="46094" grpId="0" autoUpdateAnimBg="0"/>
      <p:bldP spid="46095" grpId="0" autoUpdateAnimBg="0"/>
      <p:bldP spid="46101" grpId="0"/>
      <p:bldP spid="46103" grpId="0"/>
      <p:bldP spid="46107" grpId="0"/>
      <p:bldP spid="46111" grpId="0"/>
      <p:bldP spid="4611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Text Box 2"/>
          <p:cNvSpPr txBox="1">
            <a:spLocks noChangeArrowheads="1"/>
          </p:cNvSpPr>
          <p:nvPr/>
        </p:nvSpPr>
        <p:spPr bwMode="auto">
          <a:xfrm>
            <a:off x="252413" y="581025"/>
            <a:ext cx="2638425" cy="457200"/>
          </a:xfrm>
          <a:prstGeom prst="rect">
            <a:avLst/>
          </a:prstGeom>
          <a:noFill/>
          <a:ln w="9525">
            <a:noFill/>
            <a:miter lim="800000"/>
            <a:headEnd/>
            <a:tailEnd/>
          </a:ln>
        </p:spPr>
        <p:txBody>
          <a:bodyPr>
            <a:spAutoFit/>
          </a:bodyPr>
          <a:lstStyle/>
          <a:p>
            <a:pPr>
              <a:spcBef>
                <a:spcPct val="50000"/>
              </a:spcBef>
            </a:pPr>
            <a:r>
              <a:rPr kumimoji="1" lang="en-US" altLang="zh-CN" sz="2400">
                <a:solidFill>
                  <a:srgbClr val="FF0000"/>
                </a:solidFill>
                <a:latin typeface="Times New Roman" pitchFamily="18" charset="0"/>
              </a:rPr>
              <a:t>3</a:t>
            </a:r>
            <a:r>
              <a:rPr kumimoji="1" lang="zh-CN" altLang="en-US" sz="2400">
                <a:solidFill>
                  <a:srgbClr val="FF0000"/>
                </a:solidFill>
                <a:latin typeface="Times New Roman" pitchFamily="18" charset="0"/>
              </a:rPr>
              <a:t>、速度</a:t>
            </a:r>
          </a:p>
        </p:txBody>
      </p:sp>
      <p:sp>
        <p:nvSpPr>
          <p:cNvPr id="156675" name="Rectangle 3"/>
          <p:cNvSpPr>
            <a:spLocks noChangeArrowheads="1"/>
          </p:cNvSpPr>
          <p:nvPr/>
        </p:nvSpPr>
        <p:spPr bwMode="auto">
          <a:xfrm>
            <a:off x="1574800" y="620713"/>
            <a:ext cx="4267200" cy="461962"/>
          </a:xfrm>
          <a:prstGeom prst="rect">
            <a:avLst/>
          </a:prstGeom>
          <a:noFill/>
          <a:ln w="9525">
            <a:noFill/>
            <a:miter lim="800000"/>
            <a:headEnd/>
            <a:tailEnd/>
          </a:ln>
        </p:spPr>
        <p:txBody>
          <a:bodyPr>
            <a:spAutoFit/>
          </a:bodyPr>
          <a:lstStyle/>
          <a:p>
            <a:r>
              <a:rPr kumimoji="1" lang="en-US" altLang="zh-CN" sz="2400">
                <a:solidFill>
                  <a:srgbClr val="0000FF"/>
                </a:solidFill>
                <a:latin typeface="Times New Roman" pitchFamily="18" charset="0"/>
              </a:rPr>
              <a:t>( </a:t>
            </a:r>
            <a:r>
              <a:rPr kumimoji="1" lang="zh-CN" altLang="en-US" sz="2400">
                <a:solidFill>
                  <a:srgbClr val="0000FF"/>
                </a:solidFill>
                <a:latin typeface="Times New Roman" pitchFamily="18" charset="0"/>
              </a:rPr>
              <a:t>描述物体运动状态的物理量 </a:t>
            </a:r>
            <a:r>
              <a:rPr kumimoji="1" lang="en-US" altLang="zh-CN" sz="2400">
                <a:solidFill>
                  <a:srgbClr val="0000FF"/>
                </a:solidFill>
                <a:latin typeface="Times New Roman" pitchFamily="18" charset="0"/>
              </a:rPr>
              <a:t>)</a:t>
            </a:r>
          </a:p>
        </p:txBody>
      </p:sp>
      <p:sp>
        <p:nvSpPr>
          <p:cNvPr id="156676" name="Rectangle 4"/>
          <p:cNvSpPr>
            <a:spLocks noChangeArrowheads="1"/>
          </p:cNvSpPr>
          <p:nvPr/>
        </p:nvSpPr>
        <p:spPr bwMode="auto">
          <a:xfrm>
            <a:off x="501650" y="1196975"/>
            <a:ext cx="2765425" cy="457200"/>
          </a:xfrm>
          <a:prstGeom prst="rect">
            <a:avLst/>
          </a:prstGeom>
          <a:noFill/>
          <a:ln w="9525">
            <a:noFill/>
            <a:miter lim="800000"/>
            <a:headEnd/>
            <a:tailEnd/>
          </a:ln>
        </p:spPr>
        <p:txBody>
          <a:bodyPr>
            <a:spAutoFit/>
          </a:bodyPr>
          <a:lstStyle/>
          <a:p>
            <a:r>
              <a:rPr kumimoji="1" lang="en-US" altLang="zh-CN" sz="2400">
                <a:solidFill>
                  <a:srgbClr val="FF6600"/>
                </a:solidFill>
                <a:latin typeface="Times New Roman" pitchFamily="18" charset="0"/>
              </a:rPr>
              <a:t>(1)  </a:t>
            </a:r>
            <a:r>
              <a:rPr kumimoji="1" lang="zh-CN" altLang="en-US" sz="2400">
                <a:solidFill>
                  <a:srgbClr val="FF6600"/>
                </a:solidFill>
                <a:latin typeface="Times New Roman" pitchFamily="18" charset="0"/>
              </a:rPr>
              <a:t>平均速度</a:t>
            </a:r>
          </a:p>
        </p:txBody>
      </p:sp>
      <p:graphicFrame>
        <p:nvGraphicFramePr>
          <p:cNvPr id="156677" name="Object 5"/>
          <p:cNvGraphicFramePr>
            <a:graphicFrameLocks noChangeAspect="1"/>
          </p:cNvGraphicFramePr>
          <p:nvPr/>
        </p:nvGraphicFramePr>
        <p:xfrm>
          <a:off x="2411413" y="1268413"/>
          <a:ext cx="1076325" cy="320675"/>
        </p:xfrm>
        <a:graphic>
          <a:graphicData uri="http://schemas.openxmlformats.org/presentationml/2006/ole">
            <p:oleObj spid="_x0000_s7170" name="公式" r:id="rId3" imgW="596880" imgH="177480" progId="Equation.3">
              <p:embed/>
            </p:oleObj>
          </a:graphicData>
        </a:graphic>
      </p:graphicFrame>
      <p:graphicFrame>
        <p:nvGraphicFramePr>
          <p:cNvPr id="156678" name="Object 6"/>
          <p:cNvGraphicFramePr>
            <a:graphicFrameLocks noChangeAspect="1"/>
          </p:cNvGraphicFramePr>
          <p:nvPr/>
        </p:nvGraphicFramePr>
        <p:xfrm>
          <a:off x="1579563" y="1943100"/>
          <a:ext cx="2857500" cy="730250"/>
        </p:xfrm>
        <a:graphic>
          <a:graphicData uri="http://schemas.openxmlformats.org/presentationml/2006/ole">
            <p:oleObj spid="_x0000_s7171" name="公式" r:id="rId4" imgW="1587240" imgH="406080" progId="Equation.3">
              <p:embed/>
            </p:oleObj>
          </a:graphicData>
        </a:graphic>
      </p:graphicFrame>
      <p:sp>
        <p:nvSpPr>
          <p:cNvPr id="156679" name="Line 7"/>
          <p:cNvSpPr>
            <a:spLocks noChangeShapeType="1"/>
          </p:cNvSpPr>
          <p:nvPr/>
        </p:nvSpPr>
        <p:spPr bwMode="auto">
          <a:xfrm flipV="1">
            <a:off x="6483350" y="685800"/>
            <a:ext cx="533400" cy="1524000"/>
          </a:xfrm>
          <a:prstGeom prst="line">
            <a:avLst/>
          </a:prstGeom>
          <a:noFill/>
          <a:ln w="28575">
            <a:solidFill>
              <a:srgbClr val="0033CC"/>
            </a:solidFill>
            <a:round/>
            <a:headEnd/>
            <a:tailEnd type="triangle" w="med" len="med"/>
          </a:ln>
        </p:spPr>
        <p:txBody>
          <a:bodyPr wrap="none" anchor="ctr"/>
          <a:lstStyle/>
          <a:p>
            <a:endParaRPr lang="zh-CN" altLang="en-US"/>
          </a:p>
        </p:txBody>
      </p:sp>
      <p:sp>
        <p:nvSpPr>
          <p:cNvPr id="156680" name="Line 8"/>
          <p:cNvSpPr>
            <a:spLocks noChangeShapeType="1"/>
          </p:cNvSpPr>
          <p:nvPr/>
        </p:nvSpPr>
        <p:spPr bwMode="auto">
          <a:xfrm flipV="1">
            <a:off x="6483350" y="1295400"/>
            <a:ext cx="1447800" cy="914400"/>
          </a:xfrm>
          <a:prstGeom prst="line">
            <a:avLst/>
          </a:prstGeom>
          <a:noFill/>
          <a:ln w="31750">
            <a:solidFill>
              <a:srgbClr val="008000"/>
            </a:solidFill>
            <a:round/>
            <a:headEnd/>
            <a:tailEnd type="triangle" w="med" len="med"/>
          </a:ln>
        </p:spPr>
        <p:txBody>
          <a:bodyPr wrap="none" anchor="ctr"/>
          <a:lstStyle/>
          <a:p>
            <a:endParaRPr lang="zh-CN" altLang="en-US"/>
          </a:p>
        </p:txBody>
      </p:sp>
      <p:sp>
        <p:nvSpPr>
          <p:cNvPr id="156681" name="Line 9"/>
          <p:cNvSpPr>
            <a:spLocks noChangeShapeType="1"/>
          </p:cNvSpPr>
          <p:nvPr/>
        </p:nvSpPr>
        <p:spPr bwMode="auto">
          <a:xfrm>
            <a:off x="7016750" y="685800"/>
            <a:ext cx="914400" cy="609600"/>
          </a:xfrm>
          <a:prstGeom prst="line">
            <a:avLst/>
          </a:prstGeom>
          <a:noFill/>
          <a:ln w="57150">
            <a:solidFill>
              <a:srgbClr val="FF6600"/>
            </a:solidFill>
            <a:round/>
            <a:headEnd/>
            <a:tailEnd type="triangle" w="med" len="med"/>
          </a:ln>
        </p:spPr>
        <p:txBody>
          <a:bodyPr wrap="none" anchor="ctr"/>
          <a:lstStyle/>
          <a:p>
            <a:endParaRPr lang="zh-CN" altLang="en-US"/>
          </a:p>
        </p:txBody>
      </p:sp>
      <p:sp>
        <p:nvSpPr>
          <p:cNvPr id="156682" name="Rectangle 10"/>
          <p:cNvSpPr>
            <a:spLocks noChangeArrowheads="1"/>
          </p:cNvSpPr>
          <p:nvPr/>
        </p:nvSpPr>
        <p:spPr bwMode="auto">
          <a:xfrm>
            <a:off x="6089650" y="1701800"/>
            <a:ext cx="361950" cy="519113"/>
          </a:xfrm>
          <a:prstGeom prst="rect">
            <a:avLst/>
          </a:prstGeom>
          <a:noFill/>
          <a:ln w="9525">
            <a:noFill/>
            <a:miter lim="800000"/>
            <a:headEnd/>
            <a:tailEnd/>
          </a:ln>
        </p:spPr>
        <p:txBody>
          <a:bodyPr wrap="none">
            <a:spAutoFit/>
          </a:bodyPr>
          <a:lstStyle/>
          <a:p>
            <a:pPr algn="ctr"/>
            <a:r>
              <a:rPr kumimoji="1" lang="en-US" altLang="zh-CN" sz="2800" i="1">
                <a:solidFill>
                  <a:schemeClr val="hlink"/>
                </a:solidFill>
                <a:latin typeface="Times New Roman" pitchFamily="18" charset="0"/>
              </a:rPr>
              <a:t>o</a:t>
            </a:r>
          </a:p>
        </p:txBody>
      </p:sp>
      <p:graphicFrame>
        <p:nvGraphicFramePr>
          <p:cNvPr id="156683" name="Object 11"/>
          <p:cNvGraphicFramePr>
            <a:graphicFrameLocks noChangeAspect="1"/>
          </p:cNvGraphicFramePr>
          <p:nvPr/>
        </p:nvGraphicFramePr>
        <p:xfrm>
          <a:off x="6777038" y="1311275"/>
          <a:ext cx="460375" cy="317500"/>
        </p:xfrm>
        <a:graphic>
          <a:graphicData uri="http://schemas.openxmlformats.org/presentationml/2006/ole">
            <p:oleObj spid="_x0000_s7172" name="公式" r:id="rId5" imgW="291960" imgH="203040" progId="Equation.3">
              <p:embed/>
            </p:oleObj>
          </a:graphicData>
        </a:graphic>
      </p:graphicFrame>
      <p:sp>
        <p:nvSpPr>
          <p:cNvPr id="156684" name="Freeform 12"/>
          <p:cNvSpPr>
            <a:spLocks/>
          </p:cNvSpPr>
          <p:nvPr/>
        </p:nvSpPr>
        <p:spPr bwMode="auto">
          <a:xfrm>
            <a:off x="5919788" y="625475"/>
            <a:ext cx="2168525" cy="2070100"/>
          </a:xfrm>
          <a:custGeom>
            <a:avLst/>
            <a:gdLst>
              <a:gd name="T0" fmla="*/ 0 w 1366"/>
              <a:gd name="T1" fmla="*/ 12601573 h 1304"/>
              <a:gd name="T2" fmla="*/ 2147483647 w 1366"/>
              <a:gd name="T3" fmla="*/ 511590932 h 1304"/>
              <a:gd name="T4" fmla="*/ 2147483647 w 1366"/>
              <a:gd name="T5" fmla="*/ 2147483647 h 1304"/>
              <a:gd name="T6" fmla="*/ 2147483647 w 1366"/>
              <a:gd name="T7" fmla="*/ 2147483647 h 1304"/>
              <a:gd name="T8" fmla="*/ 0 60000 65536"/>
              <a:gd name="T9" fmla="*/ 0 60000 65536"/>
              <a:gd name="T10" fmla="*/ 0 60000 65536"/>
              <a:gd name="T11" fmla="*/ 0 60000 65536"/>
              <a:gd name="T12" fmla="*/ 0 w 1366"/>
              <a:gd name="T13" fmla="*/ 0 h 1304"/>
              <a:gd name="T14" fmla="*/ 1366 w 1366"/>
              <a:gd name="T15" fmla="*/ 1304 h 1304"/>
            </a:gdLst>
            <a:ahLst/>
            <a:cxnLst>
              <a:cxn ang="T8">
                <a:pos x="T0" y="T1"/>
              </a:cxn>
              <a:cxn ang="T9">
                <a:pos x="T2" y="T3"/>
              </a:cxn>
              <a:cxn ang="T10">
                <a:pos x="T4" y="T5"/>
              </a:cxn>
              <a:cxn ang="T11">
                <a:pos x="T6" y="T7"/>
              </a:cxn>
            </a:cxnLst>
            <a:rect l="T12" t="T13" r="T14" b="T15"/>
            <a:pathLst>
              <a:path w="1366" h="1304">
                <a:moveTo>
                  <a:pt x="0" y="5"/>
                </a:moveTo>
                <a:cubicBezTo>
                  <a:pt x="488" y="0"/>
                  <a:pt x="972" y="26"/>
                  <a:pt x="1169" y="203"/>
                </a:cubicBezTo>
                <a:cubicBezTo>
                  <a:pt x="1366" y="380"/>
                  <a:pt x="1230" y="852"/>
                  <a:pt x="1180" y="1069"/>
                </a:cubicBezTo>
                <a:cubicBezTo>
                  <a:pt x="1130" y="1286"/>
                  <a:pt x="1135" y="1255"/>
                  <a:pt x="1123" y="1304"/>
                </a:cubicBezTo>
              </a:path>
            </a:pathLst>
          </a:custGeom>
          <a:noFill/>
          <a:ln w="38100">
            <a:solidFill>
              <a:schemeClr val="hlink"/>
            </a:solidFill>
            <a:round/>
            <a:headEnd/>
            <a:tailEnd/>
          </a:ln>
        </p:spPr>
        <p:txBody>
          <a:bodyPr wrap="none" anchor="ctr"/>
          <a:lstStyle/>
          <a:p>
            <a:endParaRPr lang="zh-CN" altLang="en-US"/>
          </a:p>
        </p:txBody>
      </p:sp>
      <p:sp>
        <p:nvSpPr>
          <p:cNvPr id="156685" name="Rectangle 13"/>
          <p:cNvSpPr>
            <a:spLocks noChangeArrowheads="1"/>
          </p:cNvSpPr>
          <p:nvPr/>
        </p:nvSpPr>
        <p:spPr bwMode="auto">
          <a:xfrm>
            <a:off x="523875" y="2852738"/>
            <a:ext cx="3057525" cy="457200"/>
          </a:xfrm>
          <a:prstGeom prst="rect">
            <a:avLst/>
          </a:prstGeom>
          <a:noFill/>
          <a:ln w="9525">
            <a:noFill/>
            <a:miter lim="800000"/>
            <a:headEnd/>
            <a:tailEnd/>
          </a:ln>
        </p:spPr>
        <p:txBody>
          <a:bodyPr>
            <a:spAutoFit/>
          </a:bodyPr>
          <a:lstStyle/>
          <a:p>
            <a:r>
              <a:rPr kumimoji="1" lang="en-US" altLang="zh-CN" sz="2400">
                <a:solidFill>
                  <a:srgbClr val="FF6600"/>
                </a:solidFill>
                <a:latin typeface="Times New Roman" pitchFamily="18" charset="0"/>
              </a:rPr>
              <a:t>(2)  </a:t>
            </a:r>
            <a:r>
              <a:rPr kumimoji="1" lang="zh-CN" altLang="en-US" sz="2400">
                <a:solidFill>
                  <a:srgbClr val="FF6600"/>
                </a:solidFill>
                <a:latin typeface="Times New Roman" pitchFamily="18" charset="0"/>
              </a:rPr>
              <a:t>瞬时速度</a:t>
            </a:r>
          </a:p>
        </p:txBody>
      </p:sp>
      <p:graphicFrame>
        <p:nvGraphicFramePr>
          <p:cNvPr id="156686" name="Object 14"/>
          <p:cNvGraphicFramePr>
            <a:graphicFrameLocks noChangeAspect="1"/>
          </p:cNvGraphicFramePr>
          <p:nvPr/>
        </p:nvGraphicFramePr>
        <p:xfrm>
          <a:off x="1601788" y="3519488"/>
          <a:ext cx="3260725" cy="730250"/>
        </p:xfrm>
        <a:graphic>
          <a:graphicData uri="http://schemas.openxmlformats.org/presentationml/2006/ole">
            <p:oleObj spid="_x0000_s7173" name="公式" r:id="rId6" imgW="1815840" imgH="406080" progId="Equation.3">
              <p:embed/>
            </p:oleObj>
          </a:graphicData>
        </a:graphic>
      </p:graphicFrame>
      <p:sp>
        <p:nvSpPr>
          <p:cNvPr id="156687" name="Freeform 15"/>
          <p:cNvSpPr>
            <a:spLocks/>
          </p:cNvSpPr>
          <p:nvPr/>
        </p:nvSpPr>
        <p:spPr bwMode="auto">
          <a:xfrm>
            <a:off x="6219825" y="3386138"/>
            <a:ext cx="2305050" cy="1604962"/>
          </a:xfrm>
          <a:custGeom>
            <a:avLst/>
            <a:gdLst>
              <a:gd name="T0" fmla="*/ 0 w 1452"/>
              <a:gd name="T1" fmla="*/ 2147483647 h 1011"/>
              <a:gd name="T2" fmla="*/ 183972188 w 1452"/>
              <a:gd name="T3" fmla="*/ 1572577027 h 1011"/>
              <a:gd name="T4" fmla="*/ 834172629 w 1452"/>
              <a:gd name="T5" fmla="*/ 604837364 h 1011"/>
              <a:gd name="T6" fmla="*/ 1701106484 w 1452"/>
              <a:gd name="T7" fmla="*/ 90725600 h 1011"/>
              <a:gd name="T8" fmla="*/ 2147483647 w 1452"/>
              <a:gd name="T9" fmla="*/ 52922483 h 1011"/>
              <a:gd name="T10" fmla="*/ 2147483647 w 1452"/>
              <a:gd name="T11" fmla="*/ 234373707 h 1011"/>
              <a:gd name="T12" fmla="*/ 2147483647 w 1452"/>
              <a:gd name="T13" fmla="*/ 506550531 h 1011"/>
              <a:gd name="T14" fmla="*/ 0 60000 65536"/>
              <a:gd name="T15" fmla="*/ 0 60000 65536"/>
              <a:gd name="T16" fmla="*/ 0 60000 65536"/>
              <a:gd name="T17" fmla="*/ 0 60000 65536"/>
              <a:gd name="T18" fmla="*/ 0 60000 65536"/>
              <a:gd name="T19" fmla="*/ 0 60000 65536"/>
              <a:gd name="T20" fmla="*/ 0 60000 65536"/>
              <a:gd name="T21" fmla="*/ 0 w 1452"/>
              <a:gd name="T22" fmla="*/ 0 h 1011"/>
              <a:gd name="T23" fmla="*/ 1452 w 1452"/>
              <a:gd name="T24" fmla="*/ 1011 h 10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52" h="1011">
                <a:moveTo>
                  <a:pt x="0" y="1011"/>
                </a:moveTo>
                <a:cubicBezTo>
                  <a:pt x="12" y="947"/>
                  <a:pt x="18" y="752"/>
                  <a:pt x="73" y="624"/>
                </a:cubicBezTo>
                <a:cubicBezTo>
                  <a:pt x="128" y="496"/>
                  <a:pt x="231" y="338"/>
                  <a:pt x="331" y="240"/>
                </a:cubicBezTo>
                <a:cubicBezTo>
                  <a:pt x="431" y="142"/>
                  <a:pt x="553" y="72"/>
                  <a:pt x="675" y="36"/>
                </a:cubicBezTo>
                <a:cubicBezTo>
                  <a:pt x="797" y="0"/>
                  <a:pt x="957" y="11"/>
                  <a:pt x="1062" y="21"/>
                </a:cubicBezTo>
                <a:cubicBezTo>
                  <a:pt x="1167" y="31"/>
                  <a:pt x="1240" y="63"/>
                  <a:pt x="1305" y="93"/>
                </a:cubicBezTo>
                <a:cubicBezTo>
                  <a:pt x="1370" y="123"/>
                  <a:pt x="1422" y="179"/>
                  <a:pt x="1452" y="201"/>
                </a:cubicBezTo>
              </a:path>
            </a:pathLst>
          </a:custGeom>
          <a:noFill/>
          <a:ln w="38100">
            <a:solidFill>
              <a:schemeClr val="tx2"/>
            </a:solidFill>
            <a:round/>
            <a:headEnd/>
            <a:tailEnd/>
          </a:ln>
        </p:spPr>
        <p:txBody>
          <a:bodyPr wrap="none" anchor="ctr"/>
          <a:lstStyle/>
          <a:p>
            <a:endParaRPr lang="zh-CN" altLang="en-US"/>
          </a:p>
        </p:txBody>
      </p:sp>
      <p:sp>
        <p:nvSpPr>
          <p:cNvPr id="156688" name="Line 16"/>
          <p:cNvSpPr>
            <a:spLocks noChangeShapeType="1"/>
          </p:cNvSpPr>
          <p:nvPr/>
        </p:nvSpPr>
        <p:spPr bwMode="auto">
          <a:xfrm flipV="1">
            <a:off x="6248400" y="3429000"/>
            <a:ext cx="1095375" cy="1252538"/>
          </a:xfrm>
          <a:prstGeom prst="line">
            <a:avLst/>
          </a:prstGeom>
          <a:noFill/>
          <a:ln w="28575">
            <a:solidFill>
              <a:srgbClr val="0033CC"/>
            </a:solidFill>
            <a:round/>
            <a:headEnd/>
            <a:tailEnd type="triangle" w="med" len="med"/>
          </a:ln>
        </p:spPr>
        <p:txBody>
          <a:bodyPr wrap="none" anchor="ctr"/>
          <a:lstStyle/>
          <a:p>
            <a:endParaRPr lang="zh-CN" altLang="en-US"/>
          </a:p>
        </p:txBody>
      </p:sp>
      <p:sp>
        <p:nvSpPr>
          <p:cNvPr id="156689" name="Freeform 17"/>
          <p:cNvSpPr>
            <a:spLocks/>
          </p:cNvSpPr>
          <p:nvPr/>
        </p:nvSpPr>
        <p:spPr bwMode="auto">
          <a:xfrm>
            <a:off x="6248400" y="3505200"/>
            <a:ext cx="1966913" cy="1176338"/>
          </a:xfrm>
          <a:custGeom>
            <a:avLst/>
            <a:gdLst>
              <a:gd name="T0" fmla="*/ 0 w 1239"/>
              <a:gd name="T1" fmla="*/ 1867437547 h 741"/>
              <a:gd name="T2" fmla="*/ 2147483647 w 1239"/>
              <a:gd name="T3" fmla="*/ 0 h 741"/>
              <a:gd name="T4" fmla="*/ 0 60000 65536"/>
              <a:gd name="T5" fmla="*/ 0 60000 65536"/>
              <a:gd name="T6" fmla="*/ 0 w 1239"/>
              <a:gd name="T7" fmla="*/ 0 h 741"/>
              <a:gd name="T8" fmla="*/ 1239 w 1239"/>
              <a:gd name="T9" fmla="*/ 741 h 741"/>
            </a:gdLst>
            <a:ahLst/>
            <a:cxnLst>
              <a:cxn ang="T4">
                <a:pos x="T0" y="T1"/>
              </a:cxn>
              <a:cxn ang="T5">
                <a:pos x="T2" y="T3"/>
              </a:cxn>
            </a:cxnLst>
            <a:rect l="T6" t="T7" r="T8" b="T9"/>
            <a:pathLst>
              <a:path w="1239" h="741">
                <a:moveTo>
                  <a:pt x="0" y="741"/>
                </a:moveTo>
                <a:lnTo>
                  <a:pt x="1239" y="0"/>
                </a:lnTo>
              </a:path>
            </a:pathLst>
          </a:custGeom>
          <a:noFill/>
          <a:ln w="28575">
            <a:solidFill>
              <a:srgbClr val="0033CC"/>
            </a:solidFill>
            <a:round/>
            <a:headEnd/>
            <a:tailEnd type="triangle" w="med" len="med"/>
          </a:ln>
        </p:spPr>
        <p:txBody>
          <a:bodyPr wrap="none" anchor="ctr"/>
          <a:lstStyle/>
          <a:p>
            <a:endParaRPr lang="zh-CN" altLang="en-US"/>
          </a:p>
        </p:txBody>
      </p:sp>
      <p:sp>
        <p:nvSpPr>
          <p:cNvPr id="156690" name="Line 18"/>
          <p:cNvSpPr>
            <a:spLocks noChangeShapeType="1"/>
          </p:cNvSpPr>
          <p:nvPr/>
        </p:nvSpPr>
        <p:spPr bwMode="auto">
          <a:xfrm flipV="1">
            <a:off x="6248400" y="3614738"/>
            <a:ext cx="228600" cy="1066800"/>
          </a:xfrm>
          <a:prstGeom prst="line">
            <a:avLst/>
          </a:prstGeom>
          <a:noFill/>
          <a:ln w="28575">
            <a:solidFill>
              <a:srgbClr val="990033"/>
            </a:solidFill>
            <a:round/>
            <a:headEnd/>
            <a:tailEnd type="triangle" w="med" len="med"/>
          </a:ln>
        </p:spPr>
        <p:txBody>
          <a:bodyPr wrap="none" anchor="ctr"/>
          <a:lstStyle/>
          <a:p>
            <a:endParaRPr lang="zh-CN" altLang="en-US"/>
          </a:p>
        </p:txBody>
      </p:sp>
      <p:sp>
        <p:nvSpPr>
          <p:cNvPr id="156691" name="Rectangle 19"/>
          <p:cNvSpPr>
            <a:spLocks noChangeArrowheads="1"/>
          </p:cNvSpPr>
          <p:nvPr/>
        </p:nvSpPr>
        <p:spPr bwMode="auto">
          <a:xfrm>
            <a:off x="5791200" y="4452938"/>
            <a:ext cx="387350" cy="457200"/>
          </a:xfrm>
          <a:prstGeom prst="rect">
            <a:avLst/>
          </a:prstGeom>
          <a:noFill/>
          <a:ln w="9525">
            <a:noFill/>
            <a:miter lim="800000"/>
            <a:headEnd/>
            <a:tailEnd/>
          </a:ln>
        </p:spPr>
        <p:txBody>
          <a:bodyPr wrap="none">
            <a:spAutoFit/>
          </a:bodyPr>
          <a:lstStyle/>
          <a:p>
            <a:r>
              <a:rPr kumimoji="1" lang="en-US" altLang="zh-CN" sz="2400" i="1">
                <a:solidFill>
                  <a:srgbClr val="0033CC"/>
                </a:solidFill>
                <a:latin typeface="Times New Roman" pitchFamily="18" charset="0"/>
              </a:rPr>
              <a:t>A</a:t>
            </a:r>
          </a:p>
        </p:txBody>
      </p:sp>
      <p:sp>
        <p:nvSpPr>
          <p:cNvPr id="156692" name="Rectangle 20"/>
          <p:cNvSpPr>
            <a:spLocks noChangeArrowheads="1"/>
          </p:cNvSpPr>
          <p:nvPr/>
        </p:nvSpPr>
        <p:spPr bwMode="auto">
          <a:xfrm>
            <a:off x="8153400" y="3005138"/>
            <a:ext cx="387350" cy="457200"/>
          </a:xfrm>
          <a:prstGeom prst="rect">
            <a:avLst/>
          </a:prstGeom>
          <a:noFill/>
          <a:ln w="9525">
            <a:noFill/>
            <a:miter lim="800000"/>
            <a:headEnd/>
            <a:tailEnd/>
          </a:ln>
        </p:spPr>
        <p:txBody>
          <a:bodyPr>
            <a:spAutoFit/>
          </a:bodyPr>
          <a:lstStyle/>
          <a:p>
            <a:r>
              <a:rPr kumimoji="1" lang="en-US" altLang="zh-CN" sz="2400" i="1">
                <a:solidFill>
                  <a:srgbClr val="0033CC"/>
                </a:solidFill>
                <a:latin typeface="Times New Roman" pitchFamily="18" charset="0"/>
              </a:rPr>
              <a:t>B</a:t>
            </a:r>
          </a:p>
        </p:txBody>
      </p:sp>
      <p:sp>
        <p:nvSpPr>
          <p:cNvPr id="156693" name="Rectangle 21"/>
          <p:cNvSpPr>
            <a:spLocks noChangeArrowheads="1"/>
          </p:cNvSpPr>
          <p:nvPr/>
        </p:nvSpPr>
        <p:spPr bwMode="auto">
          <a:xfrm>
            <a:off x="7239000" y="2852738"/>
            <a:ext cx="471488" cy="457200"/>
          </a:xfrm>
          <a:prstGeom prst="rect">
            <a:avLst/>
          </a:prstGeom>
          <a:noFill/>
          <a:ln w="9525">
            <a:noFill/>
            <a:miter lim="800000"/>
            <a:headEnd/>
            <a:tailEnd/>
          </a:ln>
        </p:spPr>
        <p:txBody>
          <a:bodyPr wrap="none">
            <a:spAutoFit/>
          </a:bodyPr>
          <a:lstStyle/>
          <a:p>
            <a:r>
              <a:rPr kumimoji="1" lang="en-US" altLang="zh-CN" sz="2400" i="1">
                <a:solidFill>
                  <a:srgbClr val="0033CC"/>
                </a:solidFill>
                <a:latin typeface="Times New Roman" pitchFamily="18" charset="0"/>
              </a:rPr>
              <a:t>B'</a:t>
            </a:r>
          </a:p>
        </p:txBody>
      </p:sp>
      <p:graphicFrame>
        <p:nvGraphicFramePr>
          <p:cNvPr id="156694" name="Object 22"/>
          <p:cNvGraphicFramePr>
            <a:graphicFrameLocks noChangeAspect="1"/>
          </p:cNvGraphicFramePr>
          <p:nvPr/>
        </p:nvGraphicFramePr>
        <p:xfrm>
          <a:off x="6372225" y="3267075"/>
          <a:ext cx="341313" cy="387350"/>
        </p:xfrm>
        <a:graphic>
          <a:graphicData uri="http://schemas.openxmlformats.org/presentationml/2006/ole">
            <p:oleObj spid="_x0000_s7174" name="公式" r:id="rId7" imgW="190440" imgH="215640" progId="Equation.3">
              <p:embed/>
            </p:oleObj>
          </a:graphicData>
        </a:graphic>
      </p:graphicFrame>
      <p:sp>
        <p:nvSpPr>
          <p:cNvPr id="156695" name="Rectangle 23"/>
          <p:cNvSpPr>
            <a:spLocks noChangeArrowheads="1"/>
          </p:cNvSpPr>
          <p:nvPr/>
        </p:nvSpPr>
        <p:spPr bwMode="auto">
          <a:xfrm>
            <a:off x="642938" y="4365625"/>
            <a:ext cx="1184275" cy="457200"/>
          </a:xfrm>
          <a:prstGeom prst="rect">
            <a:avLst/>
          </a:prstGeom>
          <a:noFill/>
          <a:ln w="9525">
            <a:noFill/>
            <a:miter lim="800000"/>
            <a:headEnd/>
            <a:tailEnd/>
          </a:ln>
        </p:spPr>
        <p:txBody>
          <a:bodyPr>
            <a:spAutoFit/>
          </a:bodyPr>
          <a:lstStyle/>
          <a:p>
            <a:pPr>
              <a:buClr>
                <a:srgbClr val="990033"/>
              </a:buClr>
              <a:buFont typeface="Wingdings" pitchFamily="2" charset="2"/>
              <a:buNone/>
            </a:pPr>
            <a:r>
              <a:rPr kumimoji="1" lang="zh-CN" altLang="en-US" sz="2400">
                <a:solidFill>
                  <a:srgbClr val="FF6600"/>
                </a:solidFill>
                <a:latin typeface="Times New Roman" pitchFamily="18" charset="0"/>
              </a:rPr>
              <a:t>讨论</a:t>
            </a:r>
          </a:p>
        </p:txBody>
      </p:sp>
      <p:sp>
        <p:nvSpPr>
          <p:cNvPr id="156696" name="Rectangle 24"/>
          <p:cNvSpPr>
            <a:spLocks noChangeArrowheads="1"/>
          </p:cNvSpPr>
          <p:nvPr/>
        </p:nvSpPr>
        <p:spPr bwMode="auto">
          <a:xfrm>
            <a:off x="611188" y="4997450"/>
            <a:ext cx="5254625" cy="457200"/>
          </a:xfrm>
          <a:prstGeom prst="rect">
            <a:avLst/>
          </a:prstGeom>
          <a:noFill/>
          <a:ln w="9525">
            <a:noFill/>
            <a:miter lim="800000"/>
            <a:headEnd/>
            <a:tailEnd/>
          </a:ln>
        </p:spPr>
        <p:txBody>
          <a:bodyPr>
            <a:spAutoFit/>
          </a:bodyPr>
          <a:lstStyle/>
          <a:p>
            <a:r>
              <a:rPr kumimoji="1" lang="en-US" altLang="zh-CN" sz="2400">
                <a:latin typeface="Times New Roman" pitchFamily="18" charset="0"/>
              </a:rPr>
              <a:t>(1) </a:t>
            </a:r>
            <a:r>
              <a:rPr kumimoji="1" lang="zh-CN" altLang="en-US" sz="2400">
                <a:latin typeface="Times New Roman" pitchFamily="18" charset="0"/>
              </a:rPr>
              <a:t>速度有</a:t>
            </a:r>
            <a:r>
              <a:rPr kumimoji="1" lang="zh-CN" altLang="en-US" sz="2400">
                <a:solidFill>
                  <a:schemeClr val="accent2"/>
                </a:solidFill>
                <a:latin typeface="Times New Roman" pitchFamily="18" charset="0"/>
              </a:rPr>
              <a:t>矢量性</a:t>
            </a:r>
            <a:r>
              <a:rPr kumimoji="1" lang="zh-CN" altLang="en-US" sz="2400">
                <a:latin typeface="Times New Roman" pitchFamily="18" charset="0"/>
              </a:rPr>
              <a:t>、</a:t>
            </a:r>
            <a:r>
              <a:rPr kumimoji="1" lang="zh-CN" altLang="en-US" sz="2400">
                <a:solidFill>
                  <a:schemeClr val="accent2"/>
                </a:solidFill>
                <a:latin typeface="Times New Roman" pitchFamily="18" charset="0"/>
              </a:rPr>
              <a:t>瞬时性</a:t>
            </a:r>
            <a:r>
              <a:rPr kumimoji="1" lang="zh-CN" altLang="en-US" sz="2400">
                <a:latin typeface="Times New Roman" pitchFamily="18" charset="0"/>
              </a:rPr>
              <a:t>和</a:t>
            </a:r>
            <a:r>
              <a:rPr kumimoji="1" lang="zh-CN" altLang="en-US" sz="2400">
                <a:solidFill>
                  <a:schemeClr val="accent2"/>
                </a:solidFill>
                <a:latin typeface="Times New Roman" pitchFamily="18" charset="0"/>
              </a:rPr>
              <a:t>相对性</a:t>
            </a:r>
            <a:r>
              <a:rPr kumimoji="1" lang="zh-CN" altLang="en-US" sz="2400">
                <a:latin typeface="Times New Roman" pitchFamily="18" charset="0"/>
              </a:rPr>
              <a:t>。</a:t>
            </a:r>
            <a:endParaRPr kumimoji="1" lang="zh-CN" altLang="en-US" sz="1200">
              <a:latin typeface="Times New Roman" pitchFamily="18" charset="0"/>
            </a:endParaRPr>
          </a:p>
        </p:txBody>
      </p:sp>
      <p:sp>
        <p:nvSpPr>
          <p:cNvPr id="156697" name="Rectangle 25"/>
          <p:cNvSpPr>
            <a:spLocks noChangeArrowheads="1"/>
          </p:cNvSpPr>
          <p:nvPr/>
        </p:nvSpPr>
        <p:spPr bwMode="auto">
          <a:xfrm>
            <a:off x="612775" y="5708650"/>
            <a:ext cx="3957638" cy="457200"/>
          </a:xfrm>
          <a:prstGeom prst="rect">
            <a:avLst/>
          </a:prstGeom>
          <a:noFill/>
          <a:ln w="9525">
            <a:noFill/>
            <a:miter lim="800000"/>
            <a:headEnd/>
            <a:tailEnd/>
          </a:ln>
        </p:spPr>
        <p:txBody>
          <a:bodyPr>
            <a:spAutoFit/>
          </a:bodyPr>
          <a:lstStyle/>
          <a:p>
            <a:r>
              <a:rPr kumimoji="1" lang="en-US" altLang="zh-CN" sz="2400">
                <a:latin typeface="Times New Roman" pitchFamily="18" charset="0"/>
              </a:rPr>
              <a:t>(2) </a:t>
            </a:r>
            <a:r>
              <a:rPr kumimoji="1" lang="zh-CN" altLang="en-US" sz="2400">
                <a:latin typeface="Times New Roman" pitchFamily="18" charset="0"/>
              </a:rPr>
              <a:t>注意速度与速率的区别</a:t>
            </a:r>
            <a:endParaRPr kumimoji="1" lang="zh-CN" altLang="en-US" sz="1200">
              <a:latin typeface="Times New Roman" pitchFamily="18" charset="0"/>
            </a:endParaRPr>
          </a:p>
        </p:txBody>
      </p:sp>
      <p:graphicFrame>
        <p:nvGraphicFramePr>
          <p:cNvPr id="156698" name="Object 26"/>
          <p:cNvGraphicFramePr>
            <a:graphicFrameLocks noChangeAspect="1"/>
          </p:cNvGraphicFramePr>
          <p:nvPr/>
        </p:nvGraphicFramePr>
        <p:xfrm>
          <a:off x="4572000" y="5634038"/>
          <a:ext cx="3414713" cy="758825"/>
        </p:xfrm>
        <a:graphic>
          <a:graphicData uri="http://schemas.openxmlformats.org/presentationml/2006/ole">
            <p:oleObj spid="_x0000_s7175" name="公式" r:id="rId8" imgW="2006280" imgH="444240" progId="Equation.3">
              <p:embed/>
            </p:oleObj>
          </a:graphicData>
        </a:graphic>
      </p:graphicFrame>
      <p:graphicFrame>
        <p:nvGraphicFramePr>
          <p:cNvPr id="156699" name="Object 27"/>
          <p:cNvGraphicFramePr>
            <a:graphicFrameLocks noChangeAspect="1"/>
          </p:cNvGraphicFramePr>
          <p:nvPr/>
        </p:nvGraphicFramePr>
        <p:xfrm>
          <a:off x="7340600" y="4059238"/>
          <a:ext cx="392113" cy="296862"/>
        </p:xfrm>
        <a:graphic>
          <a:graphicData uri="http://schemas.openxmlformats.org/presentationml/2006/ole">
            <p:oleObj spid="_x0000_s7176" name="公式" r:id="rId9" imgW="215640" imgH="164880" progId="Equation.3">
              <p:embed/>
            </p:oleObj>
          </a:graphicData>
        </a:graphic>
      </p:graphicFrame>
      <p:graphicFrame>
        <p:nvGraphicFramePr>
          <p:cNvPr id="156700" name="Object 28"/>
          <p:cNvGraphicFramePr>
            <a:graphicFrameLocks noChangeAspect="1"/>
          </p:cNvGraphicFramePr>
          <p:nvPr/>
        </p:nvGraphicFramePr>
        <p:xfrm>
          <a:off x="7181850" y="998538"/>
          <a:ext cx="346075" cy="263525"/>
        </p:xfrm>
        <a:graphic>
          <a:graphicData uri="http://schemas.openxmlformats.org/presentationml/2006/ole">
            <p:oleObj spid="_x0000_s7177" name="公式" r:id="rId10" imgW="215640" imgH="164880" progId="Equation.3">
              <p:embed/>
            </p:oleObj>
          </a:graphicData>
        </a:graphic>
      </p:graphicFrame>
      <p:sp>
        <p:nvSpPr>
          <p:cNvPr id="156703" name="AutoShape 31"/>
          <p:cNvSpPr>
            <a:spLocks noChangeArrowheads="1"/>
          </p:cNvSpPr>
          <p:nvPr/>
        </p:nvSpPr>
        <p:spPr bwMode="auto">
          <a:xfrm>
            <a:off x="250825" y="4338638"/>
            <a:ext cx="360363"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graphicFrame>
        <p:nvGraphicFramePr>
          <p:cNvPr id="156704" name="Object 32"/>
          <p:cNvGraphicFramePr>
            <a:graphicFrameLocks noChangeAspect="1"/>
          </p:cNvGraphicFramePr>
          <p:nvPr/>
        </p:nvGraphicFramePr>
        <p:xfrm>
          <a:off x="6970713" y="1890713"/>
          <a:ext cx="931862" cy="323850"/>
        </p:xfrm>
        <a:graphic>
          <a:graphicData uri="http://schemas.openxmlformats.org/presentationml/2006/ole">
            <p:oleObj spid="_x0000_s7178" name="公式" r:id="rId11" imgW="583920" imgH="20304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6674"/>
                                        </p:tgtEl>
                                        <p:attrNameLst>
                                          <p:attrName>style.visibility</p:attrName>
                                        </p:attrNameLst>
                                      </p:cBhvr>
                                      <p:to>
                                        <p:strVal val="visible"/>
                                      </p:to>
                                    </p:set>
                                    <p:animEffect transition="in" filter="wipe(left)">
                                      <p:cBhvr>
                                        <p:cTn id="7" dur="500"/>
                                        <p:tgtEl>
                                          <p:spTgt spid="1566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6675"/>
                                        </p:tgtEl>
                                        <p:attrNameLst>
                                          <p:attrName>style.visibility</p:attrName>
                                        </p:attrNameLst>
                                      </p:cBhvr>
                                      <p:to>
                                        <p:strVal val="visible"/>
                                      </p:to>
                                    </p:set>
                                    <p:animEffect transition="in" filter="wipe(left)">
                                      <p:cBhvr>
                                        <p:cTn id="12" dur="500"/>
                                        <p:tgtEl>
                                          <p:spTgt spid="15667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6676"/>
                                        </p:tgtEl>
                                        <p:attrNameLst>
                                          <p:attrName>style.visibility</p:attrName>
                                        </p:attrNameLst>
                                      </p:cBhvr>
                                      <p:to>
                                        <p:strVal val="visible"/>
                                      </p:to>
                                    </p:set>
                                    <p:animEffect transition="in" filter="wipe(left)">
                                      <p:cBhvr>
                                        <p:cTn id="17" dur="500"/>
                                        <p:tgtEl>
                                          <p:spTgt spid="15667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6677"/>
                                        </p:tgtEl>
                                        <p:attrNameLst>
                                          <p:attrName>style.visibility</p:attrName>
                                        </p:attrNameLst>
                                      </p:cBhvr>
                                      <p:to>
                                        <p:strVal val="visible"/>
                                      </p:to>
                                    </p:set>
                                    <p:animEffect transition="in" filter="wipe(left)">
                                      <p:cBhvr>
                                        <p:cTn id="22" dur="500"/>
                                        <p:tgtEl>
                                          <p:spTgt spid="15667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6684"/>
                                        </p:tgtEl>
                                        <p:attrNameLst>
                                          <p:attrName>style.visibility</p:attrName>
                                        </p:attrNameLst>
                                      </p:cBhvr>
                                      <p:to>
                                        <p:strVal val="visible"/>
                                      </p:to>
                                    </p:set>
                                    <p:animEffect transition="in" filter="wipe(left)">
                                      <p:cBhvr>
                                        <p:cTn id="27" dur="500"/>
                                        <p:tgtEl>
                                          <p:spTgt spid="15668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6682"/>
                                        </p:tgtEl>
                                        <p:attrNameLst>
                                          <p:attrName>style.visibility</p:attrName>
                                        </p:attrNameLst>
                                      </p:cBhvr>
                                      <p:to>
                                        <p:strVal val="visible"/>
                                      </p:to>
                                    </p:set>
                                    <p:animEffect transition="in" filter="wipe(left)">
                                      <p:cBhvr>
                                        <p:cTn id="32" dur="500"/>
                                        <p:tgtEl>
                                          <p:spTgt spid="15668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6679"/>
                                        </p:tgtEl>
                                        <p:attrNameLst>
                                          <p:attrName>style.visibility</p:attrName>
                                        </p:attrNameLst>
                                      </p:cBhvr>
                                      <p:to>
                                        <p:strVal val="visible"/>
                                      </p:to>
                                    </p:set>
                                    <p:animEffect transition="in" filter="wipe(left)">
                                      <p:cBhvr>
                                        <p:cTn id="37" dur="500"/>
                                        <p:tgtEl>
                                          <p:spTgt spid="156679"/>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156683"/>
                                        </p:tgtEl>
                                        <p:attrNameLst>
                                          <p:attrName>style.visibility</p:attrName>
                                        </p:attrNameLst>
                                      </p:cBhvr>
                                      <p:to>
                                        <p:strVal val="visible"/>
                                      </p:to>
                                    </p:set>
                                    <p:animEffect transition="in" filter="wipe(left)">
                                      <p:cBhvr>
                                        <p:cTn id="41" dur="500"/>
                                        <p:tgtEl>
                                          <p:spTgt spid="15668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56680"/>
                                        </p:tgtEl>
                                        <p:attrNameLst>
                                          <p:attrName>style.visibility</p:attrName>
                                        </p:attrNameLst>
                                      </p:cBhvr>
                                      <p:to>
                                        <p:strVal val="visible"/>
                                      </p:to>
                                    </p:set>
                                    <p:animEffect transition="in" filter="wipe(left)">
                                      <p:cBhvr>
                                        <p:cTn id="46" dur="500"/>
                                        <p:tgtEl>
                                          <p:spTgt spid="156680"/>
                                        </p:tgtEl>
                                      </p:cBhvr>
                                    </p:animEffect>
                                  </p:childTnLst>
                                </p:cTn>
                              </p:par>
                            </p:childTnLst>
                          </p:cTn>
                        </p:par>
                        <p:par>
                          <p:cTn id="47" fill="hold">
                            <p:stCondLst>
                              <p:cond delay="500"/>
                            </p:stCondLst>
                            <p:childTnLst>
                              <p:par>
                                <p:cTn id="48" presetID="22" presetClass="entr" presetSubtype="8" fill="hold" nodeType="afterEffect">
                                  <p:stCondLst>
                                    <p:cond delay="0"/>
                                  </p:stCondLst>
                                  <p:childTnLst>
                                    <p:set>
                                      <p:cBhvr>
                                        <p:cTn id="49" dur="1" fill="hold">
                                          <p:stCondLst>
                                            <p:cond delay="0"/>
                                          </p:stCondLst>
                                        </p:cTn>
                                        <p:tgtEl>
                                          <p:spTgt spid="156704"/>
                                        </p:tgtEl>
                                        <p:attrNameLst>
                                          <p:attrName>style.visibility</p:attrName>
                                        </p:attrNameLst>
                                      </p:cBhvr>
                                      <p:to>
                                        <p:strVal val="visible"/>
                                      </p:to>
                                    </p:set>
                                    <p:animEffect transition="in" filter="wipe(left)">
                                      <p:cBhvr>
                                        <p:cTn id="50" dur="500"/>
                                        <p:tgtEl>
                                          <p:spTgt spid="156704"/>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56681"/>
                                        </p:tgtEl>
                                        <p:attrNameLst>
                                          <p:attrName>style.visibility</p:attrName>
                                        </p:attrNameLst>
                                      </p:cBhvr>
                                      <p:to>
                                        <p:strVal val="visible"/>
                                      </p:to>
                                    </p:set>
                                    <p:animEffect transition="in" filter="wipe(left)">
                                      <p:cBhvr>
                                        <p:cTn id="55" dur="500"/>
                                        <p:tgtEl>
                                          <p:spTgt spid="156681"/>
                                        </p:tgtEl>
                                      </p:cBhvr>
                                    </p:animEffect>
                                  </p:childTnLst>
                                </p:cTn>
                              </p:par>
                            </p:childTnLst>
                          </p:cTn>
                        </p:par>
                        <p:par>
                          <p:cTn id="56" fill="hold">
                            <p:stCondLst>
                              <p:cond delay="500"/>
                            </p:stCondLst>
                            <p:childTnLst>
                              <p:par>
                                <p:cTn id="57" presetID="22" presetClass="entr" presetSubtype="8" fill="hold" nodeType="afterEffect">
                                  <p:stCondLst>
                                    <p:cond delay="0"/>
                                  </p:stCondLst>
                                  <p:childTnLst>
                                    <p:set>
                                      <p:cBhvr>
                                        <p:cTn id="58" dur="1" fill="hold">
                                          <p:stCondLst>
                                            <p:cond delay="0"/>
                                          </p:stCondLst>
                                        </p:cTn>
                                        <p:tgtEl>
                                          <p:spTgt spid="156700"/>
                                        </p:tgtEl>
                                        <p:attrNameLst>
                                          <p:attrName>style.visibility</p:attrName>
                                        </p:attrNameLst>
                                      </p:cBhvr>
                                      <p:to>
                                        <p:strVal val="visible"/>
                                      </p:to>
                                    </p:set>
                                    <p:animEffect transition="in" filter="wipe(left)">
                                      <p:cBhvr>
                                        <p:cTn id="59" dur="500"/>
                                        <p:tgtEl>
                                          <p:spTgt spid="156700"/>
                                        </p:tgtEl>
                                      </p:cBhvr>
                                    </p:animEffect>
                                  </p:childTnLst>
                                </p:cTn>
                              </p:par>
                            </p:childTnLst>
                          </p:cTn>
                        </p:par>
                      </p:childTnLst>
                    </p:cTn>
                  </p:par>
                  <p:par>
                    <p:cTn id="60" fill="hold">
                      <p:stCondLst>
                        <p:cond delay="indefinite"/>
                      </p:stCondLst>
                      <p:childTnLst>
                        <p:par>
                          <p:cTn id="61" fill="hold">
                            <p:stCondLst>
                              <p:cond delay="0"/>
                            </p:stCondLst>
                            <p:childTnLst>
                              <p:par>
                                <p:cTn id="62" presetID="23" presetClass="entr" presetSubtype="16" fill="hold" nodeType="clickEffect">
                                  <p:stCondLst>
                                    <p:cond delay="0"/>
                                  </p:stCondLst>
                                  <p:childTnLst>
                                    <p:set>
                                      <p:cBhvr>
                                        <p:cTn id="63" dur="1" fill="hold">
                                          <p:stCondLst>
                                            <p:cond delay="0"/>
                                          </p:stCondLst>
                                        </p:cTn>
                                        <p:tgtEl>
                                          <p:spTgt spid="156678"/>
                                        </p:tgtEl>
                                        <p:attrNameLst>
                                          <p:attrName>style.visibility</p:attrName>
                                        </p:attrNameLst>
                                      </p:cBhvr>
                                      <p:to>
                                        <p:strVal val="visible"/>
                                      </p:to>
                                    </p:set>
                                    <p:anim calcmode="lin" valueType="num">
                                      <p:cBhvr>
                                        <p:cTn id="64" dur="500" fill="hold"/>
                                        <p:tgtEl>
                                          <p:spTgt spid="156678"/>
                                        </p:tgtEl>
                                        <p:attrNameLst>
                                          <p:attrName>ppt_w</p:attrName>
                                        </p:attrNameLst>
                                      </p:cBhvr>
                                      <p:tavLst>
                                        <p:tav tm="0">
                                          <p:val>
                                            <p:fltVal val="0"/>
                                          </p:val>
                                        </p:tav>
                                        <p:tav tm="100000">
                                          <p:val>
                                            <p:strVal val="#ppt_w"/>
                                          </p:val>
                                        </p:tav>
                                      </p:tavLst>
                                    </p:anim>
                                    <p:anim calcmode="lin" valueType="num">
                                      <p:cBhvr>
                                        <p:cTn id="65" dur="500" fill="hold"/>
                                        <p:tgtEl>
                                          <p:spTgt spid="156678"/>
                                        </p:tgtEl>
                                        <p:attrNameLst>
                                          <p:attrName>ppt_h</p:attrName>
                                        </p:attrNameLst>
                                      </p:cBhvr>
                                      <p:tavLst>
                                        <p:tav tm="0">
                                          <p:val>
                                            <p:fltVal val="0"/>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56685"/>
                                        </p:tgtEl>
                                        <p:attrNameLst>
                                          <p:attrName>style.visibility</p:attrName>
                                        </p:attrNameLst>
                                      </p:cBhvr>
                                      <p:to>
                                        <p:strVal val="visible"/>
                                      </p:to>
                                    </p:set>
                                    <p:animEffect transition="in" filter="wipe(left)">
                                      <p:cBhvr>
                                        <p:cTn id="70" dur="500"/>
                                        <p:tgtEl>
                                          <p:spTgt spid="156685"/>
                                        </p:tgtEl>
                                      </p:cBhvr>
                                    </p:animEffect>
                                  </p:childTnLst>
                                </p:cTn>
                              </p:par>
                            </p:childTnLst>
                          </p:cTn>
                        </p:par>
                      </p:childTnLst>
                    </p:cTn>
                  </p:par>
                  <p:par>
                    <p:cTn id="71" fill="hold">
                      <p:stCondLst>
                        <p:cond delay="indefinite"/>
                      </p:stCondLst>
                      <p:childTnLst>
                        <p:par>
                          <p:cTn id="72" fill="hold">
                            <p:stCondLst>
                              <p:cond delay="0"/>
                            </p:stCondLst>
                            <p:childTnLst>
                              <p:par>
                                <p:cTn id="73" presetID="23" presetClass="entr" presetSubtype="16" fill="hold" nodeType="clickEffect">
                                  <p:stCondLst>
                                    <p:cond delay="0"/>
                                  </p:stCondLst>
                                  <p:childTnLst>
                                    <p:set>
                                      <p:cBhvr>
                                        <p:cTn id="74" dur="1" fill="hold">
                                          <p:stCondLst>
                                            <p:cond delay="0"/>
                                          </p:stCondLst>
                                        </p:cTn>
                                        <p:tgtEl>
                                          <p:spTgt spid="156686"/>
                                        </p:tgtEl>
                                        <p:attrNameLst>
                                          <p:attrName>style.visibility</p:attrName>
                                        </p:attrNameLst>
                                      </p:cBhvr>
                                      <p:to>
                                        <p:strVal val="visible"/>
                                      </p:to>
                                    </p:set>
                                    <p:anim calcmode="lin" valueType="num">
                                      <p:cBhvr>
                                        <p:cTn id="75" dur="500" fill="hold"/>
                                        <p:tgtEl>
                                          <p:spTgt spid="156686"/>
                                        </p:tgtEl>
                                        <p:attrNameLst>
                                          <p:attrName>ppt_w</p:attrName>
                                        </p:attrNameLst>
                                      </p:cBhvr>
                                      <p:tavLst>
                                        <p:tav tm="0">
                                          <p:val>
                                            <p:fltVal val="0"/>
                                          </p:val>
                                        </p:tav>
                                        <p:tav tm="100000">
                                          <p:val>
                                            <p:strVal val="#ppt_w"/>
                                          </p:val>
                                        </p:tav>
                                      </p:tavLst>
                                    </p:anim>
                                    <p:anim calcmode="lin" valueType="num">
                                      <p:cBhvr>
                                        <p:cTn id="76" dur="500" fill="hold"/>
                                        <p:tgtEl>
                                          <p:spTgt spid="156686"/>
                                        </p:tgtEl>
                                        <p:attrNameLst>
                                          <p:attrName>ppt_h</p:attrName>
                                        </p:attrNameLst>
                                      </p:cBhvr>
                                      <p:tavLst>
                                        <p:tav tm="0">
                                          <p:val>
                                            <p:fltVal val="0"/>
                                          </p:val>
                                        </p:tav>
                                        <p:tav tm="100000">
                                          <p:val>
                                            <p:strVal val="#ppt_h"/>
                                          </p:val>
                                        </p:tav>
                                      </p:tavLst>
                                    </p:anim>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56687"/>
                                        </p:tgtEl>
                                        <p:attrNameLst>
                                          <p:attrName>style.visibility</p:attrName>
                                        </p:attrNameLst>
                                      </p:cBhvr>
                                      <p:to>
                                        <p:strVal val="visible"/>
                                      </p:to>
                                    </p:set>
                                    <p:animEffect transition="in" filter="wipe(left)">
                                      <p:cBhvr>
                                        <p:cTn id="81" dur="500"/>
                                        <p:tgtEl>
                                          <p:spTgt spid="156687"/>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499"/>
                                          </p:stCondLst>
                                        </p:cTn>
                                        <p:tgtEl>
                                          <p:spTgt spid="156691"/>
                                        </p:tgtEl>
                                        <p:attrNameLst>
                                          <p:attrName>style.visibility</p:attrName>
                                        </p:attrNameLst>
                                      </p:cBhvr>
                                      <p:to>
                                        <p:strVal val="visible"/>
                                      </p:to>
                                    </p:set>
                                  </p:childTnLst>
                                </p:cTn>
                              </p:par>
                            </p:childTnLst>
                          </p:cTn>
                        </p:par>
                        <p:par>
                          <p:cTn id="86" fill="hold">
                            <p:stCondLst>
                              <p:cond delay="500"/>
                            </p:stCondLst>
                            <p:childTnLst>
                              <p:par>
                                <p:cTn id="87" presetID="22" presetClass="entr" presetSubtype="8" fill="hold" grpId="0" nodeType="afterEffect">
                                  <p:stCondLst>
                                    <p:cond delay="0"/>
                                  </p:stCondLst>
                                  <p:childTnLst>
                                    <p:set>
                                      <p:cBhvr>
                                        <p:cTn id="88" dur="1" fill="hold">
                                          <p:stCondLst>
                                            <p:cond delay="0"/>
                                          </p:stCondLst>
                                        </p:cTn>
                                        <p:tgtEl>
                                          <p:spTgt spid="156689"/>
                                        </p:tgtEl>
                                        <p:attrNameLst>
                                          <p:attrName>style.visibility</p:attrName>
                                        </p:attrNameLst>
                                      </p:cBhvr>
                                      <p:to>
                                        <p:strVal val="visible"/>
                                      </p:to>
                                    </p:set>
                                    <p:animEffect transition="in" filter="wipe(left)">
                                      <p:cBhvr>
                                        <p:cTn id="89" dur="500"/>
                                        <p:tgtEl>
                                          <p:spTgt spid="156689"/>
                                        </p:tgtEl>
                                      </p:cBhvr>
                                    </p:animEffect>
                                  </p:childTnLst>
                                </p:cTn>
                              </p:par>
                            </p:childTnLst>
                          </p:cTn>
                        </p:par>
                        <p:par>
                          <p:cTn id="90" fill="hold">
                            <p:stCondLst>
                              <p:cond delay="1000"/>
                            </p:stCondLst>
                            <p:childTnLst>
                              <p:par>
                                <p:cTn id="91" presetID="22" presetClass="entr" presetSubtype="8" fill="hold" grpId="0" nodeType="afterEffect">
                                  <p:stCondLst>
                                    <p:cond delay="0"/>
                                  </p:stCondLst>
                                  <p:childTnLst>
                                    <p:set>
                                      <p:cBhvr>
                                        <p:cTn id="92" dur="1" fill="hold">
                                          <p:stCondLst>
                                            <p:cond delay="0"/>
                                          </p:stCondLst>
                                        </p:cTn>
                                        <p:tgtEl>
                                          <p:spTgt spid="156692"/>
                                        </p:tgtEl>
                                        <p:attrNameLst>
                                          <p:attrName>style.visibility</p:attrName>
                                        </p:attrNameLst>
                                      </p:cBhvr>
                                      <p:to>
                                        <p:strVal val="visible"/>
                                      </p:to>
                                    </p:set>
                                    <p:animEffect transition="in" filter="wipe(left)">
                                      <p:cBhvr>
                                        <p:cTn id="93" dur="500"/>
                                        <p:tgtEl>
                                          <p:spTgt spid="156692"/>
                                        </p:tgtEl>
                                      </p:cBhvr>
                                    </p:animEffect>
                                  </p:childTnLst>
                                </p:cTn>
                              </p:par>
                            </p:childTnLst>
                          </p:cTn>
                        </p:par>
                        <p:par>
                          <p:cTn id="94" fill="hold">
                            <p:stCondLst>
                              <p:cond delay="1500"/>
                            </p:stCondLst>
                            <p:childTnLst>
                              <p:par>
                                <p:cTn id="95" presetID="22" presetClass="entr" presetSubtype="8" fill="hold" nodeType="afterEffect">
                                  <p:stCondLst>
                                    <p:cond delay="0"/>
                                  </p:stCondLst>
                                  <p:childTnLst>
                                    <p:set>
                                      <p:cBhvr>
                                        <p:cTn id="96" dur="1" fill="hold">
                                          <p:stCondLst>
                                            <p:cond delay="0"/>
                                          </p:stCondLst>
                                        </p:cTn>
                                        <p:tgtEl>
                                          <p:spTgt spid="156699"/>
                                        </p:tgtEl>
                                        <p:attrNameLst>
                                          <p:attrName>style.visibility</p:attrName>
                                        </p:attrNameLst>
                                      </p:cBhvr>
                                      <p:to>
                                        <p:strVal val="visible"/>
                                      </p:to>
                                    </p:set>
                                    <p:animEffect transition="in" filter="wipe(left)">
                                      <p:cBhvr>
                                        <p:cTn id="97" dur="500"/>
                                        <p:tgtEl>
                                          <p:spTgt spid="156699"/>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156688"/>
                                        </p:tgtEl>
                                        <p:attrNameLst>
                                          <p:attrName>style.visibility</p:attrName>
                                        </p:attrNameLst>
                                      </p:cBhvr>
                                      <p:to>
                                        <p:strVal val="visible"/>
                                      </p:to>
                                    </p:set>
                                    <p:animEffect transition="in" filter="wipe(left)">
                                      <p:cBhvr>
                                        <p:cTn id="102" dur="500"/>
                                        <p:tgtEl>
                                          <p:spTgt spid="156688"/>
                                        </p:tgtEl>
                                      </p:cBhvr>
                                    </p:animEffect>
                                  </p:childTnLst>
                                </p:cTn>
                              </p:par>
                            </p:childTnLst>
                          </p:cTn>
                        </p:par>
                        <p:par>
                          <p:cTn id="103" fill="hold">
                            <p:stCondLst>
                              <p:cond delay="500"/>
                            </p:stCondLst>
                            <p:childTnLst>
                              <p:par>
                                <p:cTn id="104" presetID="22" presetClass="entr" presetSubtype="8" fill="hold" grpId="0" nodeType="afterEffect">
                                  <p:stCondLst>
                                    <p:cond delay="0"/>
                                  </p:stCondLst>
                                  <p:childTnLst>
                                    <p:set>
                                      <p:cBhvr>
                                        <p:cTn id="105" dur="1" fill="hold">
                                          <p:stCondLst>
                                            <p:cond delay="0"/>
                                          </p:stCondLst>
                                        </p:cTn>
                                        <p:tgtEl>
                                          <p:spTgt spid="156693"/>
                                        </p:tgtEl>
                                        <p:attrNameLst>
                                          <p:attrName>style.visibility</p:attrName>
                                        </p:attrNameLst>
                                      </p:cBhvr>
                                      <p:to>
                                        <p:strVal val="visible"/>
                                      </p:to>
                                    </p:set>
                                    <p:animEffect transition="in" filter="wipe(left)">
                                      <p:cBhvr>
                                        <p:cTn id="106" dur="500"/>
                                        <p:tgtEl>
                                          <p:spTgt spid="156693"/>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156690"/>
                                        </p:tgtEl>
                                        <p:attrNameLst>
                                          <p:attrName>style.visibility</p:attrName>
                                        </p:attrNameLst>
                                      </p:cBhvr>
                                      <p:to>
                                        <p:strVal val="visible"/>
                                      </p:to>
                                    </p:set>
                                    <p:animEffect transition="in" filter="wipe(left)">
                                      <p:cBhvr>
                                        <p:cTn id="111" dur="500"/>
                                        <p:tgtEl>
                                          <p:spTgt spid="156690"/>
                                        </p:tgtEl>
                                      </p:cBhvr>
                                    </p:animEffect>
                                  </p:childTnLst>
                                </p:cTn>
                              </p:par>
                            </p:childTnLst>
                          </p:cTn>
                        </p:par>
                        <p:par>
                          <p:cTn id="112" fill="hold">
                            <p:stCondLst>
                              <p:cond delay="500"/>
                            </p:stCondLst>
                            <p:childTnLst>
                              <p:par>
                                <p:cTn id="113" presetID="22" presetClass="entr" presetSubtype="8" fill="hold" nodeType="afterEffect">
                                  <p:stCondLst>
                                    <p:cond delay="0"/>
                                  </p:stCondLst>
                                  <p:childTnLst>
                                    <p:set>
                                      <p:cBhvr>
                                        <p:cTn id="114" dur="1" fill="hold">
                                          <p:stCondLst>
                                            <p:cond delay="0"/>
                                          </p:stCondLst>
                                        </p:cTn>
                                        <p:tgtEl>
                                          <p:spTgt spid="156694"/>
                                        </p:tgtEl>
                                        <p:attrNameLst>
                                          <p:attrName>style.visibility</p:attrName>
                                        </p:attrNameLst>
                                      </p:cBhvr>
                                      <p:to>
                                        <p:strVal val="visible"/>
                                      </p:to>
                                    </p:set>
                                    <p:animEffect transition="in" filter="wipe(left)">
                                      <p:cBhvr>
                                        <p:cTn id="115" dur="500"/>
                                        <p:tgtEl>
                                          <p:spTgt spid="156694"/>
                                        </p:tgtEl>
                                      </p:cBhvr>
                                    </p:animEffect>
                                  </p:childTnLst>
                                </p:cTn>
                              </p:par>
                            </p:childTnLst>
                          </p:cTn>
                        </p:par>
                      </p:childTnLst>
                    </p:cTn>
                  </p:par>
                  <p:par>
                    <p:cTn id="116" fill="hold">
                      <p:stCondLst>
                        <p:cond delay="indefinite"/>
                      </p:stCondLst>
                      <p:childTnLst>
                        <p:par>
                          <p:cTn id="117" fill="hold">
                            <p:stCondLst>
                              <p:cond delay="0"/>
                            </p:stCondLst>
                            <p:childTnLst>
                              <p:par>
                                <p:cTn id="118" presetID="9" presetClass="entr" presetSubtype="0" fill="hold" grpId="0" nodeType="clickEffect">
                                  <p:stCondLst>
                                    <p:cond delay="0"/>
                                  </p:stCondLst>
                                  <p:childTnLst>
                                    <p:set>
                                      <p:cBhvr>
                                        <p:cTn id="119" dur="1" fill="hold">
                                          <p:stCondLst>
                                            <p:cond delay="0"/>
                                          </p:stCondLst>
                                        </p:cTn>
                                        <p:tgtEl>
                                          <p:spTgt spid="156703"/>
                                        </p:tgtEl>
                                        <p:attrNameLst>
                                          <p:attrName>style.visibility</p:attrName>
                                        </p:attrNameLst>
                                      </p:cBhvr>
                                      <p:to>
                                        <p:strVal val="visible"/>
                                      </p:to>
                                    </p:set>
                                    <p:animEffect transition="in" filter="dissolve">
                                      <p:cBhvr>
                                        <p:cTn id="120" dur="1000"/>
                                        <p:tgtEl>
                                          <p:spTgt spid="156703"/>
                                        </p:tgtEl>
                                      </p:cBhvr>
                                    </p:animEffect>
                                  </p:childTnLst>
                                </p:cTn>
                              </p:par>
                            </p:childTnLst>
                          </p:cTn>
                        </p:par>
                        <p:par>
                          <p:cTn id="121" fill="hold">
                            <p:stCondLst>
                              <p:cond delay="1000"/>
                            </p:stCondLst>
                            <p:childTnLst>
                              <p:par>
                                <p:cTn id="122" presetID="22" presetClass="entr" presetSubtype="8" fill="hold" grpId="0" nodeType="afterEffect">
                                  <p:stCondLst>
                                    <p:cond delay="0"/>
                                  </p:stCondLst>
                                  <p:childTnLst>
                                    <p:set>
                                      <p:cBhvr>
                                        <p:cTn id="123" dur="1" fill="hold">
                                          <p:stCondLst>
                                            <p:cond delay="0"/>
                                          </p:stCondLst>
                                        </p:cTn>
                                        <p:tgtEl>
                                          <p:spTgt spid="156695"/>
                                        </p:tgtEl>
                                        <p:attrNameLst>
                                          <p:attrName>style.visibility</p:attrName>
                                        </p:attrNameLst>
                                      </p:cBhvr>
                                      <p:to>
                                        <p:strVal val="visible"/>
                                      </p:to>
                                    </p:set>
                                    <p:animEffect transition="in" filter="wipe(left)">
                                      <p:cBhvr>
                                        <p:cTn id="124" dur="500"/>
                                        <p:tgtEl>
                                          <p:spTgt spid="156695"/>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8" fill="hold" grpId="0" nodeType="clickEffect">
                                  <p:stCondLst>
                                    <p:cond delay="0"/>
                                  </p:stCondLst>
                                  <p:childTnLst>
                                    <p:set>
                                      <p:cBhvr>
                                        <p:cTn id="128" dur="1" fill="hold">
                                          <p:stCondLst>
                                            <p:cond delay="0"/>
                                          </p:stCondLst>
                                        </p:cTn>
                                        <p:tgtEl>
                                          <p:spTgt spid="156696"/>
                                        </p:tgtEl>
                                        <p:attrNameLst>
                                          <p:attrName>style.visibility</p:attrName>
                                        </p:attrNameLst>
                                      </p:cBhvr>
                                      <p:to>
                                        <p:strVal val="visible"/>
                                      </p:to>
                                    </p:set>
                                    <p:animEffect transition="in" filter="wipe(left)">
                                      <p:cBhvr>
                                        <p:cTn id="129" dur="500"/>
                                        <p:tgtEl>
                                          <p:spTgt spid="156696"/>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grpId="0" nodeType="clickEffect">
                                  <p:stCondLst>
                                    <p:cond delay="0"/>
                                  </p:stCondLst>
                                  <p:childTnLst>
                                    <p:set>
                                      <p:cBhvr>
                                        <p:cTn id="133" dur="1" fill="hold">
                                          <p:stCondLst>
                                            <p:cond delay="0"/>
                                          </p:stCondLst>
                                        </p:cTn>
                                        <p:tgtEl>
                                          <p:spTgt spid="156697"/>
                                        </p:tgtEl>
                                        <p:attrNameLst>
                                          <p:attrName>style.visibility</p:attrName>
                                        </p:attrNameLst>
                                      </p:cBhvr>
                                      <p:to>
                                        <p:strVal val="visible"/>
                                      </p:to>
                                    </p:set>
                                    <p:animEffect transition="in" filter="wipe(left)">
                                      <p:cBhvr>
                                        <p:cTn id="134" dur="500"/>
                                        <p:tgtEl>
                                          <p:spTgt spid="156697"/>
                                        </p:tgtEl>
                                      </p:cBhvr>
                                    </p:animEffect>
                                  </p:childTnLst>
                                </p:cTn>
                              </p:par>
                            </p:childTnLst>
                          </p:cTn>
                        </p:par>
                      </p:childTnLst>
                    </p:cTn>
                  </p:par>
                  <p:par>
                    <p:cTn id="135" fill="hold">
                      <p:stCondLst>
                        <p:cond delay="indefinite"/>
                      </p:stCondLst>
                      <p:childTnLst>
                        <p:par>
                          <p:cTn id="136" fill="hold">
                            <p:stCondLst>
                              <p:cond delay="0"/>
                            </p:stCondLst>
                            <p:childTnLst>
                              <p:par>
                                <p:cTn id="137" presetID="23" presetClass="entr" presetSubtype="16" fill="hold" nodeType="clickEffect">
                                  <p:stCondLst>
                                    <p:cond delay="0"/>
                                  </p:stCondLst>
                                  <p:childTnLst>
                                    <p:set>
                                      <p:cBhvr>
                                        <p:cTn id="138" dur="1" fill="hold">
                                          <p:stCondLst>
                                            <p:cond delay="0"/>
                                          </p:stCondLst>
                                        </p:cTn>
                                        <p:tgtEl>
                                          <p:spTgt spid="156698"/>
                                        </p:tgtEl>
                                        <p:attrNameLst>
                                          <p:attrName>style.visibility</p:attrName>
                                        </p:attrNameLst>
                                      </p:cBhvr>
                                      <p:to>
                                        <p:strVal val="visible"/>
                                      </p:to>
                                    </p:set>
                                    <p:anim calcmode="lin" valueType="num">
                                      <p:cBhvr>
                                        <p:cTn id="139" dur="500" fill="hold"/>
                                        <p:tgtEl>
                                          <p:spTgt spid="156698"/>
                                        </p:tgtEl>
                                        <p:attrNameLst>
                                          <p:attrName>ppt_w</p:attrName>
                                        </p:attrNameLst>
                                      </p:cBhvr>
                                      <p:tavLst>
                                        <p:tav tm="0">
                                          <p:val>
                                            <p:fltVal val="0"/>
                                          </p:val>
                                        </p:tav>
                                        <p:tav tm="100000">
                                          <p:val>
                                            <p:strVal val="#ppt_w"/>
                                          </p:val>
                                        </p:tav>
                                      </p:tavLst>
                                    </p:anim>
                                    <p:anim calcmode="lin" valueType="num">
                                      <p:cBhvr>
                                        <p:cTn id="140" dur="500" fill="hold"/>
                                        <p:tgtEl>
                                          <p:spTgt spid="15669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4" grpId="0" autoUpdateAnimBg="0"/>
      <p:bldP spid="156675" grpId="0" autoUpdateAnimBg="0"/>
      <p:bldP spid="156676" grpId="0" autoUpdateAnimBg="0"/>
      <p:bldP spid="156679" grpId="0" animBg="1"/>
      <p:bldP spid="156680" grpId="0" animBg="1"/>
      <p:bldP spid="156681" grpId="0" animBg="1"/>
      <p:bldP spid="156682" grpId="0" autoUpdateAnimBg="0"/>
      <p:bldP spid="156684" grpId="0" animBg="1"/>
      <p:bldP spid="156685" grpId="0" autoUpdateAnimBg="0"/>
      <p:bldP spid="156687" grpId="0" animBg="1"/>
      <p:bldP spid="156688" grpId="0" animBg="1"/>
      <p:bldP spid="156689" grpId="0" animBg="1"/>
      <p:bldP spid="156690" grpId="0" animBg="1"/>
      <p:bldP spid="156691" grpId="0" autoUpdateAnimBg="0"/>
      <p:bldP spid="156692" grpId="0" autoUpdateAnimBg="0"/>
      <p:bldP spid="156693" grpId="0" autoUpdateAnimBg="0"/>
      <p:bldP spid="156695" grpId="0" autoUpdateAnimBg="0"/>
      <p:bldP spid="156696" grpId="0" autoUpdateAnimBg="0"/>
      <p:bldP spid="156697" grpId="0" autoUpdateAnimBg="0"/>
      <p:bldP spid="15670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468313" y="1196975"/>
            <a:ext cx="1606550" cy="457200"/>
          </a:xfrm>
          <a:prstGeom prst="rect">
            <a:avLst/>
          </a:prstGeom>
          <a:noFill/>
          <a:ln w="9525">
            <a:noFill/>
            <a:miter lim="800000"/>
            <a:headEnd/>
            <a:tailEnd/>
          </a:ln>
        </p:spPr>
        <p:txBody>
          <a:bodyPr>
            <a:spAutoFit/>
          </a:bodyPr>
          <a:lstStyle/>
          <a:p>
            <a:r>
              <a:rPr kumimoji="1" lang="zh-CN" altLang="en-US" sz="2400">
                <a:solidFill>
                  <a:srgbClr val="FF6600"/>
                </a:solidFill>
                <a:latin typeface="宋体" pitchFamily="2" charset="-122"/>
              </a:rPr>
              <a:t>瞬时速度</a:t>
            </a:r>
            <a:endParaRPr kumimoji="1" lang="zh-CN" altLang="en-US" sz="2400">
              <a:solidFill>
                <a:srgbClr val="FF6600"/>
              </a:solidFill>
              <a:latin typeface="仿宋_GB2312" pitchFamily="49" charset="-122"/>
              <a:ea typeface="仿宋_GB2312" pitchFamily="49" charset="-122"/>
            </a:endParaRPr>
          </a:p>
        </p:txBody>
      </p:sp>
      <p:graphicFrame>
        <p:nvGraphicFramePr>
          <p:cNvPr id="48131" name="Object 3"/>
          <p:cNvGraphicFramePr>
            <a:graphicFrameLocks noChangeAspect="1"/>
          </p:cNvGraphicFramePr>
          <p:nvPr/>
        </p:nvGraphicFramePr>
        <p:xfrm>
          <a:off x="2411413" y="981075"/>
          <a:ext cx="3502025" cy="777875"/>
        </p:xfrm>
        <a:graphic>
          <a:graphicData uri="http://schemas.openxmlformats.org/presentationml/2006/ole">
            <p:oleObj spid="_x0000_s8194" name="公式" r:id="rId3" imgW="3492360" imgH="774360" progId="Equation.3">
              <p:embed/>
            </p:oleObj>
          </a:graphicData>
        </a:graphic>
      </p:graphicFrame>
      <p:graphicFrame>
        <p:nvGraphicFramePr>
          <p:cNvPr id="48132" name="Object 4"/>
          <p:cNvGraphicFramePr>
            <a:graphicFrameLocks noChangeAspect="1"/>
          </p:cNvGraphicFramePr>
          <p:nvPr/>
        </p:nvGraphicFramePr>
        <p:xfrm>
          <a:off x="1763713" y="2636838"/>
          <a:ext cx="6083300" cy="979487"/>
        </p:xfrm>
        <a:graphic>
          <a:graphicData uri="http://schemas.openxmlformats.org/presentationml/2006/ole">
            <p:oleObj spid="_x0000_s8195" name="Equation" r:id="rId4" imgW="2730240" imgH="406080" progId="Equation.DSMT4">
              <p:embed/>
            </p:oleObj>
          </a:graphicData>
        </a:graphic>
      </p:graphicFrame>
      <p:graphicFrame>
        <p:nvGraphicFramePr>
          <p:cNvPr id="48133" name="Object 5"/>
          <p:cNvGraphicFramePr>
            <a:graphicFrameLocks noChangeAspect="1"/>
          </p:cNvGraphicFramePr>
          <p:nvPr/>
        </p:nvGraphicFramePr>
        <p:xfrm>
          <a:off x="3348038" y="4005263"/>
          <a:ext cx="3167062" cy="649287"/>
        </p:xfrm>
        <a:graphic>
          <a:graphicData uri="http://schemas.openxmlformats.org/presentationml/2006/ole">
            <p:oleObj spid="_x0000_s8196" name="公式" r:id="rId5" imgW="2476440" imgH="507960" progId="Equation.3">
              <p:embed/>
            </p:oleObj>
          </a:graphicData>
        </a:graphic>
      </p:graphicFrame>
      <p:sp>
        <p:nvSpPr>
          <p:cNvPr id="48134" name="Text Box 6"/>
          <p:cNvSpPr txBox="1">
            <a:spLocks noChangeArrowheads="1"/>
          </p:cNvSpPr>
          <p:nvPr/>
        </p:nvSpPr>
        <p:spPr bwMode="auto">
          <a:xfrm>
            <a:off x="468313" y="3933825"/>
            <a:ext cx="2025650" cy="457200"/>
          </a:xfrm>
          <a:prstGeom prst="rect">
            <a:avLst/>
          </a:prstGeom>
          <a:noFill/>
          <a:ln w="9525">
            <a:noFill/>
            <a:miter lim="800000"/>
            <a:headEnd/>
            <a:tailEnd/>
          </a:ln>
        </p:spPr>
        <p:txBody>
          <a:bodyPr wrap="none">
            <a:spAutoFit/>
          </a:bodyPr>
          <a:lstStyle/>
          <a:p>
            <a:pPr algn="ctr"/>
            <a:r>
              <a:rPr kumimoji="1" lang="zh-CN" altLang="en-US" sz="2400">
                <a:solidFill>
                  <a:schemeClr val="tx2"/>
                </a:solidFill>
                <a:latin typeface="Times New Roman" pitchFamily="18" charset="0"/>
              </a:rPr>
              <a:t>速度的大小为</a:t>
            </a:r>
          </a:p>
        </p:txBody>
      </p:sp>
      <p:sp>
        <p:nvSpPr>
          <p:cNvPr id="48135" name="Text Box 7"/>
          <p:cNvSpPr txBox="1">
            <a:spLocks noChangeArrowheads="1"/>
          </p:cNvSpPr>
          <p:nvPr/>
        </p:nvSpPr>
        <p:spPr bwMode="auto">
          <a:xfrm>
            <a:off x="611188" y="2781300"/>
            <a:ext cx="1081087" cy="457200"/>
          </a:xfrm>
          <a:prstGeom prst="rect">
            <a:avLst/>
          </a:prstGeom>
          <a:noFill/>
          <a:ln w="9525">
            <a:noFill/>
            <a:miter lim="800000"/>
            <a:headEnd/>
            <a:tailEnd/>
          </a:ln>
        </p:spPr>
        <p:txBody>
          <a:bodyPr>
            <a:spAutoFit/>
          </a:bodyPr>
          <a:lstStyle/>
          <a:p>
            <a:pPr algn="ctr"/>
            <a:r>
              <a:rPr kumimoji="1" lang="zh-CN" altLang="en-US" sz="2400">
                <a:solidFill>
                  <a:schemeClr val="tx2"/>
                </a:solidFill>
                <a:latin typeface="Times New Roman" pitchFamily="18" charset="0"/>
              </a:rPr>
              <a:t>其中</a:t>
            </a:r>
          </a:p>
        </p:txBody>
      </p:sp>
      <p:graphicFrame>
        <p:nvGraphicFramePr>
          <p:cNvPr id="48136" name="Object 8"/>
          <p:cNvGraphicFramePr>
            <a:graphicFrameLocks noChangeAspect="1"/>
          </p:cNvGraphicFramePr>
          <p:nvPr/>
        </p:nvGraphicFramePr>
        <p:xfrm>
          <a:off x="2411413" y="1989138"/>
          <a:ext cx="3240087" cy="628650"/>
        </p:xfrm>
        <a:graphic>
          <a:graphicData uri="http://schemas.openxmlformats.org/presentationml/2006/ole">
            <p:oleObj spid="_x0000_s8197" name="公式" r:id="rId6" imgW="2514600" imgH="482400" progId="Equation.3">
              <p:embed/>
            </p:oleObj>
          </a:graphicData>
        </a:graphic>
      </p:graphicFrame>
      <p:graphicFrame>
        <p:nvGraphicFramePr>
          <p:cNvPr id="48140" name="Object 12"/>
          <p:cNvGraphicFramePr>
            <a:graphicFrameLocks noChangeAspect="1"/>
          </p:cNvGraphicFramePr>
          <p:nvPr/>
        </p:nvGraphicFramePr>
        <p:xfrm>
          <a:off x="1444625" y="5500688"/>
          <a:ext cx="492125" cy="757237"/>
        </p:xfrm>
        <a:graphic>
          <a:graphicData uri="http://schemas.openxmlformats.org/presentationml/2006/ole">
            <p:oleObj spid="_x0000_s8198" name="公式" r:id="rId7" imgW="304560" imgH="609480" progId="Equation.3">
              <p:embed/>
            </p:oleObj>
          </a:graphicData>
        </a:graphic>
      </p:graphicFrame>
      <p:graphicFrame>
        <p:nvGraphicFramePr>
          <p:cNvPr id="48141" name="Object 13"/>
          <p:cNvGraphicFramePr>
            <a:graphicFrameLocks noChangeAspect="1"/>
          </p:cNvGraphicFramePr>
          <p:nvPr/>
        </p:nvGraphicFramePr>
        <p:xfrm>
          <a:off x="3232150" y="5500688"/>
          <a:ext cx="512763" cy="757237"/>
        </p:xfrm>
        <a:graphic>
          <a:graphicData uri="http://schemas.openxmlformats.org/presentationml/2006/ole">
            <p:oleObj spid="_x0000_s8199" name="公式" r:id="rId8" imgW="317160" imgH="609480" progId="Equation.3">
              <p:embed/>
            </p:oleObj>
          </a:graphicData>
        </a:graphic>
      </p:graphicFrame>
      <p:sp>
        <p:nvSpPr>
          <p:cNvPr id="48142" name="Text Box 14"/>
          <p:cNvSpPr txBox="1">
            <a:spLocks noChangeArrowheads="1"/>
          </p:cNvSpPr>
          <p:nvPr/>
        </p:nvSpPr>
        <p:spPr bwMode="auto">
          <a:xfrm>
            <a:off x="500063" y="5753100"/>
            <a:ext cx="1371600" cy="457200"/>
          </a:xfrm>
          <a:prstGeom prst="rect">
            <a:avLst/>
          </a:prstGeom>
          <a:noFill/>
          <a:ln w="9525">
            <a:noFill/>
            <a:miter lim="800000"/>
            <a:headEnd/>
            <a:tailEnd/>
          </a:ln>
        </p:spPr>
        <p:txBody>
          <a:bodyPr>
            <a:spAutoFit/>
          </a:bodyPr>
          <a:lstStyle/>
          <a:p>
            <a:pPr>
              <a:spcBef>
                <a:spcPct val="50000"/>
              </a:spcBef>
            </a:pPr>
            <a:r>
              <a:rPr kumimoji="1" lang="zh-CN" altLang="en-US" sz="2400">
                <a:solidFill>
                  <a:srgbClr val="1C1C1C"/>
                </a:solidFill>
                <a:latin typeface="Times New Roman" pitchFamily="18" charset="0"/>
              </a:rPr>
              <a:t>（</a:t>
            </a:r>
            <a:r>
              <a:rPr kumimoji="1" lang="en-US" altLang="zh-CN" sz="2400">
                <a:solidFill>
                  <a:srgbClr val="CC0000"/>
                </a:solidFill>
                <a:latin typeface="Times New Roman" pitchFamily="18" charset="0"/>
              </a:rPr>
              <a:t>A</a:t>
            </a:r>
            <a:r>
              <a:rPr kumimoji="1" lang="zh-CN" altLang="en-US" sz="2400">
                <a:solidFill>
                  <a:srgbClr val="1C1C1C"/>
                </a:solidFill>
                <a:latin typeface="Times New Roman" pitchFamily="18" charset="0"/>
              </a:rPr>
              <a:t>）</a:t>
            </a:r>
          </a:p>
        </p:txBody>
      </p:sp>
      <p:sp>
        <p:nvSpPr>
          <p:cNvPr id="48143" name="Rectangle 15"/>
          <p:cNvSpPr>
            <a:spLocks noChangeArrowheads="1"/>
          </p:cNvSpPr>
          <p:nvPr/>
        </p:nvSpPr>
        <p:spPr bwMode="auto">
          <a:xfrm>
            <a:off x="2165350" y="5753100"/>
            <a:ext cx="1000125" cy="457200"/>
          </a:xfrm>
          <a:prstGeom prst="rect">
            <a:avLst/>
          </a:prstGeom>
          <a:noFill/>
          <a:ln w="9525">
            <a:noFill/>
            <a:miter lim="800000"/>
            <a:headEnd/>
            <a:tailEnd/>
          </a:ln>
        </p:spPr>
        <p:txBody>
          <a:bodyPr wrap="none">
            <a:spAutoFit/>
          </a:bodyPr>
          <a:lstStyle/>
          <a:p>
            <a:pPr>
              <a:spcBef>
                <a:spcPct val="50000"/>
              </a:spcBef>
            </a:pPr>
            <a:r>
              <a:rPr kumimoji="1" lang="zh-CN" altLang="en-US" sz="2400">
                <a:solidFill>
                  <a:srgbClr val="1C1C1C"/>
                </a:solidFill>
                <a:latin typeface="Times New Roman" pitchFamily="18" charset="0"/>
              </a:rPr>
              <a:t>（</a:t>
            </a:r>
            <a:r>
              <a:rPr kumimoji="1" lang="en-US" altLang="zh-CN" sz="2400">
                <a:solidFill>
                  <a:srgbClr val="CC0000"/>
                </a:solidFill>
                <a:latin typeface="Times New Roman" pitchFamily="18" charset="0"/>
              </a:rPr>
              <a:t>B</a:t>
            </a:r>
            <a:r>
              <a:rPr kumimoji="1" lang="zh-CN" altLang="en-US" sz="2400">
                <a:solidFill>
                  <a:srgbClr val="1C1C1C"/>
                </a:solidFill>
                <a:latin typeface="Times New Roman" pitchFamily="18" charset="0"/>
              </a:rPr>
              <a:t>）</a:t>
            </a:r>
          </a:p>
        </p:txBody>
      </p:sp>
      <p:graphicFrame>
        <p:nvGraphicFramePr>
          <p:cNvPr id="48144" name="Object 16"/>
          <p:cNvGraphicFramePr>
            <a:graphicFrameLocks noChangeAspect="1"/>
          </p:cNvGraphicFramePr>
          <p:nvPr/>
        </p:nvGraphicFramePr>
        <p:xfrm>
          <a:off x="4867275" y="5627688"/>
          <a:ext cx="673100" cy="688975"/>
        </p:xfrm>
        <a:graphic>
          <a:graphicData uri="http://schemas.openxmlformats.org/presentationml/2006/ole">
            <p:oleObj spid="_x0000_s8200" name="公式" r:id="rId9" imgW="393480" imgH="634680" progId="Equation.3">
              <p:embed/>
            </p:oleObj>
          </a:graphicData>
        </a:graphic>
      </p:graphicFrame>
      <p:graphicFrame>
        <p:nvGraphicFramePr>
          <p:cNvPr id="48145" name="Object 17"/>
          <p:cNvGraphicFramePr>
            <a:graphicFrameLocks noChangeAspect="1"/>
          </p:cNvGraphicFramePr>
          <p:nvPr/>
        </p:nvGraphicFramePr>
        <p:xfrm>
          <a:off x="6575425" y="5597525"/>
          <a:ext cx="2135188" cy="668338"/>
        </p:xfrm>
        <a:graphic>
          <a:graphicData uri="http://schemas.openxmlformats.org/presentationml/2006/ole">
            <p:oleObj spid="_x0000_s8201" name="Equation" r:id="rId10" imgW="1600200" imgH="660240" progId="Equation.3">
              <p:embed/>
            </p:oleObj>
          </a:graphicData>
        </a:graphic>
      </p:graphicFrame>
      <p:sp>
        <p:nvSpPr>
          <p:cNvPr id="48146" name="Rectangle 18"/>
          <p:cNvSpPr>
            <a:spLocks noChangeArrowheads="1"/>
          </p:cNvSpPr>
          <p:nvPr/>
        </p:nvSpPr>
        <p:spPr bwMode="auto">
          <a:xfrm>
            <a:off x="3965575" y="5718175"/>
            <a:ext cx="1017588" cy="457200"/>
          </a:xfrm>
          <a:prstGeom prst="rect">
            <a:avLst/>
          </a:prstGeom>
          <a:noFill/>
          <a:ln w="9525">
            <a:noFill/>
            <a:miter lim="800000"/>
            <a:headEnd/>
            <a:tailEnd/>
          </a:ln>
        </p:spPr>
        <p:txBody>
          <a:bodyPr wrap="none">
            <a:spAutoFit/>
          </a:bodyPr>
          <a:lstStyle/>
          <a:p>
            <a:pPr>
              <a:spcBef>
                <a:spcPct val="50000"/>
              </a:spcBef>
            </a:pPr>
            <a:r>
              <a:rPr kumimoji="1" lang="zh-CN" altLang="en-US" sz="2400">
                <a:solidFill>
                  <a:srgbClr val="1C1C1C"/>
                </a:solidFill>
                <a:latin typeface="Times New Roman" pitchFamily="18" charset="0"/>
              </a:rPr>
              <a:t>（</a:t>
            </a:r>
            <a:r>
              <a:rPr kumimoji="1" lang="en-US" altLang="zh-CN" sz="2400">
                <a:solidFill>
                  <a:srgbClr val="CC0000"/>
                </a:solidFill>
                <a:latin typeface="Times New Roman" pitchFamily="18" charset="0"/>
              </a:rPr>
              <a:t>C</a:t>
            </a:r>
            <a:r>
              <a:rPr kumimoji="1" lang="zh-CN" altLang="en-US" sz="2400">
                <a:solidFill>
                  <a:srgbClr val="1C1C1C"/>
                </a:solidFill>
                <a:latin typeface="Times New Roman" pitchFamily="18" charset="0"/>
              </a:rPr>
              <a:t>）</a:t>
            </a:r>
          </a:p>
        </p:txBody>
      </p:sp>
      <p:sp>
        <p:nvSpPr>
          <p:cNvPr id="48147" name="Rectangle 19"/>
          <p:cNvSpPr>
            <a:spLocks noChangeArrowheads="1"/>
          </p:cNvSpPr>
          <p:nvPr/>
        </p:nvSpPr>
        <p:spPr bwMode="auto">
          <a:xfrm>
            <a:off x="5719763" y="5681663"/>
            <a:ext cx="1025525" cy="457200"/>
          </a:xfrm>
          <a:prstGeom prst="rect">
            <a:avLst/>
          </a:prstGeom>
          <a:noFill/>
          <a:ln w="9525">
            <a:noFill/>
            <a:miter lim="800000"/>
            <a:headEnd/>
            <a:tailEnd/>
          </a:ln>
        </p:spPr>
        <p:txBody>
          <a:bodyPr>
            <a:spAutoFit/>
          </a:bodyPr>
          <a:lstStyle/>
          <a:p>
            <a:pPr>
              <a:spcBef>
                <a:spcPct val="50000"/>
              </a:spcBef>
            </a:pPr>
            <a:r>
              <a:rPr kumimoji="1" lang="zh-CN" altLang="en-US" sz="2400">
                <a:solidFill>
                  <a:srgbClr val="1C1C1C"/>
                </a:solidFill>
                <a:latin typeface="Times New Roman" pitchFamily="18" charset="0"/>
              </a:rPr>
              <a:t>（</a:t>
            </a:r>
            <a:r>
              <a:rPr kumimoji="1" lang="en-US" altLang="zh-CN" sz="2400">
                <a:solidFill>
                  <a:srgbClr val="CC0000"/>
                </a:solidFill>
                <a:latin typeface="Times New Roman" pitchFamily="18" charset="0"/>
              </a:rPr>
              <a:t>D</a:t>
            </a:r>
            <a:r>
              <a:rPr kumimoji="1" lang="zh-CN" altLang="en-US" sz="2400">
                <a:solidFill>
                  <a:srgbClr val="1C1C1C"/>
                </a:solidFill>
                <a:latin typeface="Times New Roman" pitchFamily="18" charset="0"/>
              </a:rPr>
              <a:t>）</a:t>
            </a:r>
          </a:p>
        </p:txBody>
      </p:sp>
      <p:sp>
        <p:nvSpPr>
          <p:cNvPr id="48148" name="AutoShape 20"/>
          <p:cNvSpPr>
            <a:spLocks noChangeArrowheads="1"/>
          </p:cNvSpPr>
          <p:nvPr/>
        </p:nvSpPr>
        <p:spPr bwMode="auto">
          <a:xfrm>
            <a:off x="6080125" y="5995988"/>
            <a:ext cx="381000" cy="381000"/>
          </a:xfrm>
          <a:prstGeom prst="star5">
            <a:avLst/>
          </a:prstGeom>
          <a:solidFill>
            <a:srgbClr val="FF3300"/>
          </a:solidFill>
          <a:ln w="9525">
            <a:solidFill>
              <a:srgbClr val="FF3300"/>
            </a:solidFill>
            <a:miter lim="800000"/>
            <a:headEnd/>
            <a:tailEnd/>
          </a:ln>
          <a:effectLst/>
        </p:spPr>
        <p:txBody>
          <a:bodyPr wrap="none" anchor="ctr"/>
          <a:lstStyle/>
          <a:p>
            <a:pPr>
              <a:defRPr/>
            </a:pPr>
            <a:endParaRPr lang="zh-CN" altLang="en-US"/>
          </a:p>
        </p:txBody>
      </p:sp>
      <p:sp>
        <p:nvSpPr>
          <p:cNvPr id="8211" name="Text Box 21"/>
          <p:cNvSpPr txBox="1">
            <a:spLocks noChangeArrowheads="1"/>
          </p:cNvSpPr>
          <p:nvPr/>
        </p:nvSpPr>
        <p:spPr bwMode="auto">
          <a:xfrm>
            <a:off x="179388" y="404813"/>
            <a:ext cx="3513137" cy="457200"/>
          </a:xfrm>
          <a:prstGeom prst="rect">
            <a:avLst/>
          </a:prstGeom>
          <a:noFill/>
          <a:ln w="9525" algn="ctr">
            <a:noFill/>
            <a:miter lim="800000"/>
            <a:headEnd/>
            <a:tailEnd/>
          </a:ln>
        </p:spPr>
        <p:txBody>
          <a:bodyPr>
            <a:spAutoFit/>
          </a:bodyPr>
          <a:lstStyle/>
          <a:p>
            <a:pPr>
              <a:spcBef>
                <a:spcPct val="50000"/>
              </a:spcBef>
            </a:pPr>
            <a:r>
              <a:rPr kumimoji="1" lang="zh-CN" altLang="en-US" sz="2400">
                <a:solidFill>
                  <a:srgbClr val="FF6600"/>
                </a:solidFill>
                <a:latin typeface="Times New Roman" pitchFamily="18" charset="0"/>
              </a:rPr>
              <a:t>在三维直角坐标系中</a:t>
            </a:r>
          </a:p>
        </p:txBody>
      </p:sp>
      <p:grpSp>
        <p:nvGrpSpPr>
          <p:cNvPr id="2" name="组合 25"/>
          <p:cNvGrpSpPr>
            <a:grpSpLocks/>
          </p:cNvGrpSpPr>
          <p:nvPr/>
        </p:nvGrpSpPr>
        <p:grpSpPr bwMode="auto">
          <a:xfrm>
            <a:off x="142875" y="4941888"/>
            <a:ext cx="9001125" cy="461962"/>
            <a:chOff x="395288" y="4941888"/>
            <a:chExt cx="8382000" cy="461665"/>
          </a:xfrm>
        </p:grpSpPr>
        <p:sp>
          <p:nvSpPr>
            <p:cNvPr id="8213" name="Text Box 10"/>
            <p:cNvSpPr txBox="1">
              <a:spLocks noChangeArrowheads="1"/>
            </p:cNvSpPr>
            <p:nvPr/>
          </p:nvSpPr>
          <p:spPr bwMode="auto">
            <a:xfrm>
              <a:off x="395288" y="4941888"/>
              <a:ext cx="8382000" cy="461665"/>
            </a:xfrm>
            <a:prstGeom prst="rect">
              <a:avLst/>
            </a:prstGeom>
            <a:noFill/>
            <a:ln w="9525">
              <a:noFill/>
              <a:miter lim="800000"/>
              <a:headEnd/>
              <a:tailEnd/>
            </a:ln>
          </p:spPr>
          <p:txBody>
            <a:bodyPr>
              <a:spAutoFit/>
            </a:bodyPr>
            <a:lstStyle/>
            <a:p>
              <a:pPr>
                <a:spcBef>
                  <a:spcPct val="50000"/>
                </a:spcBef>
              </a:pPr>
              <a:r>
                <a:rPr kumimoji="1" lang="zh-CN" altLang="en-US" sz="2400">
                  <a:solidFill>
                    <a:srgbClr val="FF0000"/>
                  </a:solidFill>
                  <a:latin typeface="Times New Roman" pitchFamily="18" charset="0"/>
                </a:rPr>
                <a:t>例 </a:t>
              </a:r>
              <a:r>
                <a:rPr kumimoji="1" lang="zh-CN" altLang="en-US" sz="2400">
                  <a:solidFill>
                    <a:schemeClr val="tx2"/>
                  </a:solidFill>
                  <a:latin typeface="Times New Roman" pitchFamily="18" charset="0"/>
                </a:rPr>
                <a:t>  一运动质点在某瞬时位于矢径           的端点处，其速度大小为</a:t>
              </a:r>
            </a:p>
          </p:txBody>
        </p:sp>
        <p:graphicFrame>
          <p:nvGraphicFramePr>
            <p:cNvPr id="8202" name="Object 10"/>
            <p:cNvGraphicFramePr>
              <a:graphicFrameLocks noChangeAspect="1"/>
            </p:cNvGraphicFramePr>
            <p:nvPr/>
          </p:nvGraphicFramePr>
          <p:xfrm>
            <a:off x="4717530" y="5000636"/>
            <a:ext cx="800109" cy="355604"/>
          </p:xfrm>
          <a:graphic>
            <a:graphicData uri="http://schemas.openxmlformats.org/presentationml/2006/ole">
              <p:oleObj spid="_x0000_s8202" name="公式" r:id="rId11" imgW="457200" imgH="203040" progId="Equation.3">
                <p:embed/>
              </p:oleObj>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130"/>
                                        </p:tgtEl>
                                        <p:attrNameLst>
                                          <p:attrName>style.visibility</p:attrName>
                                        </p:attrNameLst>
                                      </p:cBhvr>
                                      <p:to>
                                        <p:strVal val="visible"/>
                                      </p:to>
                                    </p:set>
                                    <p:animEffect transition="in" filter="wipe(left)">
                                      <p:cBhvr>
                                        <p:cTn id="7" dur="500"/>
                                        <p:tgtEl>
                                          <p:spTgt spid="48130"/>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48131"/>
                                        </p:tgtEl>
                                        <p:attrNameLst>
                                          <p:attrName>style.visibility</p:attrName>
                                        </p:attrNameLst>
                                      </p:cBhvr>
                                      <p:to>
                                        <p:strVal val="visible"/>
                                      </p:to>
                                    </p:set>
                                    <p:anim calcmode="lin" valueType="num">
                                      <p:cBhvr>
                                        <p:cTn id="12" dur="500" fill="hold"/>
                                        <p:tgtEl>
                                          <p:spTgt spid="48131"/>
                                        </p:tgtEl>
                                        <p:attrNameLst>
                                          <p:attrName>ppt_w</p:attrName>
                                        </p:attrNameLst>
                                      </p:cBhvr>
                                      <p:tavLst>
                                        <p:tav tm="0">
                                          <p:val>
                                            <p:fltVal val="0"/>
                                          </p:val>
                                        </p:tav>
                                        <p:tav tm="100000">
                                          <p:val>
                                            <p:strVal val="#ppt_w"/>
                                          </p:val>
                                        </p:tav>
                                      </p:tavLst>
                                    </p:anim>
                                    <p:anim calcmode="lin" valueType="num">
                                      <p:cBhvr>
                                        <p:cTn id="13" dur="500" fill="hold"/>
                                        <p:tgtEl>
                                          <p:spTgt spid="48131"/>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48136"/>
                                        </p:tgtEl>
                                        <p:attrNameLst>
                                          <p:attrName>style.visibility</p:attrName>
                                        </p:attrNameLst>
                                      </p:cBhvr>
                                      <p:to>
                                        <p:strVal val="visible"/>
                                      </p:to>
                                    </p:set>
                                    <p:anim calcmode="lin" valueType="num">
                                      <p:cBhvr>
                                        <p:cTn id="18" dur="500" fill="hold"/>
                                        <p:tgtEl>
                                          <p:spTgt spid="48136"/>
                                        </p:tgtEl>
                                        <p:attrNameLst>
                                          <p:attrName>ppt_w</p:attrName>
                                        </p:attrNameLst>
                                      </p:cBhvr>
                                      <p:tavLst>
                                        <p:tav tm="0">
                                          <p:val>
                                            <p:fltVal val="0"/>
                                          </p:val>
                                        </p:tav>
                                        <p:tav tm="100000">
                                          <p:val>
                                            <p:strVal val="#ppt_w"/>
                                          </p:val>
                                        </p:tav>
                                      </p:tavLst>
                                    </p:anim>
                                    <p:anim calcmode="lin" valueType="num">
                                      <p:cBhvr>
                                        <p:cTn id="19" dur="500" fill="hold"/>
                                        <p:tgtEl>
                                          <p:spTgt spid="48136"/>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48135"/>
                                        </p:tgtEl>
                                        <p:attrNameLst>
                                          <p:attrName>style.visibility</p:attrName>
                                        </p:attrNameLst>
                                      </p:cBhvr>
                                      <p:to>
                                        <p:strVal val="visible"/>
                                      </p:to>
                                    </p:set>
                                    <p:animEffect transition="in" filter="wipe(left)">
                                      <p:cBhvr>
                                        <p:cTn id="24" dur="1000"/>
                                        <p:tgtEl>
                                          <p:spTgt spid="48135"/>
                                        </p:tgtEl>
                                      </p:cBhvr>
                                    </p:animEffect>
                                  </p:childTnLst>
                                </p:cTn>
                              </p:par>
                            </p:childTnLst>
                          </p:cTn>
                        </p:par>
                        <p:par>
                          <p:cTn id="25" fill="hold">
                            <p:stCondLst>
                              <p:cond delay="1000"/>
                            </p:stCondLst>
                            <p:childTnLst>
                              <p:par>
                                <p:cTn id="26" presetID="23" presetClass="entr" presetSubtype="16" fill="hold" nodeType="afterEffect">
                                  <p:stCondLst>
                                    <p:cond delay="0"/>
                                  </p:stCondLst>
                                  <p:childTnLst>
                                    <p:set>
                                      <p:cBhvr>
                                        <p:cTn id="27" dur="1" fill="hold">
                                          <p:stCondLst>
                                            <p:cond delay="0"/>
                                          </p:stCondLst>
                                        </p:cTn>
                                        <p:tgtEl>
                                          <p:spTgt spid="48132"/>
                                        </p:tgtEl>
                                        <p:attrNameLst>
                                          <p:attrName>style.visibility</p:attrName>
                                        </p:attrNameLst>
                                      </p:cBhvr>
                                      <p:to>
                                        <p:strVal val="visible"/>
                                      </p:to>
                                    </p:set>
                                    <p:anim calcmode="lin" valueType="num">
                                      <p:cBhvr>
                                        <p:cTn id="28" dur="2000" fill="hold"/>
                                        <p:tgtEl>
                                          <p:spTgt spid="48132"/>
                                        </p:tgtEl>
                                        <p:attrNameLst>
                                          <p:attrName>ppt_w</p:attrName>
                                        </p:attrNameLst>
                                      </p:cBhvr>
                                      <p:tavLst>
                                        <p:tav tm="0">
                                          <p:val>
                                            <p:fltVal val="0"/>
                                          </p:val>
                                        </p:tav>
                                        <p:tav tm="100000">
                                          <p:val>
                                            <p:strVal val="#ppt_w"/>
                                          </p:val>
                                        </p:tav>
                                      </p:tavLst>
                                    </p:anim>
                                    <p:anim calcmode="lin" valueType="num">
                                      <p:cBhvr>
                                        <p:cTn id="29" dur="2000" fill="hold"/>
                                        <p:tgtEl>
                                          <p:spTgt spid="48132"/>
                                        </p:tgtEl>
                                        <p:attrNameLst>
                                          <p:attrName>ppt_h</p:attrName>
                                        </p:attrNameLst>
                                      </p:cBhvr>
                                      <p:tavLst>
                                        <p:tav tm="0">
                                          <p:val>
                                            <p:fltVal val="0"/>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48134"/>
                                        </p:tgtEl>
                                        <p:attrNameLst>
                                          <p:attrName>style.visibility</p:attrName>
                                        </p:attrNameLst>
                                      </p:cBhvr>
                                      <p:to>
                                        <p:strVal val="visible"/>
                                      </p:to>
                                    </p:set>
                                    <p:animEffect transition="in" filter="wipe(left)">
                                      <p:cBhvr>
                                        <p:cTn id="34" dur="500"/>
                                        <p:tgtEl>
                                          <p:spTgt spid="48134"/>
                                        </p:tgtEl>
                                      </p:cBhvr>
                                    </p:animEffect>
                                  </p:childTnLst>
                                </p:cTn>
                              </p:par>
                            </p:childTnLst>
                          </p:cTn>
                        </p:par>
                      </p:childTnLst>
                    </p:cTn>
                  </p:par>
                  <p:par>
                    <p:cTn id="35" fill="hold">
                      <p:stCondLst>
                        <p:cond delay="indefinite"/>
                      </p:stCondLst>
                      <p:childTnLst>
                        <p:par>
                          <p:cTn id="36" fill="hold">
                            <p:stCondLst>
                              <p:cond delay="0"/>
                            </p:stCondLst>
                            <p:childTnLst>
                              <p:par>
                                <p:cTn id="37" presetID="23" presetClass="entr" presetSubtype="16" fill="hold" nodeType="clickEffect">
                                  <p:stCondLst>
                                    <p:cond delay="0"/>
                                  </p:stCondLst>
                                  <p:childTnLst>
                                    <p:set>
                                      <p:cBhvr>
                                        <p:cTn id="38" dur="1" fill="hold">
                                          <p:stCondLst>
                                            <p:cond delay="0"/>
                                          </p:stCondLst>
                                        </p:cTn>
                                        <p:tgtEl>
                                          <p:spTgt spid="48133"/>
                                        </p:tgtEl>
                                        <p:attrNameLst>
                                          <p:attrName>style.visibility</p:attrName>
                                        </p:attrNameLst>
                                      </p:cBhvr>
                                      <p:to>
                                        <p:strVal val="visible"/>
                                      </p:to>
                                    </p:set>
                                    <p:anim calcmode="lin" valueType="num">
                                      <p:cBhvr>
                                        <p:cTn id="39" dur="1000" fill="hold"/>
                                        <p:tgtEl>
                                          <p:spTgt spid="48133"/>
                                        </p:tgtEl>
                                        <p:attrNameLst>
                                          <p:attrName>ppt_w</p:attrName>
                                        </p:attrNameLst>
                                      </p:cBhvr>
                                      <p:tavLst>
                                        <p:tav tm="0">
                                          <p:val>
                                            <p:fltVal val="0"/>
                                          </p:val>
                                        </p:tav>
                                        <p:tav tm="100000">
                                          <p:val>
                                            <p:strVal val="#ppt_w"/>
                                          </p:val>
                                        </p:tav>
                                      </p:tavLst>
                                    </p:anim>
                                    <p:anim calcmode="lin" valueType="num">
                                      <p:cBhvr>
                                        <p:cTn id="40" dur="1000" fill="hold"/>
                                        <p:tgtEl>
                                          <p:spTgt spid="48133"/>
                                        </p:tgtEl>
                                        <p:attrNameLst>
                                          <p:attrName>ppt_h</p:attrName>
                                        </p:attrNameLst>
                                      </p:cBhvr>
                                      <p:tavLst>
                                        <p:tav tm="0">
                                          <p:val>
                                            <p:fltVal val="0"/>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2"/>
                                        </p:tgtEl>
                                        <p:attrNameLst>
                                          <p:attrName>style.visibility</p:attrName>
                                        </p:attrNameLst>
                                      </p:cBhvr>
                                      <p:to>
                                        <p:strVal val="visible"/>
                                      </p:to>
                                    </p:set>
                                    <p:animEffect transition="in" filter="blinds(horizontal)">
                                      <p:cBhvr>
                                        <p:cTn id="45" dur="500"/>
                                        <p:tgtEl>
                                          <p:spTgt spid="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48142"/>
                                        </p:tgtEl>
                                        <p:attrNameLst>
                                          <p:attrName>style.visibility</p:attrName>
                                        </p:attrNameLst>
                                      </p:cBhvr>
                                      <p:to>
                                        <p:strVal val="visible"/>
                                      </p:to>
                                    </p:set>
                                    <p:animEffect transition="in" filter="wipe(left)">
                                      <p:cBhvr>
                                        <p:cTn id="50" dur="1000"/>
                                        <p:tgtEl>
                                          <p:spTgt spid="4814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48140"/>
                                        </p:tgtEl>
                                        <p:attrNameLst>
                                          <p:attrName>style.visibility</p:attrName>
                                        </p:attrNameLst>
                                      </p:cBhvr>
                                      <p:to>
                                        <p:strVal val="visible"/>
                                      </p:to>
                                    </p:set>
                                    <p:animEffect transition="in" filter="wipe(left)">
                                      <p:cBhvr>
                                        <p:cTn id="55" dur="1000"/>
                                        <p:tgtEl>
                                          <p:spTgt spid="48140"/>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48143"/>
                                        </p:tgtEl>
                                        <p:attrNameLst>
                                          <p:attrName>style.visibility</p:attrName>
                                        </p:attrNameLst>
                                      </p:cBhvr>
                                      <p:to>
                                        <p:strVal val="visible"/>
                                      </p:to>
                                    </p:set>
                                    <p:animEffect transition="in" filter="wipe(left)">
                                      <p:cBhvr>
                                        <p:cTn id="60" dur="1000"/>
                                        <p:tgtEl>
                                          <p:spTgt spid="48143"/>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48141"/>
                                        </p:tgtEl>
                                        <p:attrNameLst>
                                          <p:attrName>style.visibility</p:attrName>
                                        </p:attrNameLst>
                                      </p:cBhvr>
                                      <p:to>
                                        <p:strVal val="visible"/>
                                      </p:to>
                                    </p:set>
                                    <p:animEffect transition="in" filter="wipe(left)">
                                      <p:cBhvr>
                                        <p:cTn id="65" dur="1000"/>
                                        <p:tgtEl>
                                          <p:spTgt spid="48141"/>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48146"/>
                                        </p:tgtEl>
                                        <p:attrNameLst>
                                          <p:attrName>style.visibility</p:attrName>
                                        </p:attrNameLst>
                                      </p:cBhvr>
                                      <p:to>
                                        <p:strVal val="visible"/>
                                      </p:to>
                                    </p:set>
                                    <p:animEffect transition="in" filter="wipe(left)">
                                      <p:cBhvr>
                                        <p:cTn id="70" dur="1000"/>
                                        <p:tgtEl>
                                          <p:spTgt spid="48146"/>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48144"/>
                                        </p:tgtEl>
                                        <p:attrNameLst>
                                          <p:attrName>style.visibility</p:attrName>
                                        </p:attrNameLst>
                                      </p:cBhvr>
                                      <p:to>
                                        <p:strVal val="visible"/>
                                      </p:to>
                                    </p:set>
                                    <p:animEffect transition="in" filter="wipe(left)">
                                      <p:cBhvr>
                                        <p:cTn id="75" dur="1000"/>
                                        <p:tgtEl>
                                          <p:spTgt spid="48144"/>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48147"/>
                                        </p:tgtEl>
                                        <p:attrNameLst>
                                          <p:attrName>style.visibility</p:attrName>
                                        </p:attrNameLst>
                                      </p:cBhvr>
                                      <p:to>
                                        <p:strVal val="visible"/>
                                      </p:to>
                                    </p:set>
                                    <p:animEffect transition="in" filter="wipe(left)">
                                      <p:cBhvr>
                                        <p:cTn id="80" dur="1000"/>
                                        <p:tgtEl>
                                          <p:spTgt spid="48147"/>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48145"/>
                                        </p:tgtEl>
                                        <p:attrNameLst>
                                          <p:attrName>style.visibility</p:attrName>
                                        </p:attrNameLst>
                                      </p:cBhvr>
                                      <p:to>
                                        <p:strVal val="visible"/>
                                      </p:to>
                                    </p:set>
                                    <p:animEffect transition="in" filter="wipe(left)">
                                      <p:cBhvr>
                                        <p:cTn id="85" dur="1000"/>
                                        <p:tgtEl>
                                          <p:spTgt spid="48145"/>
                                        </p:tgtEl>
                                      </p:cBhvr>
                                    </p:animEffect>
                                  </p:childTnLst>
                                </p:cTn>
                              </p:par>
                            </p:childTnLst>
                          </p:cTn>
                        </p:par>
                      </p:childTnLst>
                    </p:cTn>
                  </p:par>
                  <p:par>
                    <p:cTn id="86" fill="hold">
                      <p:stCondLst>
                        <p:cond delay="indefinite"/>
                      </p:stCondLst>
                      <p:childTnLst>
                        <p:par>
                          <p:cTn id="87" fill="hold">
                            <p:stCondLst>
                              <p:cond delay="0"/>
                            </p:stCondLst>
                            <p:childTnLst>
                              <p:par>
                                <p:cTn id="88" presetID="2" presetClass="entr" presetSubtype="8" fill="hold" grpId="0" nodeType="clickEffect">
                                  <p:stCondLst>
                                    <p:cond delay="0"/>
                                  </p:stCondLst>
                                  <p:childTnLst>
                                    <p:set>
                                      <p:cBhvr>
                                        <p:cTn id="89" dur="1" fill="hold">
                                          <p:stCondLst>
                                            <p:cond delay="0"/>
                                          </p:stCondLst>
                                        </p:cTn>
                                        <p:tgtEl>
                                          <p:spTgt spid="48148"/>
                                        </p:tgtEl>
                                        <p:attrNameLst>
                                          <p:attrName>style.visibility</p:attrName>
                                        </p:attrNameLst>
                                      </p:cBhvr>
                                      <p:to>
                                        <p:strVal val="visible"/>
                                      </p:to>
                                    </p:set>
                                    <p:anim calcmode="lin" valueType="num">
                                      <p:cBhvr additive="base">
                                        <p:cTn id="90" dur="500" fill="hold"/>
                                        <p:tgtEl>
                                          <p:spTgt spid="48148"/>
                                        </p:tgtEl>
                                        <p:attrNameLst>
                                          <p:attrName>ppt_x</p:attrName>
                                        </p:attrNameLst>
                                      </p:cBhvr>
                                      <p:tavLst>
                                        <p:tav tm="0">
                                          <p:val>
                                            <p:strVal val="0-#ppt_w/2"/>
                                          </p:val>
                                        </p:tav>
                                        <p:tav tm="100000">
                                          <p:val>
                                            <p:strVal val="#ppt_x"/>
                                          </p:val>
                                        </p:tav>
                                      </p:tavLst>
                                    </p:anim>
                                    <p:anim calcmode="lin" valueType="num">
                                      <p:cBhvr additive="base">
                                        <p:cTn id="91" dur="500" fill="hold"/>
                                        <p:tgtEl>
                                          <p:spTgt spid="481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autoUpdateAnimBg="0"/>
      <p:bldP spid="48134" grpId="0"/>
      <p:bldP spid="48135" grpId="0"/>
      <p:bldP spid="48142" grpId="0"/>
      <p:bldP spid="48143" grpId="0"/>
      <p:bldP spid="48146" grpId="0"/>
      <p:bldP spid="48147" grpId="0"/>
      <p:bldP spid="4814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Text Box 2"/>
          <p:cNvSpPr txBox="1">
            <a:spLocks noChangeArrowheads="1"/>
          </p:cNvSpPr>
          <p:nvPr/>
        </p:nvSpPr>
        <p:spPr bwMode="auto">
          <a:xfrm>
            <a:off x="161925" y="503238"/>
            <a:ext cx="6796088" cy="457200"/>
          </a:xfrm>
          <a:prstGeom prst="rect">
            <a:avLst/>
          </a:prstGeom>
          <a:noFill/>
          <a:ln w="9525">
            <a:noFill/>
            <a:miter lim="800000"/>
            <a:headEnd/>
            <a:tailEnd/>
          </a:ln>
        </p:spPr>
        <p:txBody>
          <a:bodyPr>
            <a:spAutoFit/>
          </a:bodyPr>
          <a:lstStyle/>
          <a:p>
            <a:pPr>
              <a:spcBef>
                <a:spcPct val="50000"/>
              </a:spcBef>
            </a:pPr>
            <a:r>
              <a:rPr kumimoji="1" lang="en-US" altLang="zh-CN" sz="2400">
                <a:solidFill>
                  <a:srgbClr val="FF0000"/>
                </a:solidFill>
                <a:latin typeface="Times New Roman" pitchFamily="18" charset="0"/>
              </a:rPr>
              <a:t>4</a:t>
            </a:r>
            <a:r>
              <a:rPr kumimoji="1" lang="zh-CN" altLang="en-US" sz="2400">
                <a:solidFill>
                  <a:srgbClr val="FF0000"/>
                </a:solidFill>
                <a:latin typeface="Times New Roman" pitchFamily="18" charset="0"/>
              </a:rPr>
              <a:t>、 加速度</a:t>
            </a:r>
            <a:r>
              <a:rPr kumimoji="1" lang="zh-CN" altLang="en-US" sz="2400">
                <a:solidFill>
                  <a:srgbClr val="0000FF"/>
                </a:solidFill>
                <a:latin typeface="Times New Roman" pitchFamily="18" charset="0"/>
              </a:rPr>
              <a:t>（反映速度变化快慢的物理量）</a:t>
            </a:r>
          </a:p>
        </p:txBody>
      </p:sp>
      <p:sp>
        <p:nvSpPr>
          <p:cNvPr id="158723" name="Rectangle 3"/>
          <p:cNvSpPr>
            <a:spLocks noChangeArrowheads="1"/>
          </p:cNvSpPr>
          <p:nvPr/>
        </p:nvSpPr>
        <p:spPr bwMode="auto">
          <a:xfrm>
            <a:off x="534988" y="1171575"/>
            <a:ext cx="3046412" cy="457200"/>
          </a:xfrm>
          <a:prstGeom prst="rect">
            <a:avLst/>
          </a:prstGeom>
          <a:noFill/>
          <a:ln w="9525">
            <a:noFill/>
            <a:miter lim="800000"/>
            <a:headEnd/>
            <a:tailEnd/>
          </a:ln>
        </p:spPr>
        <p:txBody>
          <a:bodyPr>
            <a:spAutoFit/>
          </a:bodyPr>
          <a:lstStyle/>
          <a:p>
            <a:r>
              <a:rPr kumimoji="1" lang="en-US" altLang="zh-CN" sz="2400">
                <a:solidFill>
                  <a:srgbClr val="FF6600"/>
                </a:solidFill>
                <a:latin typeface="Times New Roman" pitchFamily="18" charset="0"/>
              </a:rPr>
              <a:t>(1) </a:t>
            </a:r>
            <a:r>
              <a:rPr kumimoji="1" lang="zh-CN" altLang="en-US" sz="2400">
                <a:solidFill>
                  <a:srgbClr val="FF6600"/>
                </a:solidFill>
                <a:latin typeface="Times New Roman" pitchFamily="18" charset="0"/>
              </a:rPr>
              <a:t>平均加速度</a:t>
            </a:r>
          </a:p>
        </p:txBody>
      </p:sp>
      <p:graphicFrame>
        <p:nvGraphicFramePr>
          <p:cNvPr id="158724" name="Object 4"/>
          <p:cNvGraphicFramePr>
            <a:graphicFrameLocks noChangeAspect="1"/>
          </p:cNvGraphicFramePr>
          <p:nvPr/>
        </p:nvGraphicFramePr>
        <p:xfrm>
          <a:off x="2754313" y="1265238"/>
          <a:ext cx="1096962" cy="319087"/>
        </p:xfrm>
        <a:graphic>
          <a:graphicData uri="http://schemas.openxmlformats.org/presentationml/2006/ole">
            <p:oleObj spid="_x0000_s9218" name="公式" r:id="rId3" imgW="609480" imgH="177480" progId="Equation.3">
              <p:embed/>
            </p:oleObj>
          </a:graphicData>
        </a:graphic>
      </p:graphicFrame>
      <p:graphicFrame>
        <p:nvGraphicFramePr>
          <p:cNvPr id="158725" name="Object 5"/>
          <p:cNvGraphicFramePr>
            <a:graphicFrameLocks noChangeAspect="1"/>
          </p:cNvGraphicFramePr>
          <p:nvPr/>
        </p:nvGraphicFramePr>
        <p:xfrm>
          <a:off x="1392238" y="1898650"/>
          <a:ext cx="2954337" cy="727075"/>
        </p:xfrm>
        <a:graphic>
          <a:graphicData uri="http://schemas.openxmlformats.org/presentationml/2006/ole">
            <p:oleObj spid="_x0000_s9219" name="公式" r:id="rId4" imgW="1625400" imgH="406080" progId="Equation.3">
              <p:embed/>
            </p:oleObj>
          </a:graphicData>
        </a:graphic>
      </p:graphicFrame>
      <p:sp>
        <p:nvSpPr>
          <p:cNvPr id="158726" name="Rectangle 6"/>
          <p:cNvSpPr>
            <a:spLocks noChangeArrowheads="1"/>
          </p:cNvSpPr>
          <p:nvPr/>
        </p:nvSpPr>
        <p:spPr bwMode="auto">
          <a:xfrm>
            <a:off x="531813" y="2881313"/>
            <a:ext cx="3184525" cy="457200"/>
          </a:xfrm>
          <a:prstGeom prst="rect">
            <a:avLst/>
          </a:prstGeom>
          <a:noFill/>
          <a:ln w="9525">
            <a:noFill/>
            <a:miter lim="800000"/>
            <a:headEnd/>
            <a:tailEnd/>
          </a:ln>
        </p:spPr>
        <p:txBody>
          <a:bodyPr>
            <a:spAutoFit/>
          </a:bodyPr>
          <a:lstStyle/>
          <a:p>
            <a:r>
              <a:rPr kumimoji="1" lang="en-US" altLang="zh-CN" sz="2400">
                <a:solidFill>
                  <a:srgbClr val="FF6600"/>
                </a:solidFill>
                <a:latin typeface="Times New Roman" pitchFamily="18" charset="0"/>
              </a:rPr>
              <a:t>(2) </a:t>
            </a:r>
            <a:r>
              <a:rPr kumimoji="1" lang="zh-CN" altLang="en-US" sz="2400">
                <a:solidFill>
                  <a:srgbClr val="FF6600"/>
                </a:solidFill>
                <a:latin typeface="Times New Roman" pitchFamily="18" charset="0"/>
              </a:rPr>
              <a:t>瞬时加速度</a:t>
            </a:r>
          </a:p>
        </p:txBody>
      </p:sp>
      <p:sp>
        <p:nvSpPr>
          <p:cNvPr id="158727" name="Rectangle 7"/>
          <p:cNvSpPr>
            <a:spLocks noChangeArrowheads="1"/>
          </p:cNvSpPr>
          <p:nvPr/>
        </p:nvSpPr>
        <p:spPr bwMode="auto">
          <a:xfrm>
            <a:off x="641350" y="4508500"/>
            <a:ext cx="1365250" cy="457200"/>
          </a:xfrm>
          <a:prstGeom prst="rect">
            <a:avLst/>
          </a:prstGeom>
          <a:noFill/>
          <a:ln w="9525">
            <a:noFill/>
            <a:miter lim="800000"/>
            <a:headEnd/>
            <a:tailEnd/>
          </a:ln>
        </p:spPr>
        <p:txBody>
          <a:bodyPr>
            <a:spAutoFit/>
          </a:bodyPr>
          <a:lstStyle/>
          <a:p>
            <a:pPr>
              <a:buClr>
                <a:srgbClr val="990033"/>
              </a:buClr>
              <a:buFont typeface="Wingdings" pitchFamily="2" charset="2"/>
              <a:buNone/>
            </a:pPr>
            <a:r>
              <a:rPr kumimoji="1" lang="zh-CN" altLang="en-US" sz="2400">
                <a:solidFill>
                  <a:srgbClr val="FF6600"/>
                </a:solidFill>
                <a:latin typeface="Times New Roman" pitchFamily="18" charset="0"/>
              </a:rPr>
              <a:t>讨论</a:t>
            </a:r>
          </a:p>
        </p:txBody>
      </p:sp>
      <p:sp>
        <p:nvSpPr>
          <p:cNvPr id="158728" name="Rectangle 8"/>
          <p:cNvSpPr>
            <a:spLocks noChangeArrowheads="1"/>
          </p:cNvSpPr>
          <p:nvPr/>
        </p:nvSpPr>
        <p:spPr bwMode="auto">
          <a:xfrm>
            <a:off x="762000" y="5157788"/>
            <a:ext cx="7626350" cy="457200"/>
          </a:xfrm>
          <a:prstGeom prst="rect">
            <a:avLst/>
          </a:prstGeom>
          <a:noFill/>
          <a:ln w="9525">
            <a:noFill/>
            <a:miter lim="800000"/>
            <a:headEnd/>
            <a:tailEnd/>
          </a:ln>
        </p:spPr>
        <p:txBody>
          <a:bodyPr>
            <a:spAutoFit/>
          </a:bodyPr>
          <a:lstStyle/>
          <a:p>
            <a:r>
              <a:rPr kumimoji="1" lang="en-US" altLang="zh-CN" sz="2400">
                <a:latin typeface="Times New Roman" pitchFamily="18" charset="0"/>
              </a:rPr>
              <a:t>(1) </a:t>
            </a:r>
            <a:r>
              <a:rPr kumimoji="1" lang="zh-CN" altLang="en-US" sz="2400">
                <a:latin typeface="Times New Roman" pitchFamily="18" charset="0"/>
              </a:rPr>
              <a:t>加速度反映速度的变化（大小和方向）情况。</a:t>
            </a:r>
          </a:p>
        </p:txBody>
      </p:sp>
      <p:graphicFrame>
        <p:nvGraphicFramePr>
          <p:cNvPr id="158729" name="Object 9"/>
          <p:cNvGraphicFramePr>
            <a:graphicFrameLocks noChangeAspect="1"/>
          </p:cNvGraphicFramePr>
          <p:nvPr/>
        </p:nvGraphicFramePr>
        <p:xfrm>
          <a:off x="1343025" y="3608388"/>
          <a:ext cx="4038600" cy="755650"/>
        </p:xfrm>
        <a:graphic>
          <a:graphicData uri="http://schemas.openxmlformats.org/presentationml/2006/ole">
            <p:oleObj spid="_x0000_s9220" name="公式" r:id="rId5" imgW="2247840" imgH="419040" progId="Equation.3">
              <p:embed/>
            </p:oleObj>
          </a:graphicData>
        </a:graphic>
      </p:graphicFrame>
      <p:sp>
        <p:nvSpPr>
          <p:cNvPr id="158730" name="Line 10"/>
          <p:cNvSpPr>
            <a:spLocks noChangeShapeType="1"/>
          </p:cNvSpPr>
          <p:nvPr/>
        </p:nvSpPr>
        <p:spPr bwMode="auto">
          <a:xfrm flipV="1">
            <a:off x="6931025" y="3803650"/>
            <a:ext cx="609600" cy="436563"/>
          </a:xfrm>
          <a:prstGeom prst="line">
            <a:avLst/>
          </a:prstGeom>
          <a:noFill/>
          <a:ln w="34925">
            <a:solidFill>
              <a:srgbClr val="3333CC"/>
            </a:solidFill>
            <a:round/>
            <a:headEnd/>
            <a:tailEnd type="triangle" w="med" len="med"/>
          </a:ln>
        </p:spPr>
        <p:txBody>
          <a:bodyPr wrap="none" anchor="ctr"/>
          <a:lstStyle/>
          <a:p>
            <a:endParaRPr lang="zh-CN" altLang="en-US"/>
          </a:p>
        </p:txBody>
      </p:sp>
      <p:sp>
        <p:nvSpPr>
          <p:cNvPr id="158731" name="Line 11"/>
          <p:cNvSpPr>
            <a:spLocks noChangeShapeType="1"/>
          </p:cNvSpPr>
          <p:nvPr/>
        </p:nvSpPr>
        <p:spPr bwMode="auto">
          <a:xfrm>
            <a:off x="6931025" y="4260850"/>
            <a:ext cx="1152525" cy="146050"/>
          </a:xfrm>
          <a:prstGeom prst="line">
            <a:avLst/>
          </a:prstGeom>
          <a:noFill/>
          <a:ln w="31750">
            <a:solidFill>
              <a:srgbClr val="990033"/>
            </a:solidFill>
            <a:round/>
            <a:headEnd/>
            <a:tailEnd type="triangle" w="med" len="med"/>
          </a:ln>
        </p:spPr>
        <p:txBody>
          <a:bodyPr wrap="none" anchor="ctr"/>
          <a:lstStyle/>
          <a:p>
            <a:endParaRPr lang="zh-CN" altLang="en-US"/>
          </a:p>
        </p:txBody>
      </p:sp>
      <p:sp>
        <p:nvSpPr>
          <p:cNvPr id="158732" name="Line 12"/>
          <p:cNvSpPr>
            <a:spLocks noChangeShapeType="1"/>
          </p:cNvSpPr>
          <p:nvPr/>
        </p:nvSpPr>
        <p:spPr bwMode="auto">
          <a:xfrm>
            <a:off x="7537450" y="3803650"/>
            <a:ext cx="541338" cy="582613"/>
          </a:xfrm>
          <a:prstGeom prst="line">
            <a:avLst/>
          </a:prstGeom>
          <a:noFill/>
          <a:ln w="38100">
            <a:solidFill>
              <a:srgbClr val="008000"/>
            </a:solidFill>
            <a:round/>
            <a:headEnd/>
            <a:tailEnd type="triangle" w="med" len="med"/>
          </a:ln>
        </p:spPr>
        <p:txBody>
          <a:bodyPr wrap="none" anchor="ctr"/>
          <a:lstStyle/>
          <a:p>
            <a:endParaRPr lang="zh-CN" altLang="en-US"/>
          </a:p>
        </p:txBody>
      </p:sp>
      <p:graphicFrame>
        <p:nvGraphicFramePr>
          <p:cNvPr id="158733" name="Object 13"/>
          <p:cNvGraphicFramePr>
            <a:graphicFrameLocks noChangeAspect="1"/>
          </p:cNvGraphicFramePr>
          <p:nvPr/>
        </p:nvGraphicFramePr>
        <p:xfrm>
          <a:off x="6958013" y="3644900"/>
          <a:ext cx="468312" cy="323850"/>
        </p:xfrm>
        <a:graphic>
          <a:graphicData uri="http://schemas.openxmlformats.org/presentationml/2006/ole">
            <p:oleObj spid="_x0000_s9221" name="公式" r:id="rId6" imgW="291960" imgH="203040" progId="Equation.3">
              <p:embed/>
            </p:oleObj>
          </a:graphicData>
        </a:graphic>
      </p:graphicFrame>
      <p:graphicFrame>
        <p:nvGraphicFramePr>
          <p:cNvPr id="158734" name="Object 14"/>
          <p:cNvGraphicFramePr>
            <a:graphicFrameLocks noChangeAspect="1"/>
          </p:cNvGraphicFramePr>
          <p:nvPr/>
        </p:nvGraphicFramePr>
        <p:xfrm>
          <a:off x="7092950" y="4419600"/>
          <a:ext cx="939800" cy="323850"/>
        </p:xfrm>
        <a:graphic>
          <a:graphicData uri="http://schemas.openxmlformats.org/presentationml/2006/ole">
            <p:oleObj spid="_x0000_s9222" name="公式" r:id="rId7" imgW="583920" imgH="203040" progId="Equation.3">
              <p:embed/>
            </p:oleObj>
          </a:graphicData>
        </a:graphic>
      </p:graphicFrame>
      <p:graphicFrame>
        <p:nvGraphicFramePr>
          <p:cNvPr id="158735" name="Object 15"/>
          <p:cNvGraphicFramePr>
            <a:graphicFrameLocks noChangeAspect="1"/>
          </p:cNvGraphicFramePr>
          <p:nvPr/>
        </p:nvGraphicFramePr>
        <p:xfrm>
          <a:off x="7831138" y="3863975"/>
          <a:ext cx="385762" cy="285750"/>
        </p:xfrm>
        <a:graphic>
          <a:graphicData uri="http://schemas.openxmlformats.org/presentationml/2006/ole">
            <p:oleObj spid="_x0000_s9223" name="公式" r:id="rId8" imgW="241200" imgH="177480" progId="Equation.3">
              <p:embed/>
            </p:oleObj>
          </a:graphicData>
        </a:graphic>
      </p:graphicFrame>
      <p:sp>
        <p:nvSpPr>
          <p:cNvPr id="158736" name="Freeform 16"/>
          <p:cNvSpPr>
            <a:spLocks/>
          </p:cNvSpPr>
          <p:nvPr/>
        </p:nvSpPr>
        <p:spPr bwMode="auto">
          <a:xfrm>
            <a:off x="5222875" y="960438"/>
            <a:ext cx="3276600" cy="1473200"/>
          </a:xfrm>
          <a:custGeom>
            <a:avLst/>
            <a:gdLst>
              <a:gd name="T0" fmla="*/ 0 w 2064"/>
              <a:gd name="T1" fmla="*/ 2147483647 h 928"/>
              <a:gd name="T2" fmla="*/ 1209674825 w 2064"/>
              <a:gd name="T3" fmla="*/ 766127497 h 928"/>
              <a:gd name="T4" fmla="*/ 2147483647 w 2064"/>
              <a:gd name="T5" fmla="*/ 161290007 h 928"/>
              <a:gd name="T6" fmla="*/ 2147483647 w 2064"/>
              <a:gd name="T7" fmla="*/ 40322502 h 928"/>
              <a:gd name="T8" fmla="*/ 2147483647 w 2064"/>
              <a:gd name="T9" fmla="*/ 403224993 h 928"/>
              <a:gd name="T10" fmla="*/ 0 60000 65536"/>
              <a:gd name="T11" fmla="*/ 0 60000 65536"/>
              <a:gd name="T12" fmla="*/ 0 60000 65536"/>
              <a:gd name="T13" fmla="*/ 0 60000 65536"/>
              <a:gd name="T14" fmla="*/ 0 60000 65536"/>
              <a:gd name="T15" fmla="*/ 0 w 2064"/>
              <a:gd name="T16" fmla="*/ 0 h 928"/>
              <a:gd name="T17" fmla="*/ 2064 w 2064"/>
              <a:gd name="T18" fmla="*/ 928 h 928"/>
            </a:gdLst>
            <a:ahLst/>
            <a:cxnLst>
              <a:cxn ang="T10">
                <a:pos x="T0" y="T1"/>
              </a:cxn>
              <a:cxn ang="T11">
                <a:pos x="T2" y="T3"/>
              </a:cxn>
              <a:cxn ang="T12">
                <a:pos x="T4" y="T5"/>
              </a:cxn>
              <a:cxn ang="T13">
                <a:pos x="T6" y="T7"/>
              </a:cxn>
              <a:cxn ang="T14">
                <a:pos x="T8" y="T9"/>
              </a:cxn>
            </a:cxnLst>
            <a:rect l="T15" t="T16" r="T17" b="T18"/>
            <a:pathLst>
              <a:path w="2064" h="928">
                <a:moveTo>
                  <a:pt x="0" y="928"/>
                </a:moveTo>
                <a:cubicBezTo>
                  <a:pt x="164" y="688"/>
                  <a:pt x="328" y="448"/>
                  <a:pt x="480" y="304"/>
                </a:cubicBezTo>
                <a:cubicBezTo>
                  <a:pt x="632" y="160"/>
                  <a:pt x="744" y="112"/>
                  <a:pt x="912" y="64"/>
                </a:cubicBezTo>
                <a:cubicBezTo>
                  <a:pt x="1080" y="16"/>
                  <a:pt x="1296" y="0"/>
                  <a:pt x="1488" y="16"/>
                </a:cubicBezTo>
                <a:cubicBezTo>
                  <a:pt x="1680" y="32"/>
                  <a:pt x="1968" y="136"/>
                  <a:pt x="2064" y="160"/>
                </a:cubicBezTo>
              </a:path>
            </a:pathLst>
          </a:custGeom>
          <a:noFill/>
          <a:ln w="38100">
            <a:solidFill>
              <a:schemeClr val="hlink"/>
            </a:solidFill>
            <a:round/>
            <a:headEnd/>
            <a:tailEnd/>
          </a:ln>
        </p:spPr>
        <p:txBody>
          <a:bodyPr wrap="none" anchor="ctr"/>
          <a:lstStyle/>
          <a:p>
            <a:endParaRPr lang="zh-CN" altLang="en-US"/>
          </a:p>
        </p:txBody>
      </p:sp>
      <p:sp>
        <p:nvSpPr>
          <p:cNvPr id="158737" name="Line 17"/>
          <p:cNvSpPr>
            <a:spLocks noChangeShapeType="1"/>
          </p:cNvSpPr>
          <p:nvPr/>
        </p:nvSpPr>
        <p:spPr bwMode="auto">
          <a:xfrm flipV="1">
            <a:off x="5981700" y="1196975"/>
            <a:ext cx="247650" cy="1762125"/>
          </a:xfrm>
          <a:prstGeom prst="line">
            <a:avLst/>
          </a:prstGeom>
          <a:noFill/>
          <a:ln w="31750">
            <a:solidFill>
              <a:srgbClr val="0033CC"/>
            </a:solidFill>
            <a:round/>
            <a:headEnd/>
            <a:tailEnd type="triangle" w="med" len="med"/>
          </a:ln>
        </p:spPr>
        <p:txBody>
          <a:bodyPr wrap="none" anchor="ctr"/>
          <a:lstStyle/>
          <a:p>
            <a:endParaRPr lang="zh-CN" altLang="en-US"/>
          </a:p>
        </p:txBody>
      </p:sp>
      <p:sp>
        <p:nvSpPr>
          <p:cNvPr id="158738" name="Line 18"/>
          <p:cNvSpPr>
            <a:spLocks noChangeShapeType="1"/>
          </p:cNvSpPr>
          <p:nvPr/>
        </p:nvSpPr>
        <p:spPr bwMode="auto">
          <a:xfrm flipV="1">
            <a:off x="5959475" y="969963"/>
            <a:ext cx="1666875" cy="2011362"/>
          </a:xfrm>
          <a:prstGeom prst="line">
            <a:avLst/>
          </a:prstGeom>
          <a:noFill/>
          <a:ln w="31750">
            <a:solidFill>
              <a:srgbClr val="0033CC"/>
            </a:solidFill>
            <a:round/>
            <a:headEnd/>
            <a:tailEnd type="triangle" w="med" len="med"/>
          </a:ln>
        </p:spPr>
        <p:txBody>
          <a:bodyPr wrap="none" anchor="ctr"/>
          <a:lstStyle/>
          <a:p>
            <a:endParaRPr lang="zh-CN" altLang="en-US"/>
          </a:p>
        </p:txBody>
      </p:sp>
      <p:sp>
        <p:nvSpPr>
          <p:cNvPr id="158739" name="Line 19"/>
          <p:cNvSpPr>
            <a:spLocks noChangeShapeType="1"/>
          </p:cNvSpPr>
          <p:nvPr/>
        </p:nvSpPr>
        <p:spPr bwMode="auto">
          <a:xfrm flipV="1">
            <a:off x="6200775" y="781050"/>
            <a:ext cx="685800" cy="457200"/>
          </a:xfrm>
          <a:prstGeom prst="line">
            <a:avLst/>
          </a:prstGeom>
          <a:noFill/>
          <a:ln w="31750">
            <a:solidFill>
              <a:srgbClr val="990033"/>
            </a:solidFill>
            <a:round/>
            <a:headEnd/>
            <a:tailEnd type="triangle" w="med" len="med"/>
          </a:ln>
        </p:spPr>
        <p:txBody>
          <a:bodyPr wrap="none" anchor="ctr"/>
          <a:lstStyle/>
          <a:p>
            <a:endParaRPr lang="zh-CN" altLang="en-US"/>
          </a:p>
        </p:txBody>
      </p:sp>
      <p:sp>
        <p:nvSpPr>
          <p:cNvPr id="158740" name="Line 20"/>
          <p:cNvSpPr>
            <a:spLocks noChangeShapeType="1"/>
          </p:cNvSpPr>
          <p:nvPr/>
        </p:nvSpPr>
        <p:spPr bwMode="auto">
          <a:xfrm>
            <a:off x="7586663" y="973138"/>
            <a:ext cx="1295400" cy="152400"/>
          </a:xfrm>
          <a:prstGeom prst="line">
            <a:avLst/>
          </a:prstGeom>
          <a:noFill/>
          <a:ln w="31750">
            <a:solidFill>
              <a:srgbClr val="990033"/>
            </a:solidFill>
            <a:round/>
            <a:headEnd/>
            <a:tailEnd type="triangle" w="med" len="med"/>
          </a:ln>
        </p:spPr>
        <p:txBody>
          <a:bodyPr wrap="none" anchor="ctr"/>
          <a:lstStyle/>
          <a:p>
            <a:endParaRPr lang="zh-CN" altLang="en-US"/>
          </a:p>
        </p:txBody>
      </p:sp>
      <p:sp>
        <p:nvSpPr>
          <p:cNvPr id="158741" name="Rectangle 21"/>
          <p:cNvSpPr>
            <a:spLocks noChangeArrowheads="1"/>
          </p:cNvSpPr>
          <p:nvPr/>
        </p:nvSpPr>
        <p:spPr bwMode="auto">
          <a:xfrm>
            <a:off x="5667375" y="947738"/>
            <a:ext cx="387350" cy="457200"/>
          </a:xfrm>
          <a:prstGeom prst="rect">
            <a:avLst/>
          </a:prstGeom>
          <a:noFill/>
          <a:ln w="9525">
            <a:noFill/>
            <a:miter lim="800000"/>
            <a:headEnd/>
            <a:tailEnd/>
          </a:ln>
        </p:spPr>
        <p:txBody>
          <a:bodyPr wrap="none">
            <a:spAutoFit/>
          </a:bodyPr>
          <a:lstStyle/>
          <a:p>
            <a:r>
              <a:rPr kumimoji="1" lang="en-US" altLang="zh-CN" sz="2400" i="1">
                <a:solidFill>
                  <a:srgbClr val="0033CC"/>
                </a:solidFill>
                <a:latin typeface="Times New Roman" pitchFamily="18" charset="0"/>
              </a:rPr>
              <a:t>A</a:t>
            </a:r>
          </a:p>
        </p:txBody>
      </p:sp>
      <p:sp>
        <p:nvSpPr>
          <p:cNvPr id="158742" name="Rectangle 22"/>
          <p:cNvSpPr>
            <a:spLocks noChangeArrowheads="1"/>
          </p:cNvSpPr>
          <p:nvPr/>
        </p:nvSpPr>
        <p:spPr bwMode="auto">
          <a:xfrm>
            <a:off x="7572375" y="1054100"/>
            <a:ext cx="387350" cy="457200"/>
          </a:xfrm>
          <a:prstGeom prst="rect">
            <a:avLst/>
          </a:prstGeom>
          <a:noFill/>
          <a:ln w="9525">
            <a:noFill/>
            <a:miter lim="800000"/>
            <a:headEnd/>
            <a:tailEnd/>
          </a:ln>
        </p:spPr>
        <p:txBody>
          <a:bodyPr wrap="none">
            <a:spAutoFit/>
          </a:bodyPr>
          <a:lstStyle/>
          <a:p>
            <a:r>
              <a:rPr kumimoji="1" lang="en-US" altLang="zh-CN" sz="2400" i="1">
                <a:solidFill>
                  <a:srgbClr val="0033CC"/>
                </a:solidFill>
                <a:latin typeface="Times New Roman" pitchFamily="18" charset="0"/>
              </a:rPr>
              <a:t>B</a:t>
            </a:r>
          </a:p>
        </p:txBody>
      </p:sp>
      <p:graphicFrame>
        <p:nvGraphicFramePr>
          <p:cNvPr id="158743" name="Object 23"/>
          <p:cNvGraphicFramePr>
            <a:graphicFrameLocks noChangeAspect="1"/>
          </p:cNvGraphicFramePr>
          <p:nvPr/>
        </p:nvGraphicFramePr>
        <p:xfrm>
          <a:off x="6057900" y="674688"/>
          <a:ext cx="528638" cy="368300"/>
        </p:xfrm>
        <a:graphic>
          <a:graphicData uri="http://schemas.openxmlformats.org/presentationml/2006/ole">
            <p:oleObj spid="_x0000_s9224" name="公式" r:id="rId9" imgW="291960" imgH="203040" progId="Equation.3">
              <p:embed/>
            </p:oleObj>
          </a:graphicData>
        </a:graphic>
      </p:graphicFrame>
      <p:graphicFrame>
        <p:nvGraphicFramePr>
          <p:cNvPr id="158744" name="Object 24"/>
          <p:cNvGraphicFramePr>
            <a:graphicFrameLocks noChangeAspect="1"/>
          </p:cNvGraphicFramePr>
          <p:nvPr/>
        </p:nvGraphicFramePr>
        <p:xfrm>
          <a:off x="7643813" y="638175"/>
          <a:ext cx="1068387" cy="366713"/>
        </p:xfrm>
        <a:graphic>
          <a:graphicData uri="http://schemas.openxmlformats.org/presentationml/2006/ole">
            <p:oleObj spid="_x0000_s9225" name="公式" r:id="rId10" imgW="583920" imgH="203040" progId="Equation.3">
              <p:embed/>
            </p:oleObj>
          </a:graphicData>
        </a:graphic>
      </p:graphicFrame>
      <p:graphicFrame>
        <p:nvGraphicFramePr>
          <p:cNvPr id="158745" name="Object 25"/>
          <p:cNvGraphicFramePr>
            <a:graphicFrameLocks noChangeAspect="1"/>
          </p:cNvGraphicFramePr>
          <p:nvPr/>
        </p:nvGraphicFramePr>
        <p:xfrm>
          <a:off x="6192838" y="1574800"/>
          <a:ext cx="528637" cy="368300"/>
        </p:xfrm>
        <a:graphic>
          <a:graphicData uri="http://schemas.openxmlformats.org/presentationml/2006/ole">
            <p:oleObj spid="_x0000_s9226" name="公式" r:id="rId11" imgW="291960" imgH="203040" progId="Equation.3">
              <p:embed/>
            </p:oleObj>
          </a:graphicData>
        </a:graphic>
      </p:graphicFrame>
      <p:graphicFrame>
        <p:nvGraphicFramePr>
          <p:cNvPr id="158746" name="Object 26"/>
          <p:cNvGraphicFramePr>
            <a:graphicFrameLocks noChangeAspect="1"/>
          </p:cNvGraphicFramePr>
          <p:nvPr/>
        </p:nvGraphicFramePr>
        <p:xfrm>
          <a:off x="6867525" y="1898650"/>
          <a:ext cx="1054100" cy="368300"/>
        </p:xfrm>
        <a:graphic>
          <a:graphicData uri="http://schemas.openxmlformats.org/presentationml/2006/ole">
            <p:oleObj spid="_x0000_s9227" name="公式" r:id="rId12" imgW="583920" imgH="203040" progId="Equation.3">
              <p:embed/>
            </p:oleObj>
          </a:graphicData>
        </a:graphic>
      </p:graphicFrame>
      <p:sp>
        <p:nvSpPr>
          <p:cNvPr id="158747" name="Text Box 27"/>
          <p:cNvSpPr txBox="1">
            <a:spLocks noChangeArrowheads="1"/>
          </p:cNvSpPr>
          <p:nvPr/>
        </p:nvSpPr>
        <p:spPr bwMode="auto">
          <a:xfrm>
            <a:off x="6188075" y="2565400"/>
            <a:ext cx="441325" cy="519113"/>
          </a:xfrm>
          <a:prstGeom prst="rect">
            <a:avLst/>
          </a:prstGeom>
          <a:noFill/>
          <a:ln w="9525">
            <a:noFill/>
            <a:miter lim="800000"/>
            <a:headEnd/>
            <a:tailEnd/>
          </a:ln>
        </p:spPr>
        <p:txBody>
          <a:bodyPr wrap="none" anchor="ctr">
            <a:spAutoFit/>
          </a:bodyPr>
          <a:lstStyle/>
          <a:p>
            <a:pPr algn="ctr"/>
            <a:r>
              <a:rPr kumimoji="1" lang="en-US" altLang="zh-CN" sz="2800" i="1">
                <a:solidFill>
                  <a:srgbClr val="FFFFFF"/>
                </a:solidFill>
                <a:latin typeface="Times New Roman" pitchFamily="18" charset="0"/>
              </a:rPr>
              <a:t>O</a:t>
            </a:r>
            <a:endParaRPr kumimoji="1" lang="en-US" altLang="zh-CN" sz="4400" b="0">
              <a:solidFill>
                <a:schemeClr val="bg1"/>
              </a:solidFill>
              <a:latin typeface="Times New Roman" pitchFamily="18" charset="0"/>
            </a:endParaRPr>
          </a:p>
        </p:txBody>
      </p:sp>
      <p:sp>
        <p:nvSpPr>
          <p:cNvPr id="158748" name="Text Box 28"/>
          <p:cNvSpPr txBox="1">
            <a:spLocks noChangeArrowheads="1"/>
          </p:cNvSpPr>
          <p:nvPr/>
        </p:nvSpPr>
        <p:spPr bwMode="auto">
          <a:xfrm>
            <a:off x="762000" y="5715000"/>
            <a:ext cx="7261225" cy="457200"/>
          </a:xfrm>
          <a:prstGeom prst="rect">
            <a:avLst/>
          </a:prstGeom>
          <a:noFill/>
          <a:ln w="9525">
            <a:noFill/>
            <a:miter lim="800000"/>
            <a:headEnd/>
            <a:tailEnd/>
          </a:ln>
        </p:spPr>
        <p:txBody>
          <a:bodyPr>
            <a:spAutoFit/>
          </a:bodyPr>
          <a:lstStyle/>
          <a:p>
            <a:pPr algn="just"/>
            <a:r>
              <a:rPr kumimoji="1" lang="en-US" altLang="zh-CN" sz="2400">
                <a:latin typeface="Times New Roman" pitchFamily="18" charset="0"/>
              </a:rPr>
              <a:t>(2) </a:t>
            </a:r>
            <a:r>
              <a:rPr kumimoji="1" lang="zh-CN" altLang="en-US" sz="2400">
                <a:latin typeface="Times New Roman" pitchFamily="18" charset="0"/>
              </a:rPr>
              <a:t>加速度的方向总是指向轨迹曲线凹的一面。</a:t>
            </a:r>
          </a:p>
        </p:txBody>
      </p:sp>
      <p:sp>
        <p:nvSpPr>
          <p:cNvPr id="158749" name="AutoShape 29"/>
          <p:cNvSpPr>
            <a:spLocks noChangeArrowheads="1"/>
          </p:cNvSpPr>
          <p:nvPr/>
        </p:nvSpPr>
        <p:spPr bwMode="auto">
          <a:xfrm>
            <a:off x="296863" y="4473575"/>
            <a:ext cx="360362"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8722"/>
                                        </p:tgtEl>
                                        <p:attrNameLst>
                                          <p:attrName>style.visibility</p:attrName>
                                        </p:attrNameLst>
                                      </p:cBhvr>
                                      <p:to>
                                        <p:strVal val="visible"/>
                                      </p:to>
                                    </p:set>
                                    <p:animEffect transition="in" filter="wipe(left)">
                                      <p:cBhvr>
                                        <p:cTn id="7" dur="500"/>
                                        <p:tgtEl>
                                          <p:spTgt spid="1587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8723"/>
                                        </p:tgtEl>
                                        <p:attrNameLst>
                                          <p:attrName>style.visibility</p:attrName>
                                        </p:attrNameLst>
                                      </p:cBhvr>
                                      <p:to>
                                        <p:strVal val="visible"/>
                                      </p:to>
                                    </p:set>
                                    <p:animEffect transition="in" filter="wipe(left)">
                                      <p:cBhvr>
                                        <p:cTn id="12" dur="500"/>
                                        <p:tgtEl>
                                          <p:spTgt spid="1587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8724"/>
                                        </p:tgtEl>
                                        <p:attrNameLst>
                                          <p:attrName>style.visibility</p:attrName>
                                        </p:attrNameLst>
                                      </p:cBhvr>
                                      <p:to>
                                        <p:strVal val="visible"/>
                                      </p:to>
                                    </p:set>
                                    <p:animEffect transition="in" filter="wipe(left)">
                                      <p:cBhvr>
                                        <p:cTn id="17" dur="500"/>
                                        <p:tgtEl>
                                          <p:spTgt spid="1587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8736"/>
                                        </p:tgtEl>
                                        <p:attrNameLst>
                                          <p:attrName>style.visibility</p:attrName>
                                        </p:attrNameLst>
                                      </p:cBhvr>
                                      <p:to>
                                        <p:strVal val="visible"/>
                                      </p:to>
                                    </p:set>
                                    <p:animEffect transition="in" filter="wipe(left)">
                                      <p:cBhvr>
                                        <p:cTn id="22" dur="500"/>
                                        <p:tgtEl>
                                          <p:spTgt spid="158736"/>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5874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58741"/>
                                        </p:tgtEl>
                                        <p:attrNameLst>
                                          <p:attrName>style.visibility</p:attrName>
                                        </p:attrNameLst>
                                      </p:cBhvr>
                                      <p:to>
                                        <p:strVal val="visible"/>
                                      </p:to>
                                    </p:set>
                                    <p:animEffect transition="in" filter="wipe(left)">
                                      <p:cBhvr>
                                        <p:cTn id="31" dur="500"/>
                                        <p:tgtEl>
                                          <p:spTgt spid="158741"/>
                                        </p:tgtEl>
                                      </p:cBhvr>
                                    </p:animEffect>
                                  </p:childTnLst>
                                </p:cTn>
                              </p:par>
                            </p:childTnLst>
                          </p:cTn>
                        </p:par>
                        <p:par>
                          <p:cTn id="32" fill="hold">
                            <p:stCondLst>
                              <p:cond delay="500"/>
                            </p:stCondLst>
                            <p:childTnLst>
                              <p:par>
                                <p:cTn id="33" presetID="22" presetClass="entr" presetSubtype="4" fill="hold" grpId="0" nodeType="afterEffect">
                                  <p:stCondLst>
                                    <p:cond delay="0"/>
                                  </p:stCondLst>
                                  <p:childTnLst>
                                    <p:set>
                                      <p:cBhvr>
                                        <p:cTn id="34" dur="1" fill="hold">
                                          <p:stCondLst>
                                            <p:cond delay="0"/>
                                          </p:stCondLst>
                                        </p:cTn>
                                        <p:tgtEl>
                                          <p:spTgt spid="158737"/>
                                        </p:tgtEl>
                                        <p:attrNameLst>
                                          <p:attrName>style.visibility</p:attrName>
                                        </p:attrNameLst>
                                      </p:cBhvr>
                                      <p:to>
                                        <p:strVal val="visible"/>
                                      </p:to>
                                    </p:set>
                                    <p:animEffect transition="in" filter="wipe(down)">
                                      <p:cBhvr>
                                        <p:cTn id="35" dur="500"/>
                                        <p:tgtEl>
                                          <p:spTgt spid="158737"/>
                                        </p:tgtEl>
                                      </p:cBhvr>
                                    </p:animEffect>
                                  </p:childTnLst>
                                </p:cTn>
                              </p:par>
                            </p:childTnLst>
                          </p:cTn>
                        </p:par>
                        <p:par>
                          <p:cTn id="36" fill="hold">
                            <p:stCondLst>
                              <p:cond delay="1000"/>
                            </p:stCondLst>
                            <p:childTnLst>
                              <p:par>
                                <p:cTn id="37" presetID="22" presetClass="entr" presetSubtype="8" fill="hold" nodeType="afterEffect">
                                  <p:stCondLst>
                                    <p:cond delay="0"/>
                                  </p:stCondLst>
                                  <p:childTnLst>
                                    <p:set>
                                      <p:cBhvr>
                                        <p:cTn id="38" dur="1" fill="hold">
                                          <p:stCondLst>
                                            <p:cond delay="0"/>
                                          </p:stCondLst>
                                        </p:cTn>
                                        <p:tgtEl>
                                          <p:spTgt spid="158745"/>
                                        </p:tgtEl>
                                        <p:attrNameLst>
                                          <p:attrName>style.visibility</p:attrName>
                                        </p:attrNameLst>
                                      </p:cBhvr>
                                      <p:to>
                                        <p:strVal val="visible"/>
                                      </p:to>
                                    </p:set>
                                    <p:animEffect transition="in" filter="wipe(left)">
                                      <p:cBhvr>
                                        <p:cTn id="39" dur="500"/>
                                        <p:tgtEl>
                                          <p:spTgt spid="15874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58739"/>
                                        </p:tgtEl>
                                        <p:attrNameLst>
                                          <p:attrName>style.visibility</p:attrName>
                                        </p:attrNameLst>
                                      </p:cBhvr>
                                      <p:to>
                                        <p:strVal val="visible"/>
                                      </p:to>
                                    </p:set>
                                    <p:animEffect transition="in" filter="wipe(left)">
                                      <p:cBhvr>
                                        <p:cTn id="44" dur="500"/>
                                        <p:tgtEl>
                                          <p:spTgt spid="158739"/>
                                        </p:tgtEl>
                                      </p:cBhvr>
                                    </p:animEffect>
                                  </p:childTnLst>
                                </p:cTn>
                              </p:par>
                            </p:childTnLst>
                          </p:cTn>
                        </p:par>
                        <p:par>
                          <p:cTn id="45" fill="hold">
                            <p:stCondLst>
                              <p:cond delay="500"/>
                            </p:stCondLst>
                            <p:childTnLst>
                              <p:par>
                                <p:cTn id="46" presetID="1" presetClass="entr" presetSubtype="0" fill="hold" nodeType="afterEffect">
                                  <p:stCondLst>
                                    <p:cond delay="0"/>
                                  </p:stCondLst>
                                  <p:childTnLst>
                                    <p:set>
                                      <p:cBhvr>
                                        <p:cTn id="47" dur="1" fill="hold">
                                          <p:stCondLst>
                                            <p:cond delay="499"/>
                                          </p:stCondLst>
                                        </p:cTn>
                                        <p:tgtEl>
                                          <p:spTgt spid="15874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58742"/>
                                        </p:tgtEl>
                                        <p:attrNameLst>
                                          <p:attrName>style.visibility</p:attrName>
                                        </p:attrNameLst>
                                      </p:cBhvr>
                                      <p:to>
                                        <p:strVal val="visible"/>
                                      </p:to>
                                    </p:set>
                                    <p:animEffect transition="in" filter="wipe(left)">
                                      <p:cBhvr>
                                        <p:cTn id="52" dur="500"/>
                                        <p:tgtEl>
                                          <p:spTgt spid="158742"/>
                                        </p:tgtEl>
                                      </p:cBhvr>
                                    </p:animEffect>
                                  </p:childTnLst>
                                </p:cTn>
                              </p:par>
                            </p:childTnLst>
                          </p:cTn>
                        </p:par>
                        <p:par>
                          <p:cTn id="53" fill="hold">
                            <p:stCondLst>
                              <p:cond delay="500"/>
                            </p:stCondLst>
                            <p:childTnLst>
                              <p:par>
                                <p:cTn id="54" presetID="22" presetClass="entr" presetSubtype="4" fill="hold" grpId="0" nodeType="afterEffect">
                                  <p:stCondLst>
                                    <p:cond delay="0"/>
                                  </p:stCondLst>
                                  <p:childTnLst>
                                    <p:set>
                                      <p:cBhvr>
                                        <p:cTn id="55" dur="1" fill="hold">
                                          <p:stCondLst>
                                            <p:cond delay="0"/>
                                          </p:stCondLst>
                                        </p:cTn>
                                        <p:tgtEl>
                                          <p:spTgt spid="158738"/>
                                        </p:tgtEl>
                                        <p:attrNameLst>
                                          <p:attrName>style.visibility</p:attrName>
                                        </p:attrNameLst>
                                      </p:cBhvr>
                                      <p:to>
                                        <p:strVal val="visible"/>
                                      </p:to>
                                    </p:set>
                                    <p:animEffect transition="in" filter="wipe(down)">
                                      <p:cBhvr>
                                        <p:cTn id="56" dur="500"/>
                                        <p:tgtEl>
                                          <p:spTgt spid="158738"/>
                                        </p:tgtEl>
                                      </p:cBhvr>
                                    </p:animEffect>
                                  </p:childTnLst>
                                </p:cTn>
                              </p:par>
                            </p:childTnLst>
                          </p:cTn>
                        </p:par>
                        <p:par>
                          <p:cTn id="57" fill="hold">
                            <p:stCondLst>
                              <p:cond delay="1000"/>
                            </p:stCondLst>
                            <p:childTnLst>
                              <p:par>
                                <p:cTn id="58" presetID="22" presetClass="entr" presetSubtype="8" fill="hold" nodeType="afterEffect">
                                  <p:stCondLst>
                                    <p:cond delay="0"/>
                                  </p:stCondLst>
                                  <p:childTnLst>
                                    <p:set>
                                      <p:cBhvr>
                                        <p:cTn id="59" dur="1" fill="hold">
                                          <p:stCondLst>
                                            <p:cond delay="0"/>
                                          </p:stCondLst>
                                        </p:cTn>
                                        <p:tgtEl>
                                          <p:spTgt spid="158746"/>
                                        </p:tgtEl>
                                        <p:attrNameLst>
                                          <p:attrName>style.visibility</p:attrName>
                                        </p:attrNameLst>
                                      </p:cBhvr>
                                      <p:to>
                                        <p:strVal val="visible"/>
                                      </p:to>
                                    </p:set>
                                    <p:animEffect transition="in" filter="wipe(left)">
                                      <p:cBhvr>
                                        <p:cTn id="60" dur="500"/>
                                        <p:tgtEl>
                                          <p:spTgt spid="158746"/>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58740"/>
                                        </p:tgtEl>
                                        <p:attrNameLst>
                                          <p:attrName>style.visibility</p:attrName>
                                        </p:attrNameLst>
                                      </p:cBhvr>
                                      <p:to>
                                        <p:strVal val="visible"/>
                                      </p:to>
                                    </p:set>
                                    <p:animEffect transition="in" filter="wipe(left)">
                                      <p:cBhvr>
                                        <p:cTn id="65" dur="500"/>
                                        <p:tgtEl>
                                          <p:spTgt spid="158740"/>
                                        </p:tgtEl>
                                      </p:cBhvr>
                                    </p:animEffect>
                                  </p:childTnLst>
                                </p:cTn>
                              </p:par>
                            </p:childTnLst>
                          </p:cTn>
                        </p:par>
                        <p:par>
                          <p:cTn id="66" fill="hold">
                            <p:stCondLst>
                              <p:cond delay="500"/>
                            </p:stCondLst>
                            <p:childTnLst>
                              <p:par>
                                <p:cTn id="67" presetID="22" presetClass="entr" presetSubtype="8" fill="hold" nodeType="afterEffect">
                                  <p:stCondLst>
                                    <p:cond delay="0"/>
                                  </p:stCondLst>
                                  <p:childTnLst>
                                    <p:set>
                                      <p:cBhvr>
                                        <p:cTn id="68" dur="1" fill="hold">
                                          <p:stCondLst>
                                            <p:cond delay="0"/>
                                          </p:stCondLst>
                                        </p:cTn>
                                        <p:tgtEl>
                                          <p:spTgt spid="158744"/>
                                        </p:tgtEl>
                                        <p:attrNameLst>
                                          <p:attrName>style.visibility</p:attrName>
                                        </p:attrNameLst>
                                      </p:cBhvr>
                                      <p:to>
                                        <p:strVal val="visible"/>
                                      </p:to>
                                    </p:set>
                                    <p:animEffect transition="in" filter="wipe(left)">
                                      <p:cBhvr>
                                        <p:cTn id="69" dur="500"/>
                                        <p:tgtEl>
                                          <p:spTgt spid="158744"/>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158730"/>
                                        </p:tgtEl>
                                        <p:attrNameLst>
                                          <p:attrName>style.visibility</p:attrName>
                                        </p:attrNameLst>
                                      </p:cBhvr>
                                      <p:to>
                                        <p:strVal val="visible"/>
                                      </p:to>
                                    </p:set>
                                    <p:animEffect transition="in" filter="wipe(left)">
                                      <p:cBhvr>
                                        <p:cTn id="74" dur="500"/>
                                        <p:tgtEl>
                                          <p:spTgt spid="158730"/>
                                        </p:tgtEl>
                                      </p:cBhvr>
                                    </p:animEffect>
                                  </p:childTnLst>
                                </p:cTn>
                              </p:par>
                            </p:childTnLst>
                          </p:cTn>
                        </p:par>
                        <p:par>
                          <p:cTn id="75" fill="hold">
                            <p:stCondLst>
                              <p:cond delay="500"/>
                            </p:stCondLst>
                            <p:childTnLst>
                              <p:par>
                                <p:cTn id="76" presetID="22" presetClass="entr" presetSubtype="8" fill="hold" nodeType="afterEffect">
                                  <p:stCondLst>
                                    <p:cond delay="0"/>
                                  </p:stCondLst>
                                  <p:childTnLst>
                                    <p:set>
                                      <p:cBhvr>
                                        <p:cTn id="77" dur="1" fill="hold">
                                          <p:stCondLst>
                                            <p:cond delay="0"/>
                                          </p:stCondLst>
                                        </p:cTn>
                                        <p:tgtEl>
                                          <p:spTgt spid="158733"/>
                                        </p:tgtEl>
                                        <p:attrNameLst>
                                          <p:attrName>style.visibility</p:attrName>
                                        </p:attrNameLst>
                                      </p:cBhvr>
                                      <p:to>
                                        <p:strVal val="visible"/>
                                      </p:to>
                                    </p:set>
                                    <p:animEffect transition="in" filter="wipe(left)">
                                      <p:cBhvr>
                                        <p:cTn id="78" dur="500"/>
                                        <p:tgtEl>
                                          <p:spTgt spid="158733"/>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58731"/>
                                        </p:tgtEl>
                                        <p:attrNameLst>
                                          <p:attrName>style.visibility</p:attrName>
                                        </p:attrNameLst>
                                      </p:cBhvr>
                                      <p:to>
                                        <p:strVal val="visible"/>
                                      </p:to>
                                    </p:set>
                                    <p:animEffect transition="in" filter="wipe(left)">
                                      <p:cBhvr>
                                        <p:cTn id="83" dur="500"/>
                                        <p:tgtEl>
                                          <p:spTgt spid="158731"/>
                                        </p:tgtEl>
                                      </p:cBhvr>
                                    </p:animEffect>
                                  </p:childTnLst>
                                </p:cTn>
                              </p:par>
                            </p:childTnLst>
                          </p:cTn>
                        </p:par>
                        <p:par>
                          <p:cTn id="84" fill="hold">
                            <p:stCondLst>
                              <p:cond delay="500"/>
                            </p:stCondLst>
                            <p:childTnLst>
                              <p:par>
                                <p:cTn id="85" presetID="22" presetClass="entr" presetSubtype="8" fill="hold" nodeType="afterEffect">
                                  <p:stCondLst>
                                    <p:cond delay="0"/>
                                  </p:stCondLst>
                                  <p:childTnLst>
                                    <p:set>
                                      <p:cBhvr>
                                        <p:cTn id="86" dur="1" fill="hold">
                                          <p:stCondLst>
                                            <p:cond delay="0"/>
                                          </p:stCondLst>
                                        </p:cTn>
                                        <p:tgtEl>
                                          <p:spTgt spid="158734"/>
                                        </p:tgtEl>
                                        <p:attrNameLst>
                                          <p:attrName>style.visibility</p:attrName>
                                        </p:attrNameLst>
                                      </p:cBhvr>
                                      <p:to>
                                        <p:strVal val="visible"/>
                                      </p:to>
                                    </p:set>
                                    <p:animEffect transition="in" filter="wipe(left)">
                                      <p:cBhvr>
                                        <p:cTn id="87" dur="500"/>
                                        <p:tgtEl>
                                          <p:spTgt spid="158734"/>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58732"/>
                                        </p:tgtEl>
                                        <p:attrNameLst>
                                          <p:attrName>style.visibility</p:attrName>
                                        </p:attrNameLst>
                                      </p:cBhvr>
                                      <p:to>
                                        <p:strVal val="visible"/>
                                      </p:to>
                                    </p:set>
                                    <p:animEffect transition="in" filter="wipe(left)">
                                      <p:cBhvr>
                                        <p:cTn id="92" dur="500"/>
                                        <p:tgtEl>
                                          <p:spTgt spid="158732"/>
                                        </p:tgtEl>
                                      </p:cBhvr>
                                    </p:animEffect>
                                  </p:childTnLst>
                                </p:cTn>
                              </p:par>
                            </p:childTnLst>
                          </p:cTn>
                        </p:par>
                        <p:par>
                          <p:cTn id="93" fill="hold">
                            <p:stCondLst>
                              <p:cond delay="500"/>
                            </p:stCondLst>
                            <p:childTnLst>
                              <p:par>
                                <p:cTn id="94" presetID="22" presetClass="entr" presetSubtype="8" fill="hold" nodeType="afterEffect">
                                  <p:stCondLst>
                                    <p:cond delay="0"/>
                                  </p:stCondLst>
                                  <p:childTnLst>
                                    <p:set>
                                      <p:cBhvr>
                                        <p:cTn id="95" dur="1" fill="hold">
                                          <p:stCondLst>
                                            <p:cond delay="0"/>
                                          </p:stCondLst>
                                        </p:cTn>
                                        <p:tgtEl>
                                          <p:spTgt spid="158735"/>
                                        </p:tgtEl>
                                        <p:attrNameLst>
                                          <p:attrName>style.visibility</p:attrName>
                                        </p:attrNameLst>
                                      </p:cBhvr>
                                      <p:to>
                                        <p:strVal val="visible"/>
                                      </p:to>
                                    </p:set>
                                    <p:animEffect transition="in" filter="wipe(left)">
                                      <p:cBhvr>
                                        <p:cTn id="96" dur="500"/>
                                        <p:tgtEl>
                                          <p:spTgt spid="158735"/>
                                        </p:tgtEl>
                                      </p:cBhvr>
                                    </p:animEffect>
                                  </p:childTnLst>
                                </p:cTn>
                              </p:par>
                            </p:childTnLst>
                          </p:cTn>
                        </p:par>
                      </p:childTnLst>
                    </p:cTn>
                  </p:par>
                  <p:par>
                    <p:cTn id="97" fill="hold">
                      <p:stCondLst>
                        <p:cond delay="indefinite"/>
                      </p:stCondLst>
                      <p:childTnLst>
                        <p:par>
                          <p:cTn id="98" fill="hold">
                            <p:stCondLst>
                              <p:cond delay="0"/>
                            </p:stCondLst>
                            <p:childTnLst>
                              <p:par>
                                <p:cTn id="99" presetID="23" presetClass="entr" presetSubtype="16" fill="hold" nodeType="clickEffect">
                                  <p:stCondLst>
                                    <p:cond delay="0"/>
                                  </p:stCondLst>
                                  <p:childTnLst>
                                    <p:set>
                                      <p:cBhvr>
                                        <p:cTn id="100" dur="1" fill="hold">
                                          <p:stCondLst>
                                            <p:cond delay="0"/>
                                          </p:stCondLst>
                                        </p:cTn>
                                        <p:tgtEl>
                                          <p:spTgt spid="158725"/>
                                        </p:tgtEl>
                                        <p:attrNameLst>
                                          <p:attrName>style.visibility</p:attrName>
                                        </p:attrNameLst>
                                      </p:cBhvr>
                                      <p:to>
                                        <p:strVal val="visible"/>
                                      </p:to>
                                    </p:set>
                                    <p:anim calcmode="lin" valueType="num">
                                      <p:cBhvr>
                                        <p:cTn id="101" dur="500" fill="hold"/>
                                        <p:tgtEl>
                                          <p:spTgt spid="158725"/>
                                        </p:tgtEl>
                                        <p:attrNameLst>
                                          <p:attrName>ppt_w</p:attrName>
                                        </p:attrNameLst>
                                      </p:cBhvr>
                                      <p:tavLst>
                                        <p:tav tm="0">
                                          <p:val>
                                            <p:fltVal val="0"/>
                                          </p:val>
                                        </p:tav>
                                        <p:tav tm="100000">
                                          <p:val>
                                            <p:strVal val="#ppt_w"/>
                                          </p:val>
                                        </p:tav>
                                      </p:tavLst>
                                    </p:anim>
                                    <p:anim calcmode="lin" valueType="num">
                                      <p:cBhvr>
                                        <p:cTn id="102" dur="500" fill="hold"/>
                                        <p:tgtEl>
                                          <p:spTgt spid="158725"/>
                                        </p:tgtEl>
                                        <p:attrNameLst>
                                          <p:attrName>ppt_h</p:attrName>
                                        </p:attrNameLst>
                                      </p:cBhvr>
                                      <p:tavLst>
                                        <p:tav tm="0">
                                          <p:val>
                                            <p:fltVal val="0"/>
                                          </p:val>
                                        </p:tav>
                                        <p:tav tm="100000">
                                          <p:val>
                                            <p:strVal val="#ppt_h"/>
                                          </p:val>
                                        </p:tav>
                                      </p:tavLst>
                                    </p:anim>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158726"/>
                                        </p:tgtEl>
                                        <p:attrNameLst>
                                          <p:attrName>style.visibility</p:attrName>
                                        </p:attrNameLst>
                                      </p:cBhvr>
                                      <p:to>
                                        <p:strVal val="visible"/>
                                      </p:to>
                                    </p:set>
                                    <p:animEffect transition="in" filter="wipe(left)">
                                      <p:cBhvr>
                                        <p:cTn id="107" dur="500"/>
                                        <p:tgtEl>
                                          <p:spTgt spid="158726"/>
                                        </p:tgtEl>
                                      </p:cBhvr>
                                    </p:animEffect>
                                  </p:childTnLst>
                                </p:cTn>
                              </p:par>
                            </p:childTnLst>
                          </p:cTn>
                        </p:par>
                      </p:childTnLst>
                    </p:cTn>
                  </p:par>
                  <p:par>
                    <p:cTn id="108" fill="hold">
                      <p:stCondLst>
                        <p:cond delay="indefinite"/>
                      </p:stCondLst>
                      <p:childTnLst>
                        <p:par>
                          <p:cTn id="109" fill="hold">
                            <p:stCondLst>
                              <p:cond delay="0"/>
                            </p:stCondLst>
                            <p:childTnLst>
                              <p:par>
                                <p:cTn id="110" presetID="23" presetClass="entr" presetSubtype="16" fill="hold" nodeType="clickEffect">
                                  <p:stCondLst>
                                    <p:cond delay="0"/>
                                  </p:stCondLst>
                                  <p:childTnLst>
                                    <p:set>
                                      <p:cBhvr>
                                        <p:cTn id="111" dur="1" fill="hold">
                                          <p:stCondLst>
                                            <p:cond delay="0"/>
                                          </p:stCondLst>
                                        </p:cTn>
                                        <p:tgtEl>
                                          <p:spTgt spid="158729"/>
                                        </p:tgtEl>
                                        <p:attrNameLst>
                                          <p:attrName>style.visibility</p:attrName>
                                        </p:attrNameLst>
                                      </p:cBhvr>
                                      <p:to>
                                        <p:strVal val="visible"/>
                                      </p:to>
                                    </p:set>
                                    <p:anim calcmode="lin" valueType="num">
                                      <p:cBhvr>
                                        <p:cTn id="112" dur="500" fill="hold"/>
                                        <p:tgtEl>
                                          <p:spTgt spid="158729"/>
                                        </p:tgtEl>
                                        <p:attrNameLst>
                                          <p:attrName>ppt_w</p:attrName>
                                        </p:attrNameLst>
                                      </p:cBhvr>
                                      <p:tavLst>
                                        <p:tav tm="0">
                                          <p:val>
                                            <p:fltVal val="0"/>
                                          </p:val>
                                        </p:tav>
                                        <p:tav tm="100000">
                                          <p:val>
                                            <p:strVal val="#ppt_w"/>
                                          </p:val>
                                        </p:tav>
                                      </p:tavLst>
                                    </p:anim>
                                    <p:anim calcmode="lin" valueType="num">
                                      <p:cBhvr>
                                        <p:cTn id="113" dur="500" fill="hold"/>
                                        <p:tgtEl>
                                          <p:spTgt spid="158729"/>
                                        </p:tgtEl>
                                        <p:attrNameLst>
                                          <p:attrName>ppt_h</p:attrName>
                                        </p:attrNameLst>
                                      </p:cBhvr>
                                      <p:tavLst>
                                        <p:tav tm="0">
                                          <p:val>
                                            <p:fltVal val="0"/>
                                          </p:val>
                                        </p:tav>
                                        <p:tav tm="100000">
                                          <p:val>
                                            <p:strVal val="#ppt_h"/>
                                          </p:val>
                                        </p:tav>
                                      </p:tavLst>
                                    </p:anim>
                                  </p:childTnLst>
                                </p:cTn>
                              </p:par>
                            </p:childTnLst>
                          </p:cTn>
                        </p:par>
                      </p:childTnLst>
                    </p:cTn>
                  </p:par>
                  <p:par>
                    <p:cTn id="114" fill="hold">
                      <p:stCondLst>
                        <p:cond delay="indefinite"/>
                      </p:stCondLst>
                      <p:childTnLst>
                        <p:par>
                          <p:cTn id="115" fill="hold">
                            <p:stCondLst>
                              <p:cond delay="0"/>
                            </p:stCondLst>
                            <p:childTnLst>
                              <p:par>
                                <p:cTn id="116" presetID="9" presetClass="entr" presetSubtype="0" fill="hold" grpId="0" nodeType="clickEffect">
                                  <p:stCondLst>
                                    <p:cond delay="0"/>
                                  </p:stCondLst>
                                  <p:childTnLst>
                                    <p:set>
                                      <p:cBhvr>
                                        <p:cTn id="117" dur="1" fill="hold">
                                          <p:stCondLst>
                                            <p:cond delay="0"/>
                                          </p:stCondLst>
                                        </p:cTn>
                                        <p:tgtEl>
                                          <p:spTgt spid="158749"/>
                                        </p:tgtEl>
                                        <p:attrNameLst>
                                          <p:attrName>style.visibility</p:attrName>
                                        </p:attrNameLst>
                                      </p:cBhvr>
                                      <p:to>
                                        <p:strVal val="visible"/>
                                      </p:to>
                                    </p:set>
                                    <p:animEffect transition="in" filter="dissolve">
                                      <p:cBhvr>
                                        <p:cTn id="118" dur="1000"/>
                                        <p:tgtEl>
                                          <p:spTgt spid="158749"/>
                                        </p:tgtEl>
                                      </p:cBhvr>
                                    </p:animEffect>
                                  </p:childTnLst>
                                </p:cTn>
                              </p:par>
                            </p:childTnLst>
                          </p:cTn>
                        </p:par>
                        <p:par>
                          <p:cTn id="119" fill="hold">
                            <p:stCondLst>
                              <p:cond delay="1000"/>
                            </p:stCondLst>
                            <p:childTnLst>
                              <p:par>
                                <p:cTn id="120" presetID="22" presetClass="entr" presetSubtype="8" fill="hold" grpId="0" nodeType="afterEffect">
                                  <p:stCondLst>
                                    <p:cond delay="0"/>
                                  </p:stCondLst>
                                  <p:childTnLst>
                                    <p:set>
                                      <p:cBhvr>
                                        <p:cTn id="121" dur="1" fill="hold">
                                          <p:stCondLst>
                                            <p:cond delay="0"/>
                                          </p:stCondLst>
                                        </p:cTn>
                                        <p:tgtEl>
                                          <p:spTgt spid="158727"/>
                                        </p:tgtEl>
                                        <p:attrNameLst>
                                          <p:attrName>style.visibility</p:attrName>
                                        </p:attrNameLst>
                                      </p:cBhvr>
                                      <p:to>
                                        <p:strVal val="visible"/>
                                      </p:to>
                                    </p:set>
                                    <p:animEffect transition="in" filter="wipe(left)">
                                      <p:cBhvr>
                                        <p:cTn id="122" dur="500"/>
                                        <p:tgtEl>
                                          <p:spTgt spid="158727"/>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158728"/>
                                        </p:tgtEl>
                                        <p:attrNameLst>
                                          <p:attrName>style.visibility</p:attrName>
                                        </p:attrNameLst>
                                      </p:cBhvr>
                                      <p:to>
                                        <p:strVal val="visible"/>
                                      </p:to>
                                    </p:set>
                                    <p:animEffect transition="in" filter="wipe(left)">
                                      <p:cBhvr>
                                        <p:cTn id="127" dur="500"/>
                                        <p:tgtEl>
                                          <p:spTgt spid="158728"/>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158748"/>
                                        </p:tgtEl>
                                        <p:attrNameLst>
                                          <p:attrName>style.visibility</p:attrName>
                                        </p:attrNameLst>
                                      </p:cBhvr>
                                      <p:to>
                                        <p:strVal val="visible"/>
                                      </p:to>
                                    </p:set>
                                    <p:animEffect transition="in" filter="wipe(left)">
                                      <p:cBhvr>
                                        <p:cTn id="132" dur="2000"/>
                                        <p:tgtEl>
                                          <p:spTgt spid="158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2" grpId="0" autoUpdateAnimBg="0"/>
      <p:bldP spid="158723" grpId="0" autoUpdateAnimBg="0"/>
      <p:bldP spid="158726" grpId="0" autoUpdateAnimBg="0"/>
      <p:bldP spid="158727" grpId="0" autoUpdateAnimBg="0"/>
      <p:bldP spid="158728" grpId="0" autoUpdateAnimBg="0"/>
      <p:bldP spid="158730" grpId="0" animBg="1"/>
      <p:bldP spid="158731" grpId="0" animBg="1"/>
      <p:bldP spid="158732" grpId="0" animBg="1"/>
      <p:bldP spid="158736" grpId="0" animBg="1"/>
      <p:bldP spid="158737" grpId="0" animBg="1"/>
      <p:bldP spid="158738" grpId="0" animBg="1"/>
      <p:bldP spid="158739" grpId="0" animBg="1"/>
      <p:bldP spid="158740" grpId="0" animBg="1"/>
      <p:bldP spid="158741" grpId="0" autoUpdateAnimBg="0"/>
      <p:bldP spid="158742" grpId="0" autoUpdateAnimBg="0"/>
      <p:bldP spid="158747" grpId="0" autoUpdateAnimBg="0"/>
      <p:bldP spid="158748" grpId="0"/>
      <p:bldP spid="15874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178" name="Object 2"/>
          <p:cNvGraphicFramePr>
            <a:graphicFrameLocks/>
          </p:cNvGraphicFramePr>
          <p:nvPr/>
        </p:nvGraphicFramePr>
        <p:xfrm>
          <a:off x="890588" y="1306513"/>
          <a:ext cx="952500" cy="776287"/>
        </p:xfrm>
        <a:graphic>
          <a:graphicData uri="http://schemas.openxmlformats.org/presentationml/2006/ole">
            <p:oleObj spid="_x0000_s10242" name="公式" r:id="rId3" imgW="952200" imgH="774360" progId="Equation.3">
              <p:embed/>
            </p:oleObj>
          </a:graphicData>
        </a:graphic>
      </p:graphicFrame>
      <p:graphicFrame>
        <p:nvGraphicFramePr>
          <p:cNvPr id="50179" name="Object 3"/>
          <p:cNvGraphicFramePr>
            <a:graphicFrameLocks noChangeAspect="1"/>
          </p:cNvGraphicFramePr>
          <p:nvPr/>
        </p:nvGraphicFramePr>
        <p:xfrm>
          <a:off x="5124450" y="1227138"/>
          <a:ext cx="2959100" cy="814387"/>
        </p:xfrm>
        <a:graphic>
          <a:graphicData uri="http://schemas.openxmlformats.org/presentationml/2006/ole">
            <p:oleObj spid="_x0000_s10243" name="公式" r:id="rId4" imgW="2997000" imgH="812520" progId="Equation.3">
              <p:embed/>
            </p:oleObj>
          </a:graphicData>
        </a:graphic>
      </p:graphicFrame>
      <p:graphicFrame>
        <p:nvGraphicFramePr>
          <p:cNvPr id="50180" name="Object 4"/>
          <p:cNvGraphicFramePr>
            <a:graphicFrameLocks noChangeAspect="1"/>
          </p:cNvGraphicFramePr>
          <p:nvPr/>
        </p:nvGraphicFramePr>
        <p:xfrm>
          <a:off x="1979613" y="1268413"/>
          <a:ext cx="3060700" cy="814387"/>
        </p:xfrm>
        <a:graphic>
          <a:graphicData uri="http://schemas.openxmlformats.org/presentationml/2006/ole">
            <p:oleObj spid="_x0000_s10244" name="公式" r:id="rId5" imgW="3098520" imgH="812520" progId="Equation.3">
              <p:embed/>
            </p:oleObj>
          </a:graphicData>
        </a:graphic>
      </p:graphicFrame>
      <p:graphicFrame>
        <p:nvGraphicFramePr>
          <p:cNvPr id="50181" name="Object 5"/>
          <p:cNvGraphicFramePr>
            <a:graphicFrameLocks/>
          </p:cNvGraphicFramePr>
          <p:nvPr/>
        </p:nvGraphicFramePr>
        <p:xfrm>
          <a:off x="2771775" y="2349500"/>
          <a:ext cx="2857500" cy="485775"/>
        </p:xfrm>
        <a:graphic>
          <a:graphicData uri="http://schemas.openxmlformats.org/presentationml/2006/ole">
            <p:oleObj spid="_x0000_s10245" name="公式" r:id="rId6" imgW="2857320" imgH="482400" progId="Equation.3">
              <p:embed/>
            </p:oleObj>
          </a:graphicData>
        </a:graphic>
      </p:graphicFrame>
      <p:graphicFrame>
        <p:nvGraphicFramePr>
          <p:cNvPr id="50182" name="Object 6"/>
          <p:cNvGraphicFramePr>
            <a:graphicFrameLocks/>
          </p:cNvGraphicFramePr>
          <p:nvPr/>
        </p:nvGraphicFramePr>
        <p:xfrm>
          <a:off x="755650" y="3644900"/>
          <a:ext cx="7489825" cy="814388"/>
        </p:xfrm>
        <a:graphic>
          <a:graphicData uri="http://schemas.openxmlformats.org/presentationml/2006/ole">
            <p:oleObj spid="_x0000_s10246" name="公式" r:id="rId7" imgW="6933960" imgH="812520" progId="Equation.3">
              <p:embed/>
            </p:oleObj>
          </a:graphicData>
        </a:graphic>
      </p:graphicFrame>
      <p:graphicFrame>
        <p:nvGraphicFramePr>
          <p:cNvPr id="50183" name="Object 7"/>
          <p:cNvGraphicFramePr>
            <a:graphicFrameLocks noChangeAspect="1"/>
          </p:cNvGraphicFramePr>
          <p:nvPr/>
        </p:nvGraphicFramePr>
        <p:xfrm>
          <a:off x="2339975" y="5292725"/>
          <a:ext cx="2879725" cy="590550"/>
        </p:xfrm>
        <a:graphic>
          <a:graphicData uri="http://schemas.openxmlformats.org/presentationml/2006/ole">
            <p:oleObj spid="_x0000_s10247" name="公式" r:id="rId8" imgW="2476440" imgH="507960" progId="Equation.3">
              <p:embed/>
            </p:oleObj>
          </a:graphicData>
        </a:graphic>
      </p:graphicFrame>
      <p:sp>
        <p:nvSpPr>
          <p:cNvPr id="50184" name="Text Box 8"/>
          <p:cNvSpPr txBox="1">
            <a:spLocks noChangeArrowheads="1"/>
          </p:cNvSpPr>
          <p:nvPr/>
        </p:nvSpPr>
        <p:spPr bwMode="auto">
          <a:xfrm>
            <a:off x="468313" y="4868863"/>
            <a:ext cx="1103312" cy="457200"/>
          </a:xfrm>
          <a:prstGeom prst="rect">
            <a:avLst/>
          </a:prstGeom>
          <a:noFill/>
          <a:ln w="9525">
            <a:noFill/>
            <a:miter lim="800000"/>
            <a:headEnd/>
            <a:tailEnd/>
          </a:ln>
        </p:spPr>
        <p:txBody>
          <a:bodyPr wrap="none">
            <a:spAutoFit/>
          </a:bodyPr>
          <a:lstStyle/>
          <a:p>
            <a:pPr algn="ctr"/>
            <a:r>
              <a:rPr kumimoji="1" lang="zh-CN" altLang="en-US" sz="2400">
                <a:solidFill>
                  <a:schemeClr val="tx2"/>
                </a:solidFill>
                <a:latin typeface="Times New Roman" pitchFamily="18" charset="0"/>
              </a:rPr>
              <a:t>大小为</a:t>
            </a:r>
          </a:p>
        </p:txBody>
      </p:sp>
      <p:sp>
        <p:nvSpPr>
          <p:cNvPr id="50185" name="Text Box 9"/>
          <p:cNvSpPr txBox="1">
            <a:spLocks noChangeArrowheads="1"/>
          </p:cNvSpPr>
          <p:nvPr/>
        </p:nvSpPr>
        <p:spPr bwMode="auto">
          <a:xfrm>
            <a:off x="468313" y="2852738"/>
            <a:ext cx="1081087" cy="457200"/>
          </a:xfrm>
          <a:prstGeom prst="rect">
            <a:avLst/>
          </a:prstGeom>
          <a:noFill/>
          <a:ln w="9525">
            <a:noFill/>
            <a:miter lim="800000"/>
            <a:headEnd/>
            <a:tailEnd/>
          </a:ln>
        </p:spPr>
        <p:txBody>
          <a:bodyPr>
            <a:spAutoFit/>
          </a:bodyPr>
          <a:lstStyle/>
          <a:p>
            <a:pPr algn="ctr"/>
            <a:r>
              <a:rPr kumimoji="1" lang="zh-CN" altLang="en-US" sz="2400">
                <a:solidFill>
                  <a:schemeClr val="tx2"/>
                </a:solidFill>
                <a:latin typeface="Times New Roman" pitchFamily="18" charset="0"/>
              </a:rPr>
              <a:t>其中</a:t>
            </a:r>
          </a:p>
        </p:txBody>
      </p:sp>
      <p:sp>
        <p:nvSpPr>
          <p:cNvPr id="10250" name="Text Box 10"/>
          <p:cNvSpPr txBox="1">
            <a:spLocks noChangeArrowheads="1"/>
          </p:cNvSpPr>
          <p:nvPr/>
        </p:nvSpPr>
        <p:spPr bwMode="auto">
          <a:xfrm>
            <a:off x="0" y="549275"/>
            <a:ext cx="3513138" cy="457200"/>
          </a:xfrm>
          <a:prstGeom prst="rect">
            <a:avLst/>
          </a:prstGeom>
          <a:noFill/>
          <a:ln w="9525" algn="ctr">
            <a:noFill/>
            <a:miter lim="800000"/>
            <a:headEnd/>
            <a:tailEnd/>
          </a:ln>
        </p:spPr>
        <p:txBody>
          <a:bodyPr>
            <a:spAutoFit/>
          </a:bodyPr>
          <a:lstStyle/>
          <a:p>
            <a:pPr>
              <a:spcBef>
                <a:spcPct val="50000"/>
              </a:spcBef>
            </a:pPr>
            <a:r>
              <a:rPr kumimoji="1" lang="zh-CN" altLang="en-US" sz="2400">
                <a:solidFill>
                  <a:srgbClr val="FF6600"/>
                </a:solidFill>
                <a:latin typeface="Times New Roman" pitchFamily="18" charset="0"/>
              </a:rPr>
              <a:t>在三维直角坐标系中</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0178"/>
                                        </p:tgtEl>
                                        <p:attrNameLst>
                                          <p:attrName>style.visibility</p:attrName>
                                        </p:attrNameLst>
                                      </p:cBhvr>
                                      <p:to>
                                        <p:strVal val="visible"/>
                                      </p:to>
                                    </p:set>
                                    <p:anim calcmode="lin" valueType="num">
                                      <p:cBhvr>
                                        <p:cTn id="7" dur="500" fill="hold"/>
                                        <p:tgtEl>
                                          <p:spTgt spid="50178"/>
                                        </p:tgtEl>
                                        <p:attrNameLst>
                                          <p:attrName>ppt_w</p:attrName>
                                        </p:attrNameLst>
                                      </p:cBhvr>
                                      <p:tavLst>
                                        <p:tav tm="0">
                                          <p:val>
                                            <p:fltVal val="0"/>
                                          </p:val>
                                        </p:tav>
                                        <p:tav tm="100000">
                                          <p:val>
                                            <p:strVal val="#ppt_w"/>
                                          </p:val>
                                        </p:tav>
                                      </p:tavLst>
                                    </p:anim>
                                    <p:anim calcmode="lin" valueType="num">
                                      <p:cBhvr>
                                        <p:cTn id="8" dur="500" fill="hold"/>
                                        <p:tgtEl>
                                          <p:spTgt spid="50178"/>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50180"/>
                                        </p:tgtEl>
                                        <p:attrNameLst>
                                          <p:attrName>style.visibility</p:attrName>
                                        </p:attrNameLst>
                                      </p:cBhvr>
                                      <p:to>
                                        <p:strVal val="visible"/>
                                      </p:to>
                                    </p:set>
                                    <p:anim calcmode="lin" valueType="num">
                                      <p:cBhvr>
                                        <p:cTn id="13" dur="500" fill="hold"/>
                                        <p:tgtEl>
                                          <p:spTgt spid="50180"/>
                                        </p:tgtEl>
                                        <p:attrNameLst>
                                          <p:attrName>ppt_w</p:attrName>
                                        </p:attrNameLst>
                                      </p:cBhvr>
                                      <p:tavLst>
                                        <p:tav tm="0">
                                          <p:val>
                                            <p:fltVal val="0"/>
                                          </p:val>
                                        </p:tav>
                                        <p:tav tm="100000">
                                          <p:val>
                                            <p:strVal val="#ppt_w"/>
                                          </p:val>
                                        </p:tav>
                                      </p:tavLst>
                                    </p:anim>
                                    <p:anim calcmode="lin" valueType="num">
                                      <p:cBhvr>
                                        <p:cTn id="14" dur="500" fill="hold"/>
                                        <p:tgtEl>
                                          <p:spTgt spid="50180"/>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50179"/>
                                        </p:tgtEl>
                                        <p:attrNameLst>
                                          <p:attrName>style.visibility</p:attrName>
                                        </p:attrNameLst>
                                      </p:cBhvr>
                                      <p:to>
                                        <p:strVal val="visible"/>
                                      </p:to>
                                    </p:set>
                                    <p:anim calcmode="lin" valueType="num">
                                      <p:cBhvr>
                                        <p:cTn id="19" dur="500" fill="hold"/>
                                        <p:tgtEl>
                                          <p:spTgt spid="50179"/>
                                        </p:tgtEl>
                                        <p:attrNameLst>
                                          <p:attrName>ppt_w</p:attrName>
                                        </p:attrNameLst>
                                      </p:cBhvr>
                                      <p:tavLst>
                                        <p:tav tm="0">
                                          <p:val>
                                            <p:fltVal val="0"/>
                                          </p:val>
                                        </p:tav>
                                        <p:tav tm="100000">
                                          <p:val>
                                            <p:strVal val="#ppt_w"/>
                                          </p:val>
                                        </p:tav>
                                      </p:tavLst>
                                    </p:anim>
                                    <p:anim calcmode="lin" valueType="num">
                                      <p:cBhvr>
                                        <p:cTn id="20" dur="500" fill="hold"/>
                                        <p:tgtEl>
                                          <p:spTgt spid="50179"/>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50181"/>
                                        </p:tgtEl>
                                        <p:attrNameLst>
                                          <p:attrName>style.visibility</p:attrName>
                                        </p:attrNameLst>
                                      </p:cBhvr>
                                      <p:to>
                                        <p:strVal val="visible"/>
                                      </p:to>
                                    </p:set>
                                    <p:anim calcmode="lin" valueType="num">
                                      <p:cBhvr>
                                        <p:cTn id="25" dur="500" fill="hold"/>
                                        <p:tgtEl>
                                          <p:spTgt spid="50181"/>
                                        </p:tgtEl>
                                        <p:attrNameLst>
                                          <p:attrName>ppt_w</p:attrName>
                                        </p:attrNameLst>
                                      </p:cBhvr>
                                      <p:tavLst>
                                        <p:tav tm="0">
                                          <p:val>
                                            <p:fltVal val="0"/>
                                          </p:val>
                                        </p:tav>
                                        <p:tav tm="100000">
                                          <p:val>
                                            <p:strVal val="#ppt_w"/>
                                          </p:val>
                                        </p:tav>
                                      </p:tavLst>
                                    </p:anim>
                                    <p:anim calcmode="lin" valueType="num">
                                      <p:cBhvr>
                                        <p:cTn id="26" dur="500" fill="hold"/>
                                        <p:tgtEl>
                                          <p:spTgt spid="50181"/>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50185"/>
                                        </p:tgtEl>
                                        <p:attrNameLst>
                                          <p:attrName>style.visibility</p:attrName>
                                        </p:attrNameLst>
                                      </p:cBhvr>
                                      <p:to>
                                        <p:strVal val="visible"/>
                                      </p:to>
                                    </p:set>
                                    <p:animEffect transition="in" filter="wipe(left)">
                                      <p:cBhvr>
                                        <p:cTn id="31" dur="1000"/>
                                        <p:tgtEl>
                                          <p:spTgt spid="50185"/>
                                        </p:tgtEl>
                                      </p:cBhvr>
                                    </p:animEffect>
                                  </p:childTnLst>
                                </p:cTn>
                              </p:par>
                            </p:childTnLst>
                          </p:cTn>
                        </p:par>
                      </p:childTnLst>
                    </p:cTn>
                  </p:par>
                  <p:par>
                    <p:cTn id="32" fill="hold">
                      <p:stCondLst>
                        <p:cond delay="indefinite"/>
                      </p:stCondLst>
                      <p:childTnLst>
                        <p:par>
                          <p:cTn id="33" fill="hold">
                            <p:stCondLst>
                              <p:cond delay="0"/>
                            </p:stCondLst>
                            <p:childTnLst>
                              <p:par>
                                <p:cTn id="34" presetID="23" presetClass="entr" presetSubtype="16" fill="hold" nodeType="clickEffect">
                                  <p:stCondLst>
                                    <p:cond delay="0"/>
                                  </p:stCondLst>
                                  <p:childTnLst>
                                    <p:set>
                                      <p:cBhvr>
                                        <p:cTn id="35" dur="1" fill="hold">
                                          <p:stCondLst>
                                            <p:cond delay="0"/>
                                          </p:stCondLst>
                                        </p:cTn>
                                        <p:tgtEl>
                                          <p:spTgt spid="50182"/>
                                        </p:tgtEl>
                                        <p:attrNameLst>
                                          <p:attrName>style.visibility</p:attrName>
                                        </p:attrNameLst>
                                      </p:cBhvr>
                                      <p:to>
                                        <p:strVal val="visible"/>
                                      </p:to>
                                    </p:set>
                                    <p:anim calcmode="lin" valueType="num">
                                      <p:cBhvr>
                                        <p:cTn id="36" dur="500" fill="hold"/>
                                        <p:tgtEl>
                                          <p:spTgt spid="50182"/>
                                        </p:tgtEl>
                                        <p:attrNameLst>
                                          <p:attrName>ppt_w</p:attrName>
                                        </p:attrNameLst>
                                      </p:cBhvr>
                                      <p:tavLst>
                                        <p:tav tm="0">
                                          <p:val>
                                            <p:fltVal val="0"/>
                                          </p:val>
                                        </p:tav>
                                        <p:tav tm="100000">
                                          <p:val>
                                            <p:strVal val="#ppt_w"/>
                                          </p:val>
                                        </p:tav>
                                      </p:tavLst>
                                    </p:anim>
                                    <p:anim calcmode="lin" valueType="num">
                                      <p:cBhvr>
                                        <p:cTn id="37" dur="500" fill="hold"/>
                                        <p:tgtEl>
                                          <p:spTgt spid="50182"/>
                                        </p:tgtEl>
                                        <p:attrNameLst>
                                          <p:attrName>ppt_h</p:attrName>
                                        </p:attrNameLst>
                                      </p:cBhvr>
                                      <p:tavLst>
                                        <p:tav tm="0">
                                          <p:val>
                                            <p:fltVal val="0"/>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0184"/>
                                        </p:tgtEl>
                                        <p:attrNameLst>
                                          <p:attrName>style.visibility</p:attrName>
                                        </p:attrNameLst>
                                      </p:cBhvr>
                                      <p:to>
                                        <p:strVal val="visible"/>
                                      </p:to>
                                    </p:set>
                                    <p:animEffect transition="in" filter="wipe(left)">
                                      <p:cBhvr>
                                        <p:cTn id="42" dur="1000"/>
                                        <p:tgtEl>
                                          <p:spTgt spid="50184"/>
                                        </p:tgtEl>
                                      </p:cBhvr>
                                    </p:animEffect>
                                  </p:childTnLst>
                                </p:cTn>
                              </p:par>
                            </p:childTnLst>
                          </p:cTn>
                        </p:par>
                      </p:childTnLst>
                    </p:cTn>
                  </p:par>
                  <p:par>
                    <p:cTn id="43" fill="hold">
                      <p:stCondLst>
                        <p:cond delay="indefinite"/>
                      </p:stCondLst>
                      <p:childTnLst>
                        <p:par>
                          <p:cTn id="44" fill="hold">
                            <p:stCondLst>
                              <p:cond delay="0"/>
                            </p:stCondLst>
                            <p:childTnLst>
                              <p:par>
                                <p:cTn id="45" presetID="23" presetClass="entr" presetSubtype="16" fill="hold" nodeType="clickEffect">
                                  <p:stCondLst>
                                    <p:cond delay="0"/>
                                  </p:stCondLst>
                                  <p:childTnLst>
                                    <p:set>
                                      <p:cBhvr>
                                        <p:cTn id="46" dur="1" fill="hold">
                                          <p:stCondLst>
                                            <p:cond delay="0"/>
                                          </p:stCondLst>
                                        </p:cTn>
                                        <p:tgtEl>
                                          <p:spTgt spid="50183"/>
                                        </p:tgtEl>
                                        <p:attrNameLst>
                                          <p:attrName>style.visibility</p:attrName>
                                        </p:attrNameLst>
                                      </p:cBhvr>
                                      <p:to>
                                        <p:strVal val="visible"/>
                                      </p:to>
                                    </p:set>
                                    <p:anim calcmode="lin" valueType="num">
                                      <p:cBhvr>
                                        <p:cTn id="47" dur="500" fill="hold"/>
                                        <p:tgtEl>
                                          <p:spTgt spid="50183"/>
                                        </p:tgtEl>
                                        <p:attrNameLst>
                                          <p:attrName>ppt_w</p:attrName>
                                        </p:attrNameLst>
                                      </p:cBhvr>
                                      <p:tavLst>
                                        <p:tav tm="0">
                                          <p:val>
                                            <p:fltVal val="0"/>
                                          </p:val>
                                        </p:tav>
                                        <p:tav tm="100000">
                                          <p:val>
                                            <p:strVal val="#ppt_w"/>
                                          </p:val>
                                        </p:tav>
                                      </p:tavLst>
                                    </p:anim>
                                    <p:anim calcmode="lin" valueType="num">
                                      <p:cBhvr>
                                        <p:cTn id="48" dur="500" fill="hold"/>
                                        <p:tgtEl>
                                          <p:spTgt spid="5018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4" grpId="0"/>
      <p:bldP spid="5018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34925" y="406400"/>
            <a:ext cx="4264025" cy="457200"/>
          </a:xfrm>
          <a:prstGeom prst="rect">
            <a:avLst/>
          </a:prstGeom>
          <a:noFill/>
          <a:ln w="9525">
            <a:noFill/>
            <a:miter lim="800000"/>
            <a:headEnd/>
            <a:tailEnd/>
          </a:ln>
        </p:spPr>
        <p:txBody>
          <a:bodyPr>
            <a:spAutoFit/>
          </a:bodyPr>
          <a:lstStyle/>
          <a:p>
            <a:pPr>
              <a:spcBef>
                <a:spcPct val="50000"/>
              </a:spcBef>
              <a:buClr>
                <a:srgbClr val="990033"/>
              </a:buClr>
              <a:buFont typeface="Wingdings" pitchFamily="2" charset="2"/>
              <a:buChar char="v"/>
            </a:pPr>
            <a:r>
              <a:rPr kumimoji="1" lang="zh-CN" altLang="en-US" sz="2400">
                <a:solidFill>
                  <a:srgbClr val="FF6600"/>
                </a:solidFill>
                <a:latin typeface="宋体" pitchFamily="2" charset="-122"/>
              </a:rPr>
              <a:t> 运动学的二类问题</a:t>
            </a:r>
          </a:p>
        </p:txBody>
      </p:sp>
      <p:sp>
        <p:nvSpPr>
          <p:cNvPr id="51203" name="Text Box 3"/>
          <p:cNvSpPr txBox="1">
            <a:spLocks noChangeArrowheads="1"/>
          </p:cNvSpPr>
          <p:nvPr/>
        </p:nvSpPr>
        <p:spPr bwMode="auto">
          <a:xfrm>
            <a:off x="508000" y="900113"/>
            <a:ext cx="2286000" cy="457200"/>
          </a:xfrm>
          <a:prstGeom prst="rect">
            <a:avLst/>
          </a:prstGeom>
          <a:noFill/>
          <a:ln w="9525">
            <a:noFill/>
            <a:miter lim="800000"/>
            <a:headEnd/>
            <a:tailEnd/>
          </a:ln>
        </p:spPr>
        <p:txBody>
          <a:bodyPr>
            <a:spAutoFit/>
          </a:bodyPr>
          <a:lstStyle/>
          <a:p>
            <a:pPr>
              <a:spcBef>
                <a:spcPct val="50000"/>
              </a:spcBef>
            </a:pPr>
            <a:r>
              <a:rPr kumimoji="1" lang="en-US" altLang="zh-CN" sz="2400">
                <a:solidFill>
                  <a:schemeClr val="tx2"/>
                </a:solidFill>
                <a:latin typeface="Times New Roman" pitchFamily="18" charset="0"/>
              </a:rPr>
              <a:t>1. </a:t>
            </a:r>
            <a:r>
              <a:rPr kumimoji="1" lang="zh-CN" altLang="en-US" sz="2400">
                <a:solidFill>
                  <a:schemeClr val="tx2"/>
                </a:solidFill>
                <a:latin typeface="Times New Roman" pitchFamily="18" charset="0"/>
              </a:rPr>
              <a:t>第一类问题</a:t>
            </a:r>
            <a:endParaRPr kumimoji="1" lang="zh-CN" altLang="en-US" sz="2400" b="0">
              <a:solidFill>
                <a:schemeClr val="tx2"/>
              </a:solidFill>
              <a:latin typeface="Times New Roman" pitchFamily="18" charset="0"/>
            </a:endParaRPr>
          </a:p>
        </p:txBody>
      </p:sp>
      <p:graphicFrame>
        <p:nvGraphicFramePr>
          <p:cNvPr id="51204" name="Object 4"/>
          <p:cNvGraphicFramePr>
            <a:graphicFrameLocks/>
          </p:cNvGraphicFramePr>
          <p:nvPr/>
        </p:nvGraphicFramePr>
        <p:xfrm>
          <a:off x="5786438" y="955675"/>
          <a:ext cx="1389062" cy="403225"/>
        </p:xfrm>
        <a:graphic>
          <a:graphicData uri="http://schemas.openxmlformats.org/presentationml/2006/ole">
            <p:oleObj spid="_x0000_s11266" name="公式" r:id="rId3" imgW="698400" imgH="203040" progId="Equation.3">
              <p:embed/>
            </p:oleObj>
          </a:graphicData>
        </a:graphic>
      </p:graphicFrame>
      <p:sp>
        <p:nvSpPr>
          <p:cNvPr id="51205" name="Text Box 5"/>
          <p:cNvSpPr txBox="1">
            <a:spLocks noChangeArrowheads="1"/>
          </p:cNvSpPr>
          <p:nvPr/>
        </p:nvSpPr>
        <p:spPr bwMode="auto">
          <a:xfrm>
            <a:off x="2825750" y="900113"/>
            <a:ext cx="3108325" cy="457200"/>
          </a:xfrm>
          <a:prstGeom prst="rect">
            <a:avLst/>
          </a:prstGeom>
          <a:noFill/>
          <a:ln w="9525">
            <a:noFill/>
            <a:miter lim="800000"/>
            <a:headEnd/>
            <a:tailEnd/>
          </a:ln>
        </p:spPr>
        <p:txBody>
          <a:bodyPr>
            <a:spAutoFit/>
          </a:bodyPr>
          <a:lstStyle/>
          <a:p>
            <a:pPr>
              <a:spcBef>
                <a:spcPct val="50000"/>
              </a:spcBef>
            </a:pPr>
            <a:r>
              <a:rPr kumimoji="1" lang="zh-CN" altLang="en-US" sz="2400">
                <a:solidFill>
                  <a:schemeClr val="tx2"/>
                </a:solidFill>
                <a:latin typeface="Times New Roman" pitchFamily="18" charset="0"/>
              </a:rPr>
              <a:t>已知运动学方程，求</a:t>
            </a:r>
            <a:endParaRPr kumimoji="1" lang="zh-CN" altLang="en-US" sz="2400" b="0">
              <a:solidFill>
                <a:schemeClr val="tx2"/>
              </a:solidFill>
              <a:latin typeface="Times New Roman" pitchFamily="18" charset="0"/>
            </a:endParaRPr>
          </a:p>
        </p:txBody>
      </p:sp>
      <p:sp>
        <p:nvSpPr>
          <p:cNvPr id="51206" name="Text Box 6"/>
          <p:cNvSpPr txBox="1">
            <a:spLocks noChangeArrowheads="1"/>
          </p:cNvSpPr>
          <p:nvPr/>
        </p:nvSpPr>
        <p:spPr bwMode="auto">
          <a:xfrm>
            <a:off x="952500" y="2060575"/>
            <a:ext cx="4114800" cy="457200"/>
          </a:xfrm>
          <a:prstGeom prst="rect">
            <a:avLst/>
          </a:prstGeom>
          <a:noFill/>
          <a:ln w="9525">
            <a:noFill/>
            <a:miter lim="800000"/>
            <a:headEnd/>
            <a:tailEnd/>
          </a:ln>
        </p:spPr>
        <p:txBody>
          <a:bodyPr>
            <a:spAutoFit/>
          </a:bodyPr>
          <a:lstStyle/>
          <a:p>
            <a:pPr>
              <a:spcBef>
                <a:spcPct val="50000"/>
              </a:spcBef>
            </a:pPr>
            <a:r>
              <a:rPr kumimoji="1" lang="en-US" altLang="zh-CN" sz="2400">
                <a:solidFill>
                  <a:schemeClr val="tx2"/>
                </a:solidFill>
                <a:latin typeface="Times New Roman" pitchFamily="18" charset="0"/>
              </a:rPr>
              <a:t>(1) </a:t>
            </a:r>
            <a:r>
              <a:rPr kumimoji="1" lang="en-US" altLang="zh-CN" sz="2400" i="1">
                <a:solidFill>
                  <a:srgbClr val="FF6600"/>
                </a:solidFill>
                <a:latin typeface="Times New Roman" pitchFamily="18" charset="0"/>
              </a:rPr>
              <a:t>t </a:t>
            </a:r>
            <a:r>
              <a:rPr kumimoji="1" lang="en-US" altLang="zh-CN" sz="2400">
                <a:solidFill>
                  <a:srgbClr val="FF6600"/>
                </a:solidFill>
                <a:latin typeface="Times New Roman" pitchFamily="18" charset="0"/>
              </a:rPr>
              <a:t>=1s</a:t>
            </a:r>
            <a:r>
              <a:rPr kumimoji="1" lang="en-US" altLang="zh-CN" sz="2400">
                <a:solidFill>
                  <a:schemeClr val="tx2"/>
                </a:solidFill>
                <a:latin typeface="Times New Roman" pitchFamily="18" charset="0"/>
              </a:rPr>
              <a:t> </a:t>
            </a:r>
            <a:r>
              <a:rPr kumimoji="1" lang="zh-CN" altLang="en-US" sz="2400">
                <a:solidFill>
                  <a:schemeClr val="tx2"/>
                </a:solidFill>
                <a:latin typeface="Times New Roman" pitchFamily="18" charset="0"/>
              </a:rPr>
              <a:t>到 </a:t>
            </a:r>
            <a:r>
              <a:rPr kumimoji="1" lang="en-US" altLang="zh-CN" sz="2400" i="1">
                <a:solidFill>
                  <a:srgbClr val="FF6600"/>
                </a:solidFill>
                <a:latin typeface="Times New Roman" pitchFamily="18" charset="0"/>
              </a:rPr>
              <a:t>t </a:t>
            </a:r>
            <a:r>
              <a:rPr kumimoji="1" lang="en-US" altLang="zh-CN" sz="2400">
                <a:solidFill>
                  <a:srgbClr val="FF6600"/>
                </a:solidFill>
                <a:latin typeface="Times New Roman" pitchFamily="18" charset="0"/>
              </a:rPr>
              <a:t>=2s</a:t>
            </a:r>
            <a:r>
              <a:rPr kumimoji="1" lang="en-US" altLang="zh-CN" sz="2400">
                <a:solidFill>
                  <a:schemeClr val="tx2"/>
                </a:solidFill>
                <a:latin typeface="Times New Roman" pitchFamily="18" charset="0"/>
              </a:rPr>
              <a:t> </a:t>
            </a:r>
            <a:r>
              <a:rPr kumimoji="1" lang="zh-CN" altLang="en-US" sz="2400">
                <a:solidFill>
                  <a:schemeClr val="tx2"/>
                </a:solidFill>
                <a:latin typeface="Times New Roman" pitchFamily="18" charset="0"/>
              </a:rPr>
              <a:t>质点的位移</a:t>
            </a:r>
            <a:endParaRPr kumimoji="1" lang="zh-CN" altLang="en-US" sz="2800" b="0">
              <a:solidFill>
                <a:schemeClr val="tx2"/>
              </a:solidFill>
              <a:latin typeface="Times New Roman" pitchFamily="18" charset="0"/>
            </a:endParaRPr>
          </a:p>
        </p:txBody>
      </p:sp>
      <p:sp>
        <p:nvSpPr>
          <p:cNvPr id="51207" name="Text Box 7"/>
          <p:cNvSpPr txBox="1">
            <a:spLocks noChangeArrowheads="1"/>
          </p:cNvSpPr>
          <p:nvPr/>
        </p:nvSpPr>
        <p:spPr bwMode="auto">
          <a:xfrm>
            <a:off x="946150" y="2620963"/>
            <a:ext cx="2133600" cy="457200"/>
          </a:xfrm>
          <a:prstGeom prst="rect">
            <a:avLst/>
          </a:prstGeom>
          <a:noFill/>
          <a:ln w="9525">
            <a:noFill/>
            <a:miter lim="800000"/>
            <a:headEnd/>
            <a:tailEnd/>
          </a:ln>
        </p:spPr>
        <p:txBody>
          <a:bodyPr>
            <a:spAutoFit/>
          </a:bodyPr>
          <a:lstStyle/>
          <a:p>
            <a:pPr>
              <a:spcBef>
                <a:spcPct val="50000"/>
              </a:spcBef>
            </a:pPr>
            <a:r>
              <a:rPr kumimoji="1" lang="en-US" altLang="zh-CN" sz="2400">
                <a:solidFill>
                  <a:schemeClr val="tx2"/>
                </a:solidFill>
                <a:latin typeface="Times New Roman" pitchFamily="18" charset="0"/>
              </a:rPr>
              <a:t>(2) </a:t>
            </a:r>
            <a:r>
              <a:rPr kumimoji="1" lang="en-US" altLang="zh-CN" sz="2400" i="1">
                <a:solidFill>
                  <a:srgbClr val="FF6600"/>
                </a:solidFill>
                <a:latin typeface="Times New Roman" pitchFamily="18" charset="0"/>
              </a:rPr>
              <a:t>t </a:t>
            </a:r>
            <a:r>
              <a:rPr kumimoji="1" lang="en-US" altLang="zh-CN" sz="2400">
                <a:solidFill>
                  <a:srgbClr val="FF6600"/>
                </a:solidFill>
                <a:latin typeface="Times New Roman" pitchFamily="18" charset="0"/>
              </a:rPr>
              <a:t>=2s</a:t>
            </a:r>
            <a:r>
              <a:rPr kumimoji="1" lang="en-US" altLang="zh-CN" sz="2400">
                <a:solidFill>
                  <a:schemeClr val="tx2"/>
                </a:solidFill>
                <a:latin typeface="Times New Roman" pitchFamily="18" charset="0"/>
              </a:rPr>
              <a:t> </a:t>
            </a:r>
            <a:r>
              <a:rPr kumimoji="1" lang="zh-CN" altLang="en-US" sz="2400">
                <a:solidFill>
                  <a:schemeClr val="tx2"/>
                </a:solidFill>
                <a:latin typeface="Times New Roman" pitchFamily="18" charset="0"/>
              </a:rPr>
              <a:t>时</a:t>
            </a:r>
            <a:endParaRPr kumimoji="1" lang="zh-CN" altLang="en-US" sz="2400" b="0">
              <a:solidFill>
                <a:schemeClr val="tx2"/>
              </a:solidFill>
              <a:latin typeface="Times New Roman" pitchFamily="18" charset="0"/>
            </a:endParaRPr>
          </a:p>
        </p:txBody>
      </p:sp>
      <p:graphicFrame>
        <p:nvGraphicFramePr>
          <p:cNvPr id="51209" name="Object 9"/>
          <p:cNvGraphicFramePr>
            <a:graphicFrameLocks noChangeAspect="1"/>
          </p:cNvGraphicFramePr>
          <p:nvPr/>
        </p:nvGraphicFramePr>
        <p:xfrm>
          <a:off x="1638300" y="3513138"/>
          <a:ext cx="1479550" cy="431800"/>
        </p:xfrm>
        <a:graphic>
          <a:graphicData uri="http://schemas.openxmlformats.org/presentationml/2006/ole">
            <p:oleObj spid="_x0000_s11267" name="Equation" r:id="rId4" imgW="1473120" imgH="431640" progId="Equation.3">
              <p:embed/>
            </p:oleObj>
          </a:graphicData>
        </a:graphic>
      </p:graphicFrame>
      <p:graphicFrame>
        <p:nvGraphicFramePr>
          <p:cNvPr id="51210" name="Object 10"/>
          <p:cNvGraphicFramePr>
            <a:graphicFrameLocks noChangeAspect="1"/>
          </p:cNvGraphicFramePr>
          <p:nvPr/>
        </p:nvGraphicFramePr>
        <p:xfrm>
          <a:off x="3771900" y="3462338"/>
          <a:ext cx="1585913" cy="431800"/>
        </p:xfrm>
        <a:graphic>
          <a:graphicData uri="http://schemas.openxmlformats.org/presentationml/2006/ole">
            <p:oleObj spid="_x0000_s11268" name="Equation" r:id="rId5" imgW="1688760" imgH="431640" progId="Equation.3">
              <p:embed/>
            </p:oleObj>
          </a:graphicData>
        </a:graphic>
      </p:graphicFrame>
      <p:graphicFrame>
        <p:nvGraphicFramePr>
          <p:cNvPr id="51211" name="Object 11"/>
          <p:cNvGraphicFramePr>
            <a:graphicFrameLocks noChangeAspect="1"/>
          </p:cNvGraphicFramePr>
          <p:nvPr/>
        </p:nvGraphicFramePr>
        <p:xfrm>
          <a:off x="1562100" y="4149725"/>
          <a:ext cx="6035675" cy="431800"/>
        </p:xfrm>
        <a:graphic>
          <a:graphicData uri="http://schemas.openxmlformats.org/presentationml/2006/ole">
            <p:oleObj spid="_x0000_s11269" name="Equation" r:id="rId6" imgW="5994360" imgH="431640" progId="Equation.3">
              <p:embed/>
            </p:oleObj>
          </a:graphicData>
        </a:graphic>
      </p:graphicFrame>
      <p:graphicFrame>
        <p:nvGraphicFramePr>
          <p:cNvPr id="51212" name="Object 12"/>
          <p:cNvGraphicFramePr>
            <a:graphicFrameLocks noChangeAspect="1"/>
          </p:cNvGraphicFramePr>
          <p:nvPr/>
        </p:nvGraphicFramePr>
        <p:xfrm>
          <a:off x="1562100" y="4797425"/>
          <a:ext cx="5646738" cy="877888"/>
        </p:xfrm>
        <a:graphic>
          <a:graphicData uri="http://schemas.openxmlformats.org/presentationml/2006/ole">
            <p:oleObj spid="_x0000_s11270" name="Equation" r:id="rId7" imgW="5638680" imgH="876240" progId="Equation.3">
              <p:embed/>
            </p:oleObj>
          </a:graphicData>
        </a:graphic>
      </p:graphicFrame>
      <p:graphicFrame>
        <p:nvGraphicFramePr>
          <p:cNvPr id="51213" name="Object 13"/>
          <p:cNvGraphicFramePr>
            <a:graphicFrameLocks/>
          </p:cNvGraphicFramePr>
          <p:nvPr/>
        </p:nvGraphicFramePr>
        <p:xfrm>
          <a:off x="3238500" y="5924550"/>
          <a:ext cx="3522663" cy="431800"/>
        </p:xfrm>
        <a:graphic>
          <a:graphicData uri="http://schemas.openxmlformats.org/presentationml/2006/ole">
            <p:oleObj spid="_x0000_s11271" name="Equation" r:id="rId8" imgW="3530520" imgH="431640" progId="Equation.3">
              <p:embed/>
            </p:oleObj>
          </a:graphicData>
        </a:graphic>
      </p:graphicFrame>
      <p:sp>
        <p:nvSpPr>
          <p:cNvPr id="51214" name="Text Box 14"/>
          <p:cNvSpPr txBox="1">
            <a:spLocks noChangeArrowheads="1"/>
          </p:cNvSpPr>
          <p:nvPr/>
        </p:nvSpPr>
        <p:spPr bwMode="auto">
          <a:xfrm>
            <a:off x="952500" y="1457325"/>
            <a:ext cx="3403600" cy="457200"/>
          </a:xfrm>
          <a:prstGeom prst="rect">
            <a:avLst/>
          </a:prstGeom>
          <a:noFill/>
          <a:ln w="9525">
            <a:noFill/>
            <a:miter lim="800000"/>
            <a:headEnd/>
            <a:tailEnd/>
          </a:ln>
        </p:spPr>
        <p:txBody>
          <a:bodyPr>
            <a:spAutoFit/>
          </a:bodyPr>
          <a:lstStyle/>
          <a:p>
            <a:pPr>
              <a:spcBef>
                <a:spcPct val="50000"/>
              </a:spcBef>
            </a:pPr>
            <a:r>
              <a:rPr kumimoji="1" lang="zh-CN" altLang="en-US" sz="2400">
                <a:solidFill>
                  <a:schemeClr val="tx2"/>
                </a:solidFill>
                <a:latin typeface="Times New Roman" pitchFamily="18" charset="0"/>
              </a:rPr>
              <a:t>已知一质点运动学方程</a:t>
            </a:r>
          </a:p>
        </p:txBody>
      </p:sp>
      <p:graphicFrame>
        <p:nvGraphicFramePr>
          <p:cNvPr id="51215" name="Object 15"/>
          <p:cNvGraphicFramePr>
            <a:graphicFrameLocks noChangeAspect="1"/>
          </p:cNvGraphicFramePr>
          <p:nvPr/>
        </p:nvGraphicFramePr>
        <p:xfrm>
          <a:off x="4324350" y="1497013"/>
          <a:ext cx="2695575" cy="466725"/>
        </p:xfrm>
        <a:graphic>
          <a:graphicData uri="http://schemas.openxmlformats.org/presentationml/2006/ole">
            <p:oleObj spid="_x0000_s11272" name="公式" r:id="rId9" imgW="2705040" imgH="469800" progId="Equation.3">
              <p:embed/>
            </p:oleObj>
          </a:graphicData>
        </a:graphic>
      </p:graphicFrame>
      <p:sp>
        <p:nvSpPr>
          <p:cNvPr id="51216" name="Text Box 16"/>
          <p:cNvSpPr txBox="1">
            <a:spLocks noChangeArrowheads="1"/>
          </p:cNvSpPr>
          <p:nvPr/>
        </p:nvSpPr>
        <p:spPr bwMode="auto">
          <a:xfrm>
            <a:off x="508000" y="2060575"/>
            <a:ext cx="596900" cy="457200"/>
          </a:xfrm>
          <a:prstGeom prst="rect">
            <a:avLst/>
          </a:prstGeom>
          <a:noFill/>
          <a:ln w="9525">
            <a:noFill/>
            <a:miter lim="800000"/>
            <a:headEnd/>
            <a:tailEnd/>
          </a:ln>
        </p:spPr>
        <p:txBody>
          <a:bodyPr>
            <a:spAutoFit/>
          </a:bodyPr>
          <a:lstStyle/>
          <a:p>
            <a:pPr>
              <a:spcBef>
                <a:spcPct val="50000"/>
              </a:spcBef>
            </a:pPr>
            <a:r>
              <a:rPr kumimoji="1" lang="zh-CN" altLang="en-US" sz="2400">
                <a:solidFill>
                  <a:srgbClr val="FF0000"/>
                </a:solidFill>
                <a:latin typeface="Times New Roman" pitchFamily="18" charset="0"/>
              </a:rPr>
              <a:t>求</a:t>
            </a:r>
            <a:endParaRPr kumimoji="1" lang="zh-CN" altLang="en-US" sz="2400" b="0">
              <a:solidFill>
                <a:srgbClr val="FF0000"/>
              </a:solidFill>
              <a:latin typeface="Times New Roman" pitchFamily="18" charset="0"/>
            </a:endParaRPr>
          </a:p>
        </p:txBody>
      </p:sp>
      <p:sp>
        <p:nvSpPr>
          <p:cNvPr id="51217" name="Text Box 17"/>
          <p:cNvSpPr txBox="1">
            <a:spLocks noChangeArrowheads="1"/>
          </p:cNvSpPr>
          <p:nvPr/>
        </p:nvSpPr>
        <p:spPr bwMode="auto">
          <a:xfrm>
            <a:off x="323850" y="1458913"/>
            <a:ext cx="685800" cy="457200"/>
          </a:xfrm>
          <a:prstGeom prst="rect">
            <a:avLst/>
          </a:prstGeom>
          <a:noFill/>
          <a:ln w="9525">
            <a:noFill/>
            <a:miter lim="800000"/>
            <a:headEnd/>
            <a:tailEnd/>
          </a:ln>
        </p:spPr>
        <p:txBody>
          <a:bodyPr>
            <a:spAutoFit/>
          </a:bodyPr>
          <a:lstStyle/>
          <a:p>
            <a:pPr>
              <a:spcBef>
                <a:spcPct val="50000"/>
              </a:spcBef>
            </a:pPr>
            <a:r>
              <a:rPr kumimoji="1" lang="zh-CN" altLang="en-US" sz="2400">
                <a:solidFill>
                  <a:srgbClr val="FF0000"/>
                </a:solidFill>
                <a:latin typeface="Times New Roman" pitchFamily="18" charset="0"/>
              </a:rPr>
              <a:t>例</a:t>
            </a:r>
            <a:r>
              <a:rPr kumimoji="1" lang="en-US" altLang="zh-CN" sz="2400">
                <a:solidFill>
                  <a:srgbClr val="FF0000"/>
                </a:solidFill>
                <a:latin typeface="Times New Roman" pitchFamily="18" charset="0"/>
              </a:rPr>
              <a:t>1</a:t>
            </a:r>
            <a:endParaRPr kumimoji="1" lang="en-US" altLang="zh-CN" sz="2400" b="0">
              <a:solidFill>
                <a:srgbClr val="FF0000"/>
              </a:solidFill>
              <a:latin typeface="Times New Roman" pitchFamily="18" charset="0"/>
            </a:endParaRPr>
          </a:p>
        </p:txBody>
      </p:sp>
      <p:sp>
        <p:nvSpPr>
          <p:cNvPr id="51218" name="Text Box 18"/>
          <p:cNvSpPr txBox="1">
            <a:spLocks noChangeArrowheads="1"/>
          </p:cNvSpPr>
          <p:nvPr/>
        </p:nvSpPr>
        <p:spPr bwMode="auto">
          <a:xfrm>
            <a:off x="492125" y="3422650"/>
            <a:ext cx="536575" cy="457200"/>
          </a:xfrm>
          <a:prstGeom prst="rect">
            <a:avLst/>
          </a:prstGeom>
          <a:noFill/>
          <a:ln w="9525">
            <a:noFill/>
            <a:miter lim="800000"/>
            <a:headEnd/>
            <a:tailEnd/>
          </a:ln>
        </p:spPr>
        <p:txBody>
          <a:bodyPr>
            <a:spAutoFit/>
          </a:bodyPr>
          <a:lstStyle/>
          <a:p>
            <a:pPr>
              <a:spcBef>
                <a:spcPct val="50000"/>
              </a:spcBef>
            </a:pPr>
            <a:r>
              <a:rPr kumimoji="1" lang="zh-CN" altLang="en-US" sz="2400">
                <a:solidFill>
                  <a:srgbClr val="FF0000"/>
                </a:solidFill>
                <a:latin typeface="Times New Roman" pitchFamily="18" charset="0"/>
              </a:rPr>
              <a:t>解</a:t>
            </a:r>
          </a:p>
        </p:txBody>
      </p:sp>
      <p:sp>
        <p:nvSpPr>
          <p:cNvPr id="51219" name="Text Box 19"/>
          <p:cNvSpPr txBox="1">
            <a:spLocks noChangeArrowheads="1"/>
          </p:cNvSpPr>
          <p:nvPr/>
        </p:nvSpPr>
        <p:spPr bwMode="auto">
          <a:xfrm>
            <a:off x="952500" y="3436938"/>
            <a:ext cx="663575" cy="457200"/>
          </a:xfrm>
          <a:prstGeom prst="rect">
            <a:avLst/>
          </a:prstGeom>
          <a:noFill/>
          <a:ln w="9525">
            <a:noFill/>
            <a:miter lim="800000"/>
            <a:headEnd/>
            <a:tailEnd/>
          </a:ln>
        </p:spPr>
        <p:txBody>
          <a:bodyPr>
            <a:spAutoFit/>
          </a:bodyPr>
          <a:lstStyle/>
          <a:p>
            <a:pPr>
              <a:spcBef>
                <a:spcPct val="50000"/>
              </a:spcBef>
            </a:pPr>
            <a:r>
              <a:rPr kumimoji="1" lang="en-US" altLang="zh-CN" sz="2400">
                <a:solidFill>
                  <a:schemeClr val="tx2"/>
                </a:solidFill>
                <a:latin typeface="Times New Roman" pitchFamily="18" charset="0"/>
              </a:rPr>
              <a:t>(1)</a:t>
            </a:r>
            <a:endParaRPr kumimoji="1" lang="en-US" altLang="zh-CN" sz="2800">
              <a:solidFill>
                <a:schemeClr val="tx2"/>
              </a:solidFill>
              <a:latin typeface="Times New Roman" pitchFamily="18" charset="0"/>
            </a:endParaRPr>
          </a:p>
        </p:txBody>
      </p:sp>
      <p:sp>
        <p:nvSpPr>
          <p:cNvPr id="51220" name="Text Box 20"/>
          <p:cNvSpPr txBox="1">
            <a:spLocks noChangeArrowheads="1"/>
          </p:cNvSpPr>
          <p:nvPr/>
        </p:nvSpPr>
        <p:spPr bwMode="auto">
          <a:xfrm>
            <a:off x="958850" y="4949825"/>
            <a:ext cx="603250" cy="457200"/>
          </a:xfrm>
          <a:prstGeom prst="rect">
            <a:avLst/>
          </a:prstGeom>
          <a:noFill/>
          <a:ln w="9525">
            <a:noFill/>
            <a:miter lim="800000"/>
            <a:headEnd/>
            <a:tailEnd/>
          </a:ln>
        </p:spPr>
        <p:txBody>
          <a:bodyPr>
            <a:spAutoFit/>
          </a:bodyPr>
          <a:lstStyle/>
          <a:p>
            <a:pPr>
              <a:spcBef>
                <a:spcPct val="50000"/>
              </a:spcBef>
            </a:pPr>
            <a:r>
              <a:rPr kumimoji="1" lang="en-US" altLang="zh-CN" sz="2400">
                <a:solidFill>
                  <a:schemeClr val="tx2"/>
                </a:solidFill>
                <a:latin typeface="Times New Roman" pitchFamily="18" charset="0"/>
              </a:rPr>
              <a:t>(2)</a:t>
            </a:r>
          </a:p>
        </p:txBody>
      </p:sp>
      <p:sp>
        <p:nvSpPr>
          <p:cNvPr id="51221" name="Rectangle 21"/>
          <p:cNvSpPr>
            <a:spLocks noChangeArrowheads="1"/>
          </p:cNvSpPr>
          <p:nvPr/>
        </p:nvSpPr>
        <p:spPr bwMode="auto">
          <a:xfrm>
            <a:off x="1454150" y="5924550"/>
            <a:ext cx="1554163" cy="457200"/>
          </a:xfrm>
          <a:prstGeom prst="rect">
            <a:avLst/>
          </a:prstGeom>
          <a:noFill/>
          <a:ln w="9525">
            <a:noFill/>
            <a:miter lim="800000"/>
            <a:headEnd/>
            <a:tailEnd/>
          </a:ln>
        </p:spPr>
        <p:txBody>
          <a:bodyPr wrap="none" anchor="ctr">
            <a:spAutoFit/>
          </a:bodyPr>
          <a:lstStyle/>
          <a:p>
            <a:pPr algn="ctr">
              <a:spcBef>
                <a:spcPct val="50000"/>
              </a:spcBef>
            </a:pPr>
            <a:r>
              <a:rPr kumimoji="1" lang="zh-CN" altLang="en-US" sz="2400">
                <a:solidFill>
                  <a:schemeClr val="tx2"/>
                </a:solidFill>
                <a:latin typeface="Times New Roman" pitchFamily="18" charset="0"/>
              </a:rPr>
              <a:t>当 </a:t>
            </a:r>
            <a:r>
              <a:rPr kumimoji="1" lang="en-US" altLang="zh-CN" sz="2400" i="1">
                <a:solidFill>
                  <a:srgbClr val="FF6600"/>
                </a:solidFill>
                <a:latin typeface="Times New Roman" pitchFamily="18" charset="0"/>
              </a:rPr>
              <a:t>t </a:t>
            </a:r>
            <a:r>
              <a:rPr kumimoji="1" lang="en-US" altLang="zh-CN" sz="2400">
                <a:solidFill>
                  <a:srgbClr val="FF6600"/>
                </a:solidFill>
                <a:latin typeface="Times New Roman" pitchFamily="18" charset="0"/>
              </a:rPr>
              <a:t>=2s</a:t>
            </a:r>
            <a:r>
              <a:rPr kumimoji="1" lang="en-US" altLang="zh-CN" sz="2400">
                <a:solidFill>
                  <a:schemeClr val="tx2"/>
                </a:solidFill>
                <a:latin typeface="Times New Roman" pitchFamily="18" charset="0"/>
              </a:rPr>
              <a:t> </a:t>
            </a:r>
            <a:r>
              <a:rPr kumimoji="1" lang="zh-CN" altLang="en-US" sz="2400">
                <a:solidFill>
                  <a:schemeClr val="tx2"/>
                </a:solidFill>
                <a:latin typeface="Times New Roman" pitchFamily="18" charset="0"/>
              </a:rPr>
              <a:t>时</a:t>
            </a:r>
          </a:p>
        </p:txBody>
      </p:sp>
      <p:graphicFrame>
        <p:nvGraphicFramePr>
          <p:cNvPr id="24" name="Object 9"/>
          <p:cNvGraphicFramePr>
            <a:graphicFrameLocks/>
          </p:cNvGraphicFramePr>
          <p:nvPr/>
        </p:nvGraphicFramePr>
        <p:xfrm>
          <a:off x="2500313" y="2643188"/>
          <a:ext cx="571500" cy="434975"/>
        </p:xfrm>
        <a:graphic>
          <a:graphicData uri="http://schemas.openxmlformats.org/presentationml/2006/ole">
            <p:oleObj spid="_x0000_s11273" name="公式" r:id="rId10" imgW="266400" imgH="20304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02"/>
                                        </p:tgtEl>
                                        <p:attrNameLst>
                                          <p:attrName>style.visibility</p:attrName>
                                        </p:attrNameLst>
                                      </p:cBhvr>
                                      <p:to>
                                        <p:strVal val="visible"/>
                                      </p:to>
                                    </p:set>
                                    <p:animEffect transition="in" filter="wipe(left)">
                                      <p:cBhvr>
                                        <p:cTn id="7" dur="500"/>
                                        <p:tgtEl>
                                          <p:spTgt spid="5120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203"/>
                                        </p:tgtEl>
                                        <p:attrNameLst>
                                          <p:attrName>style.visibility</p:attrName>
                                        </p:attrNameLst>
                                      </p:cBhvr>
                                      <p:to>
                                        <p:strVal val="visible"/>
                                      </p:to>
                                    </p:set>
                                    <p:animEffect transition="in" filter="wipe(left)">
                                      <p:cBhvr>
                                        <p:cTn id="12" dur="500"/>
                                        <p:tgtEl>
                                          <p:spTgt spid="5120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1205"/>
                                        </p:tgtEl>
                                        <p:attrNameLst>
                                          <p:attrName>style.visibility</p:attrName>
                                        </p:attrNameLst>
                                      </p:cBhvr>
                                      <p:to>
                                        <p:strVal val="visible"/>
                                      </p:to>
                                    </p:set>
                                    <p:animEffect transition="in" filter="wipe(left)">
                                      <p:cBhvr>
                                        <p:cTn id="17" dur="500"/>
                                        <p:tgtEl>
                                          <p:spTgt spid="51205"/>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51204"/>
                                        </p:tgtEl>
                                        <p:attrNameLst>
                                          <p:attrName>style.visibility</p:attrName>
                                        </p:attrNameLst>
                                      </p:cBhvr>
                                      <p:to>
                                        <p:strVal val="visible"/>
                                      </p:to>
                                    </p:set>
                                    <p:animEffect transition="in" filter="wipe(left)">
                                      <p:cBhvr>
                                        <p:cTn id="21" dur="500"/>
                                        <p:tgtEl>
                                          <p:spTgt spid="5120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1217"/>
                                        </p:tgtEl>
                                        <p:attrNameLst>
                                          <p:attrName>style.visibility</p:attrName>
                                        </p:attrNameLst>
                                      </p:cBhvr>
                                      <p:to>
                                        <p:strVal val="visible"/>
                                      </p:to>
                                    </p:set>
                                    <p:animEffect transition="in" filter="wipe(left)">
                                      <p:cBhvr>
                                        <p:cTn id="26" dur="500"/>
                                        <p:tgtEl>
                                          <p:spTgt spid="5121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51214"/>
                                        </p:tgtEl>
                                        <p:attrNameLst>
                                          <p:attrName>style.visibility</p:attrName>
                                        </p:attrNameLst>
                                      </p:cBhvr>
                                      <p:to>
                                        <p:strVal val="visible"/>
                                      </p:to>
                                    </p:set>
                                    <p:animEffect transition="in" filter="wipe(left)">
                                      <p:cBhvr>
                                        <p:cTn id="31" dur="500"/>
                                        <p:tgtEl>
                                          <p:spTgt spid="51214"/>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51215"/>
                                        </p:tgtEl>
                                        <p:attrNameLst>
                                          <p:attrName>style.visibility</p:attrName>
                                        </p:attrNameLst>
                                      </p:cBhvr>
                                      <p:to>
                                        <p:strVal val="visible"/>
                                      </p:to>
                                    </p:set>
                                    <p:animEffect transition="in" filter="wipe(left)">
                                      <p:cBhvr>
                                        <p:cTn id="35" dur="500"/>
                                        <p:tgtEl>
                                          <p:spTgt spid="5121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1216"/>
                                        </p:tgtEl>
                                        <p:attrNameLst>
                                          <p:attrName>style.visibility</p:attrName>
                                        </p:attrNameLst>
                                      </p:cBhvr>
                                      <p:to>
                                        <p:strVal val="visible"/>
                                      </p:to>
                                    </p:set>
                                    <p:animEffect transition="in" filter="wipe(left)">
                                      <p:cBhvr>
                                        <p:cTn id="40" dur="500"/>
                                        <p:tgtEl>
                                          <p:spTgt spid="51216"/>
                                        </p:tgtEl>
                                      </p:cBhvr>
                                    </p:animEffect>
                                  </p:childTnLst>
                                </p:cTn>
                              </p:par>
                            </p:childTnLst>
                          </p:cTn>
                        </p:par>
                        <p:par>
                          <p:cTn id="41" fill="hold">
                            <p:stCondLst>
                              <p:cond delay="500"/>
                            </p:stCondLst>
                            <p:childTnLst>
                              <p:par>
                                <p:cTn id="42" presetID="22" presetClass="entr" presetSubtype="8" fill="hold" nodeType="after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wipe(left)">
                                      <p:cBhvr>
                                        <p:cTn id="44" dur="500"/>
                                        <p:tgtEl>
                                          <p:spTgt spid="24"/>
                                        </p:tgtEl>
                                      </p:cBhvr>
                                    </p:animEffect>
                                  </p:childTnLst>
                                </p:cTn>
                              </p:par>
                            </p:childTnLst>
                          </p:cTn>
                        </p:par>
                        <p:par>
                          <p:cTn id="45" fill="hold">
                            <p:stCondLst>
                              <p:cond delay="1000"/>
                            </p:stCondLst>
                            <p:childTnLst>
                              <p:par>
                                <p:cTn id="46" presetID="22" presetClass="entr" presetSubtype="8" fill="hold" grpId="0" nodeType="afterEffect">
                                  <p:stCondLst>
                                    <p:cond delay="0"/>
                                  </p:stCondLst>
                                  <p:childTnLst>
                                    <p:set>
                                      <p:cBhvr>
                                        <p:cTn id="47" dur="1" fill="hold">
                                          <p:stCondLst>
                                            <p:cond delay="0"/>
                                          </p:stCondLst>
                                        </p:cTn>
                                        <p:tgtEl>
                                          <p:spTgt spid="51206"/>
                                        </p:tgtEl>
                                        <p:attrNameLst>
                                          <p:attrName>style.visibility</p:attrName>
                                        </p:attrNameLst>
                                      </p:cBhvr>
                                      <p:to>
                                        <p:strVal val="visible"/>
                                      </p:to>
                                    </p:set>
                                    <p:animEffect transition="in" filter="wipe(left)">
                                      <p:cBhvr>
                                        <p:cTn id="48" dur="500"/>
                                        <p:tgtEl>
                                          <p:spTgt spid="51206"/>
                                        </p:tgtEl>
                                      </p:cBhvr>
                                    </p:animEffect>
                                  </p:childTnLst>
                                </p:cTn>
                              </p:par>
                            </p:childTnLst>
                          </p:cTn>
                        </p:par>
                        <p:par>
                          <p:cTn id="49" fill="hold">
                            <p:stCondLst>
                              <p:cond delay="1500"/>
                            </p:stCondLst>
                            <p:childTnLst>
                              <p:par>
                                <p:cTn id="50" presetID="22" presetClass="entr" presetSubtype="8" fill="hold" grpId="0" nodeType="afterEffect">
                                  <p:stCondLst>
                                    <p:cond delay="0"/>
                                  </p:stCondLst>
                                  <p:childTnLst>
                                    <p:set>
                                      <p:cBhvr>
                                        <p:cTn id="51" dur="1" fill="hold">
                                          <p:stCondLst>
                                            <p:cond delay="0"/>
                                          </p:stCondLst>
                                        </p:cTn>
                                        <p:tgtEl>
                                          <p:spTgt spid="51207"/>
                                        </p:tgtEl>
                                        <p:attrNameLst>
                                          <p:attrName>style.visibility</p:attrName>
                                        </p:attrNameLst>
                                      </p:cBhvr>
                                      <p:to>
                                        <p:strVal val="visible"/>
                                      </p:to>
                                    </p:set>
                                    <p:animEffect transition="in" filter="wipe(left)">
                                      <p:cBhvr>
                                        <p:cTn id="52" dur="500"/>
                                        <p:tgtEl>
                                          <p:spTgt spid="5120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1218"/>
                                        </p:tgtEl>
                                        <p:attrNameLst>
                                          <p:attrName>style.visibility</p:attrName>
                                        </p:attrNameLst>
                                      </p:cBhvr>
                                      <p:to>
                                        <p:strVal val="visible"/>
                                      </p:to>
                                    </p:set>
                                    <p:animEffect transition="in" filter="wipe(left)">
                                      <p:cBhvr>
                                        <p:cTn id="57" dur="500"/>
                                        <p:tgtEl>
                                          <p:spTgt spid="5121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51219"/>
                                        </p:tgtEl>
                                        <p:attrNameLst>
                                          <p:attrName>style.visibility</p:attrName>
                                        </p:attrNameLst>
                                      </p:cBhvr>
                                      <p:to>
                                        <p:strVal val="visible"/>
                                      </p:to>
                                    </p:set>
                                    <p:animEffect transition="in" filter="wipe(left)">
                                      <p:cBhvr>
                                        <p:cTn id="62" dur="500"/>
                                        <p:tgtEl>
                                          <p:spTgt spid="5121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51209"/>
                                        </p:tgtEl>
                                        <p:attrNameLst>
                                          <p:attrName>style.visibility</p:attrName>
                                        </p:attrNameLst>
                                      </p:cBhvr>
                                      <p:to>
                                        <p:strVal val="visible"/>
                                      </p:to>
                                    </p:set>
                                    <p:animEffect transition="in" filter="wipe(left)">
                                      <p:cBhvr>
                                        <p:cTn id="67" dur="500"/>
                                        <p:tgtEl>
                                          <p:spTgt spid="51209"/>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51210"/>
                                        </p:tgtEl>
                                        <p:attrNameLst>
                                          <p:attrName>style.visibility</p:attrName>
                                        </p:attrNameLst>
                                      </p:cBhvr>
                                      <p:to>
                                        <p:strVal val="visible"/>
                                      </p:to>
                                    </p:set>
                                    <p:animEffect transition="in" filter="wipe(left)">
                                      <p:cBhvr>
                                        <p:cTn id="72" dur="500"/>
                                        <p:tgtEl>
                                          <p:spTgt spid="51210"/>
                                        </p:tgtEl>
                                      </p:cBhvr>
                                    </p:animEffect>
                                  </p:childTnLst>
                                </p:cTn>
                              </p:par>
                            </p:childTnLst>
                          </p:cTn>
                        </p:par>
                      </p:childTnLst>
                    </p:cTn>
                  </p:par>
                  <p:par>
                    <p:cTn id="73" fill="hold">
                      <p:stCondLst>
                        <p:cond delay="indefinite"/>
                      </p:stCondLst>
                      <p:childTnLst>
                        <p:par>
                          <p:cTn id="74" fill="hold">
                            <p:stCondLst>
                              <p:cond delay="0"/>
                            </p:stCondLst>
                            <p:childTnLst>
                              <p:par>
                                <p:cTn id="75" presetID="23" presetClass="entr" presetSubtype="16" fill="hold" nodeType="clickEffect">
                                  <p:stCondLst>
                                    <p:cond delay="0"/>
                                  </p:stCondLst>
                                  <p:childTnLst>
                                    <p:set>
                                      <p:cBhvr>
                                        <p:cTn id="76" dur="1" fill="hold">
                                          <p:stCondLst>
                                            <p:cond delay="0"/>
                                          </p:stCondLst>
                                        </p:cTn>
                                        <p:tgtEl>
                                          <p:spTgt spid="51211"/>
                                        </p:tgtEl>
                                        <p:attrNameLst>
                                          <p:attrName>style.visibility</p:attrName>
                                        </p:attrNameLst>
                                      </p:cBhvr>
                                      <p:to>
                                        <p:strVal val="visible"/>
                                      </p:to>
                                    </p:set>
                                    <p:anim calcmode="lin" valueType="num">
                                      <p:cBhvr>
                                        <p:cTn id="77" dur="500" fill="hold"/>
                                        <p:tgtEl>
                                          <p:spTgt spid="51211"/>
                                        </p:tgtEl>
                                        <p:attrNameLst>
                                          <p:attrName>ppt_w</p:attrName>
                                        </p:attrNameLst>
                                      </p:cBhvr>
                                      <p:tavLst>
                                        <p:tav tm="0">
                                          <p:val>
                                            <p:fltVal val="0"/>
                                          </p:val>
                                        </p:tav>
                                        <p:tav tm="100000">
                                          <p:val>
                                            <p:strVal val="#ppt_w"/>
                                          </p:val>
                                        </p:tav>
                                      </p:tavLst>
                                    </p:anim>
                                    <p:anim calcmode="lin" valueType="num">
                                      <p:cBhvr>
                                        <p:cTn id="78" dur="500" fill="hold"/>
                                        <p:tgtEl>
                                          <p:spTgt spid="51211"/>
                                        </p:tgtEl>
                                        <p:attrNameLst>
                                          <p:attrName>ppt_h</p:attrName>
                                        </p:attrNameLst>
                                      </p:cBhvr>
                                      <p:tavLst>
                                        <p:tav tm="0">
                                          <p:val>
                                            <p:fltVal val="0"/>
                                          </p:val>
                                        </p:tav>
                                        <p:tav tm="100000">
                                          <p:val>
                                            <p:strVal val="#ppt_h"/>
                                          </p:val>
                                        </p:tav>
                                      </p:tavLst>
                                    </p:anim>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51220"/>
                                        </p:tgtEl>
                                        <p:attrNameLst>
                                          <p:attrName>style.visibility</p:attrName>
                                        </p:attrNameLst>
                                      </p:cBhvr>
                                      <p:to>
                                        <p:strVal val="visible"/>
                                      </p:to>
                                    </p:set>
                                    <p:animEffect transition="in" filter="wipe(left)">
                                      <p:cBhvr>
                                        <p:cTn id="83" dur="500"/>
                                        <p:tgtEl>
                                          <p:spTgt spid="51220"/>
                                        </p:tgtEl>
                                      </p:cBhvr>
                                    </p:animEffect>
                                  </p:childTnLst>
                                </p:cTn>
                              </p:par>
                            </p:childTnLst>
                          </p:cTn>
                        </p:par>
                      </p:childTnLst>
                    </p:cTn>
                  </p:par>
                  <p:par>
                    <p:cTn id="84" fill="hold">
                      <p:stCondLst>
                        <p:cond delay="indefinite"/>
                      </p:stCondLst>
                      <p:childTnLst>
                        <p:par>
                          <p:cTn id="85" fill="hold">
                            <p:stCondLst>
                              <p:cond delay="0"/>
                            </p:stCondLst>
                            <p:childTnLst>
                              <p:par>
                                <p:cTn id="86" presetID="23" presetClass="entr" presetSubtype="16" fill="hold" nodeType="clickEffect">
                                  <p:stCondLst>
                                    <p:cond delay="0"/>
                                  </p:stCondLst>
                                  <p:childTnLst>
                                    <p:set>
                                      <p:cBhvr>
                                        <p:cTn id="87" dur="1" fill="hold">
                                          <p:stCondLst>
                                            <p:cond delay="0"/>
                                          </p:stCondLst>
                                        </p:cTn>
                                        <p:tgtEl>
                                          <p:spTgt spid="51212"/>
                                        </p:tgtEl>
                                        <p:attrNameLst>
                                          <p:attrName>style.visibility</p:attrName>
                                        </p:attrNameLst>
                                      </p:cBhvr>
                                      <p:to>
                                        <p:strVal val="visible"/>
                                      </p:to>
                                    </p:set>
                                    <p:anim calcmode="lin" valueType="num">
                                      <p:cBhvr>
                                        <p:cTn id="88" dur="500" fill="hold"/>
                                        <p:tgtEl>
                                          <p:spTgt spid="51212"/>
                                        </p:tgtEl>
                                        <p:attrNameLst>
                                          <p:attrName>ppt_w</p:attrName>
                                        </p:attrNameLst>
                                      </p:cBhvr>
                                      <p:tavLst>
                                        <p:tav tm="0">
                                          <p:val>
                                            <p:fltVal val="0"/>
                                          </p:val>
                                        </p:tav>
                                        <p:tav tm="100000">
                                          <p:val>
                                            <p:strVal val="#ppt_w"/>
                                          </p:val>
                                        </p:tav>
                                      </p:tavLst>
                                    </p:anim>
                                    <p:anim calcmode="lin" valueType="num">
                                      <p:cBhvr>
                                        <p:cTn id="89" dur="500" fill="hold"/>
                                        <p:tgtEl>
                                          <p:spTgt spid="51212"/>
                                        </p:tgtEl>
                                        <p:attrNameLst>
                                          <p:attrName>ppt_h</p:attrName>
                                        </p:attrNameLst>
                                      </p:cBhvr>
                                      <p:tavLst>
                                        <p:tav tm="0">
                                          <p:val>
                                            <p:fltVal val="0"/>
                                          </p:val>
                                        </p:tav>
                                        <p:tav tm="100000">
                                          <p:val>
                                            <p:strVal val="#ppt_h"/>
                                          </p:val>
                                        </p:tav>
                                      </p:tavLst>
                                    </p:anim>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51221"/>
                                        </p:tgtEl>
                                        <p:attrNameLst>
                                          <p:attrName>style.visibility</p:attrName>
                                        </p:attrNameLst>
                                      </p:cBhvr>
                                      <p:to>
                                        <p:strVal val="visible"/>
                                      </p:to>
                                    </p:set>
                                    <p:animEffect transition="in" filter="wipe(left)">
                                      <p:cBhvr>
                                        <p:cTn id="94" dur="500"/>
                                        <p:tgtEl>
                                          <p:spTgt spid="51221"/>
                                        </p:tgtEl>
                                      </p:cBhvr>
                                    </p:animEffect>
                                  </p:childTnLst>
                                </p:cTn>
                              </p:par>
                            </p:childTnLst>
                          </p:cTn>
                        </p:par>
                        <p:par>
                          <p:cTn id="95" fill="hold">
                            <p:stCondLst>
                              <p:cond delay="500"/>
                            </p:stCondLst>
                            <p:childTnLst>
                              <p:par>
                                <p:cTn id="96" presetID="22" presetClass="entr" presetSubtype="8" fill="hold" nodeType="afterEffect">
                                  <p:stCondLst>
                                    <p:cond delay="0"/>
                                  </p:stCondLst>
                                  <p:childTnLst>
                                    <p:set>
                                      <p:cBhvr>
                                        <p:cTn id="97" dur="1" fill="hold">
                                          <p:stCondLst>
                                            <p:cond delay="0"/>
                                          </p:stCondLst>
                                        </p:cTn>
                                        <p:tgtEl>
                                          <p:spTgt spid="51213"/>
                                        </p:tgtEl>
                                        <p:attrNameLst>
                                          <p:attrName>style.visibility</p:attrName>
                                        </p:attrNameLst>
                                      </p:cBhvr>
                                      <p:to>
                                        <p:strVal val="visible"/>
                                      </p:to>
                                    </p:set>
                                    <p:animEffect transition="in" filter="wipe(left)">
                                      <p:cBhvr>
                                        <p:cTn id="98" dur="500"/>
                                        <p:tgtEl>
                                          <p:spTgt spid="51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autoUpdateAnimBg="0"/>
      <p:bldP spid="51203" grpId="0" autoUpdateAnimBg="0"/>
      <p:bldP spid="51205" grpId="0" autoUpdateAnimBg="0"/>
      <p:bldP spid="51206" grpId="0" autoUpdateAnimBg="0"/>
      <p:bldP spid="51207" grpId="0" autoUpdateAnimBg="0"/>
      <p:bldP spid="51214" grpId="0" autoUpdateAnimBg="0"/>
      <p:bldP spid="51216" grpId="0" autoUpdateAnimBg="0"/>
      <p:bldP spid="51217" grpId="0" autoUpdateAnimBg="0"/>
      <p:bldP spid="51218" grpId="0" autoUpdateAnimBg="0"/>
      <p:bldP spid="51219" grpId="0" autoUpdateAnimBg="0"/>
      <p:bldP spid="51220" grpId="0" autoUpdateAnimBg="0"/>
      <p:bldP spid="51221"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Text Box 2"/>
          <p:cNvSpPr txBox="1">
            <a:spLocks noChangeArrowheads="1"/>
          </p:cNvSpPr>
          <p:nvPr/>
        </p:nvSpPr>
        <p:spPr bwMode="auto">
          <a:xfrm>
            <a:off x="107950" y="500063"/>
            <a:ext cx="685800" cy="457200"/>
          </a:xfrm>
          <a:prstGeom prst="rect">
            <a:avLst/>
          </a:prstGeom>
          <a:noFill/>
          <a:ln w="9525">
            <a:noFill/>
            <a:miter lim="800000"/>
            <a:headEnd/>
            <a:tailEnd/>
          </a:ln>
        </p:spPr>
        <p:txBody>
          <a:bodyPr>
            <a:spAutoFit/>
          </a:bodyPr>
          <a:lstStyle/>
          <a:p>
            <a:pPr>
              <a:spcBef>
                <a:spcPct val="50000"/>
              </a:spcBef>
            </a:pPr>
            <a:r>
              <a:rPr kumimoji="1" lang="zh-CN" altLang="en-US" sz="2400">
                <a:solidFill>
                  <a:srgbClr val="FF0000"/>
                </a:solidFill>
                <a:latin typeface="Times New Roman" pitchFamily="18" charset="0"/>
              </a:rPr>
              <a:t>例</a:t>
            </a:r>
            <a:r>
              <a:rPr kumimoji="1" lang="en-US" altLang="zh-CN" sz="2400">
                <a:solidFill>
                  <a:srgbClr val="FF0000"/>
                </a:solidFill>
                <a:latin typeface="Times New Roman" pitchFamily="18" charset="0"/>
              </a:rPr>
              <a:t>2</a:t>
            </a:r>
            <a:endParaRPr kumimoji="1" lang="en-US" altLang="zh-CN" sz="2400" b="0">
              <a:solidFill>
                <a:srgbClr val="FF0000"/>
              </a:solidFill>
              <a:latin typeface="Times New Roman" pitchFamily="18" charset="0"/>
            </a:endParaRPr>
          </a:p>
        </p:txBody>
      </p:sp>
      <p:grpSp>
        <p:nvGrpSpPr>
          <p:cNvPr id="2" name="Group 3"/>
          <p:cNvGrpSpPr>
            <a:grpSpLocks/>
          </p:cNvGrpSpPr>
          <p:nvPr/>
        </p:nvGrpSpPr>
        <p:grpSpPr bwMode="auto">
          <a:xfrm>
            <a:off x="639763" y="434975"/>
            <a:ext cx="8324850" cy="1298575"/>
            <a:chOff x="403" y="274"/>
            <a:chExt cx="5244" cy="818"/>
          </a:xfrm>
        </p:grpSpPr>
        <p:sp>
          <p:nvSpPr>
            <p:cNvPr id="12306" name="Text Box 4"/>
            <p:cNvSpPr txBox="1">
              <a:spLocks noChangeArrowheads="1"/>
            </p:cNvSpPr>
            <p:nvPr/>
          </p:nvSpPr>
          <p:spPr bwMode="auto">
            <a:xfrm>
              <a:off x="403" y="274"/>
              <a:ext cx="5244" cy="674"/>
            </a:xfrm>
            <a:prstGeom prst="rect">
              <a:avLst/>
            </a:prstGeom>
            <a:noFill/>
            <a:ln w="9525">
              <a:noFill/>
              <a:miter lim="800000"/>
              <a:headEnd/>
              <a:tailEnd/>
            </a:ln>
            <a:effectLst>
              <a:prstShdw prst="shdw13" dist="53882" dir="13500000">
                <a:schemeClr val="bg2"/>
              </a:prstShdw>
            </a:effectLst>
          </p:spPr>
          <p:txBody>
            <a:bodyPr>
              <a:spAutoFit/>
            </a:bodyPr>
            <a:lstStyle/>
            <a:p>
              <a:pPr>
                <a:lnSpc>
                  <a:spcPct val="140000"/>
                </a:lnSpc>
              </a:pPr>
              <a:r>
                <a:rPr kumimoji="1" lang="zh-CN" altLang="en-US" sz="2400">
                  <a:solidFill>
                    <a:srgbClr val="1C1C1C"/>
                  </a:solidFill>
                  <a:latin typeface="Times New Roman" pitchFamily="18" charset="0"/>
                </a:rPr>
                <a:t>设质点的运动方程为                             ，其中                                          </a:t>
              </a:r>
            </a:p>
            <a:p>
              <a:pPr>
                <a:lnSpc>
                  <a:spcPct val="140000"/>
                </a:lnSpc>
              </a:pPr>
              <a:endParaRPr kumimoji="1" lang="zh-CN" altLang="en-US" sz="2400">
                <a:solidFill>
                  <a:srgbClr val="FF0000"/>
                </a:solidFill>
                <a:latin typeface="Times New Roman" pitchFamily="18" charset="0"/>
              </a:endParaRPr>
            </a:p>
          </p:txBody>
        </p:sp>
        <p:graphicFrame>
          <p:nvGraphicFramePr>
            <p:cNvPr id="12294" name="Object 5"/>
            <p:cNvGraphicFramePr>
              <a:graphicFrameLocks noChangeAspect="1"/>
            </p:cNvGraphicFramePr>
            <p:nvPr/>
          </p:nvGraphicFramePr>
          <p:xfrm>
            <a:off x="2250" y="315"/>
            <a:ext cx="1290" cy="274"/>
          </p:xfrm>
          <a:graphic>
            <a:graphicData uri="http://schemas.openxmlformats.org/presentationml/2006/ole">
              <p:oleObj spid="_x0000_s12294" name="公式" r:id="rId3" imgW="1130040" imgH="241200" progId="Equation.3">
                <p:embed/>
              </p:oleObj>
            </a:graphicData>
          </a:graphic>
        </p:graphicFrame>
        <p:graphicFrame>
          <p:nvGraphicFramePr>
            <p:cNvPr id="12295" name="Object 6"/>
            <p:cNvGraphicFramePr>
              <a:graphicFrameLocks noChangeAspect="1"/>
            </p:cNvGraphicFramePr>
            <p:nvPr/>
          </p:nvGraphicFramePr>
          <p:xfrm>
            <a:off x="4182" y="354"/>
            <a:ext cx="1174" cy="231"/>
          </p:xfrm>
          <a:graphic>
            <a:graphicData uri="http://schemas.openxmlformats.org/presentationml/2006/ole">
              <p:oleObj spid="_x0000_s12295" name="公式" r:id="rId4" imgW="1028520" imgH="203040" progId="Equation.3">
                <p:embed/>
              </p:oleObj>
            </a:graphicData>
          </a:graphic>
        </p:graphicFrame>
        <p:graphicFrame>
          <p:nvGraphicFramePr>
            <p:cNvPr id="12296" name="Object 7"/>
            <p:cNvGraphicFramePr>
              <a:graphicFrameLocks noChangeAspect="1"/>
            </p:cNvGraphicFramePr>
            <p:nvPr/>
          </p:nvGraphicFramePr>
          <p:xfrm>
            <a:off x="601" y="630"/>
            <a:ext cx="1392" cy="462"/>
          </p:xfrm>
          <a:graphic>
            <a:graphicData uri="http://schemas.openxmlformats.org/presentationml/2006/ole">
              <p:oleObj spid="_x0000_s12296" name="公式" r:id="rId5" imgW="1218960" imgH="406080" progId="Equation.3">
                <p:embed/>
              </p:oleObj>
            </a:graphicData>
          </a:graphic>
        </p:graphicFrame>
      </p:grpSp>
      <p:sp>
        <p:nvSpPr>
          <p:cNvPr id="207880" name="Text Box 8"/>
          <p:cNvSpPr txBox="1">
            <a:spLocks noChangeArrowheads="1"/>
          </p:cNvSpPr>
          <p:nvPr/>
        </p:nvSpPr>
        <p:spPr bwMode="auto">
          <a:xfrm>
            <a:off x="230188" y="2035175"/>
            <a:ext cx="596900" cy="457200"/>
          </a:xfrm>
          <a:prstGeom prst="rect">
            <a:avLst/>
          </a:prstGeom>
          <a:noFill/>
          <a:ln w="9525">
            <a:noFill/>
            <a:miter lim="800000"/>
            <a:headEnd/>
            <a:tailEnd/>
          </a:ln>
        </p:spPr>
        <p:txBody>
          <a:bodyPr>
            <a:spAutoFit/>
          </a:bodyPr>
          <a:lstStyle/>
          <a:p>
            <a:pPr>
              <a:spcBef>
                <a:spcPct val="50000"/>
              </a:spcBef>
            </a:pPr>
            <a:r>
              <a:rPr kumimoji="1" lang="zh-CN" altLang="en-US" sz="2400">
                <a:solidFill>
                  <a:srgbClr val="FF0000"/>
                </a:solidFill>
                <a:latin typeface="Times New Roman" pitchFamily="18" charset="0"/>
              </a:rPr>
              <a:t>求</a:t>
            </a:r>
            <a:endParaRPr kumimoji="1" lang="zh-CN" altLang="en-US" sz="2400" b="0">
              <a:solidFill>
                <a:srgbClr val="FF0000"/>
              </a:solidFill>
              <a:latin typeface="Times New Roman" pitchFamily="18" charset="0"/>
            </a:endParaRPr>
          </a:p>
        </p:txBody>
      </p:sp>
      <p:sp>
        <p:nvSpPr>
          <p:cNvPr id="207881" name="Text Box 9"/>
          <p:cNvSpPr txBox="1">
            <a:spLocks noChangeArrowheads="1"/>
          </p:cNvSpPr>
          <p:nvPr/>
        </p:nvSpPr>
        <p:spPr bwMode="auto">
          <a:xfrm>
            <a:off x="758825" y="1906588"/>
            <a:ext cx="7342188" cy="549275"/>
          </a:xfrm>
          <a:prstGeom prst="rect">
            <a:avLst/>
          </a:prstGeom>
          <a:noFill/>
          <a:ln w="9525">
            <a:noFill/>
            <a:miter lim="800000"/>
            <a:headEnd/>
            <a:tailEnd/>
          </a:ln>
          <a:effectLst>
            <a:prstShdw prst="shdw13" dist="53882" dir="13500000">
              <a:schemeClr val="bg2"/>
            </a:prstShdw>
          </a:effectLst>
        </p:spPr>
        <p:txBody>
          <a:bodyPr>
            <a:spAutoFit/>
          </a:bodyPr>
          <a:lstStyle/>
          <a:p>
            <a:pPr>
              <a:lnSpc>
                <a:spcPct val="140000"/>
              </a:lnSpc>
            </a:pPr>
            <a:r>
              <a:rPr kumimoji="1" lang="en-US" altLang="zh-CN" sz="2400">
                <a:latin typeface="Times New Roman" pitchFamily="18" charset="0"/>
                <a:sym typeface="Wingdings" pitchFamily="2" charset="2"/>
              </a:rPr>
              <a:t>(</a:t>
            </a:r>
            <a:r>
              <a:rPr kumimoji="1" lang="en-US" altLang="zh-CN" sz="2400">
                <a:latin typeface="Times New Roman" pitchFamily="18" charset="0"/>
              </a:rPr>
              <a:t>1)</a:t>
            </a:r>
            <a:r>
              <a:rPr kumimoji="1" lang="en-US" altLang="zh-CN" sz="2400">
                <a:solidFill>
                  <a:srgbClr val="1C1C1C"/>
                </a:solidFill>
                <a:latin typeface="Times New Roman" pitchFamily="18" charset="0"/>
              </a:rPr>
              <a:t> </a:t>
            </a:r>
            <a:r>
              <a:rPr kumimoji="1" lang="en-US" altLang="zh-CN" sz="2400" i="1">
                <a:solidFill>
                  <a:srgbClr val="FF6600"/>
                </a:solidFill>
                <a:latin typeface="Times New Roman" pitchFamily="18" charset="0"/>
              </a:rPr>
              <a:t>t </a:t>
            </a:r>
            <a:r>
              <a:rPr kumimoji="1" lang="en-US" altLang="zh-CN" sz="2400">
                <a:solidFill>
                  <a:srgbClr val="FF6600"/>
                </a:solidFill>
                <a:latin typeface="Times New Roman" pitchFamily="18" charset="0"/>
              </a:rPr>
              <a:t>= 3s</a:t>
            </a:r>
            <a:r>
              <a:rPr kumimoji="1" lang="en-US" altLang="zh-CN" sz="2400">
                <a:solidFill>
                  <a:srgbClr val="FF0000"/>
                </a:solidFill>
                <a:latin typeface="Times New Roman" pitchFamily="18" charset="0"/>
              </a:rPr>
              <a:t> </a:t>
            </a:r>
            <a:r>
              <a:rPr kumimoji="1" lang="zh-CN" altLang="en-US" sz="2400">
                <a:solidFill>
                  <a:srgbClr val="1C1C1C"/>
                </a:solidFill>
                <a:latin typeface="Times New Roman" pitchFamily="18" charset="0"/>
              </a:rPr>
              <a:t>时的速度；</a:t>
            </a:r>
            <a:r>
              <a:rPr kumimoji="1" lang="en-US" altLang="zh-CN" sz="2400">
                <a:solidFill>
                  <a:srgbClr val="1C1C1C"/>
                </a:solidFill>
                <a:latin typeface="Times New Roman" pitchFamily="18" charset="0"/>
              </a:rPr>
              <a:t>(2) </a:t>
            </a:r>
            <a:r>
              <a:rPr kumimoji="1" lang="zh-CN" altLang="en-US" sz="2400">
                <a:solidFill>
                  <a:srgbClr val="1C1C1C"/>
                </a:solidFill>
                <a:latin typeface="Times New Roman" pitchFamily="18" charset="0"/>
              </a:rPr>
              <a:t>作出质点的运动轨迹图。</a:t>
            </a:r>
          </a:p>
        </p:txBody>
      </p:sp>
      <p:sp>
        <p:nvSpPr>
          <p:cNvPr id="207882" name="Text Box 10"/>
          <p:cNvSpPr txBox="1">
            <a:spLocks noChangeArrowheads="1"/>
          </p:cNvSpPr>
          <p:nvPr/>
        </p:nvSpPr>
        <p:spPr bwMode="auto">
          <a:xfrm>
            <a:off x="250825" y="2662238"/>
            <a:ext cx="536575" cy="457200"/>
          </a:xfrm>
          <a:prstGeom prst="rect">
            <a:avLst/>
          </a:prstGeom>
          <a:noFill/>
          <a:ln w="9525">
            <a:noFill/>
            <a:miter lim="800000"/>
            <a:headEnd/>
            <a:tailEnd/>
          </a:ln>
        </p:spPr>
        <p:txBody>
          <a:bodyPr>
            <a:spAutoFit/>
          </a:bodyPr>
          <a:lstStyle/>
          <a:p>
            <a:pPr>
              <a:spcBef>
                <a:spcPct val="50000"/>
              </a:spcBef>
            </a:pPr>
            <a:r>
              <a:rPr kumimoji="1" lang="zh-CN" altLang="en-US" sz="2400">
                <a:solidFill>
                  <a:srgbClr val="FF0000"/>
                </a:solidFill>
                <a:latin typeface="Times New Roman" pitchFamily="18" charset="0"/>
              </a:rPr>
              <a:t>解</a:t>
            </a:r>
            <a:endParaRPr kumimoji="1" lang="zh-CN" altLang="en-US" sz="2400" b="0">
              <a:solidFill>
                <a:srgbClr val="FF0000"/>
              </a:solidFill>
              <a:latin typeface="Times New Roman" pitchFamily="18" charset="0"/>
            </a:endParaRPr>
          </a:p>
        </p:txBody>
      </p:sp>
      <p:sp>
        <p:nvSpPr>
          <p:cNvPr id="207883" name="Text Box 11"/>
          <p:cNvSpPr txBox="1">
            <a:spLocks noChangeArrowheads="1"/>
          </p:cNvSpPr>
          <p:nvPr/>
        </p:nvSpPr>
        <p:spPr bwMode="auto">
          <a:xfrm>
            <a:off x="623888" y="2636838"/>
            <a:ext cx="6324600" cy="457200"/>
          </a:xfrm>
          <a:prstGeom prst="rect">
            <a:avLst/>
          </a:prstGeom>
          <a:noFill/>
          <a:ln w="9525">
            <a:noFill/>
            <a:miter lim="800000"/>
            <a:headEnd/>
            <a:tailEnd/>
          </a:ln>
        </p:spPr>
        <p:txBody>
          <a:bodyPr>
            <a:spAutoFit/>
          </a:bodyPr>
          <a:lstStyle/>
          <a:p>
            <a:r>
              <a:rPr kumimoji="1" lang="zh-CN" altLang="en-US" sz="2400">
                <a:solidFill>
                  <a:srgbClr val="1C1C1C"/>
                </a:solidFill>
                <a:latin typeface="Times New Roman" pitchFamily="18" charset="0"/>
              </a:rPr>
              <a:t>  </a:t>
            </a:r>
            <a:r>
              <a:rPr kumimoji="1" lang="en-US" altLang="zh-CN" sz="2400">
                <a:solidFill>
                  <a:srgbClr val="1C1C1C"/>
                </a:solidFill>
                <a:latin typeface="Times New Roman" pitchFamily="18" charset="0"/>
              </a:rPr>
              <a:t>(</a:t>
            </a:r>
            <a:r>
              <a:rPr kumimoji="1" lang="en-US" altLang="zh-CN" sz="2400">
                <a:solidFill>
                  <a:schemeClr val="tx2"/>
                </a:solidFill>
                <a:latin typeface="Times New Roman" pitchFamily="18" charset="0"/>
              </a:rPr>
              <a:t>1) </a:t>
            </a:r>
            <a:r>
              <a:rPr kumimoji="1" lang="zh-CN" altLang="en-US" sz="2400">
                <a:solidFill>
                  <a:srgbClr val="1C1C1C"/>
                </a:solidFill>
                <a:latin typeface="Times New Roman" pitchFamily="18" charset="0"/>
              </a:rPr>
              <a:t>由题意可得速度分量分别为</a:t>
            </a:r>
          </a:p>
        </p:txBody>
      </p:sp>
      <p:graphicFrame>
        <p:nvGraphicFramePr>
          <p:cNvPr id="207884" name="Object 12"/>
          <p:cNvGraphicFramePr>
            <a:graphicFrameLocks noChangeAspect="1"/>
          </p:cNvGraphicFramePr>
          <p:nvPr/>
        </p:nvGraphicFramePr>
        <p:xfrm>
          <a:off x="1331913" y="3213100"/>
          <a:ext cx="4932362" cy="733425"/>
        </p:xfrm>
        <a:graphic>
          <a:graphicData uri="http://schemas.openxmlformats.org/presentationml/2006/ole">
            <p:oleObj spid="_x0000_s12290" name="公式" r:id="rId6" imgW="2743200" imgH="406080" progId="Equation.3">
              <p:embed/>
            </p:oleObj>
          </a:graphicData>
        </a:graphic>
      </p:graphicFrame>
      <p:sp>
        <p:nvSpPr>
          <p:cNvPr id="207885" name="Text Box 13"/>
          <p:cNvSpPr txBox="1">
            <a:spLocks noChangeArrowheads="1"/>
          </p:cNvSpPr>
          <p:nvPr/>
        </p:nvSpPr>
        <p:spPr bwMode="auto">
          <a:xfrm>
            <a:off x="827088" y="4084638"/>
            <a:ext cx="2830512" cy="457200"/>
          </a:xfrm>
          <a:prstGeom prst="rect">
            <a:avLst/>
          </a:prstGeom>
          <a:noFill/>
          <a:ln w="9525">
            <a:noFill/>
            <a:miter lim="800000"/>
            <a:headEnd/>
            <a:tailEnd/>
          </a:ln>
        </p:spPr>
        <p:txBody>
          <a:bodyPr>
            <a:spAutoFit/>
          </a:bodyPr>
          <a:lstStyle/>
          <a:p>
            <a:r>
              <a:rPr kumimoji="1" lang="en-US" altLang="zh-CN" sz="2400" i="1">
                <a:solidFill>
                  <a:srgbClr val="FF6600"/>
                </a:solidFill>
                <a:latin typeface="Times New Roman" pitchFamily="18" charset="0"/>
              </a:rPr>
              <a:t>t</a:t>
            </a:r>
            <a:r>
              <a:rPr kumimoji="1" lang="en-US" altLang="zh-CN" sz="2400">
                <a:solidFill>
                  <a:srgbClr val="FF6600"/>
                </a:solidFill>
                <a:latin typeface="Times New Roman" pitchFamily="18" charset="0"/>
              </a:rPr>
              <a:t>=3s </a:t>
            </a:r>
            <a:r>
              <a:rPr kumimoji="1" lang="zh-CN" altLang="en-US" sz="2400">
                <a:solidFill>
                  <a:srgbClr val="1C1C1C"/>
                </a:solidFill>
                <a:latin typeface="Times New Roman" pitchFamily="18" charset="0"/>
              </a:rPr>
              <a:t>时速度为</a:t>
            </a:r>
          </a:p>
        </p:txBody>
      </p:sp>
      <p:graphicFrame>
        <p:nvGraphicFramePr>
          <p:cNvPr id="207886" name="Object 14"/>
          <p:cNvGraphicFramePr>
            <a:graphicFrameLocks noChangeAspect="1"/>
          </p:cNvGraphicFramePr>
          <p:nvPr/>
        </p:nvGraphicFramePr>
        <p:xfrm>
          <a:off x="2500313" y="4462463"/>
          <a:ext cx="3744912" cy="825500"/>
        </p:xfrm>
        <a:graphic>
          <a:graphicData uri="http://schemas.openxmlformats.org/presentationml/2006/ole">
            <p:oleObj spid="_x0000_s12291" name="公式" r:id="rId7" imgW="2082600" imgH="457200" progId="Equation.3">
              <p:embed/>
            </p:oleObj>
          </a:graphicData>
        </a:graphic>
      </p:graphicFrame>
      <p:graphicFrame>
        <p:nvGraphicFramePr>
          <p:cNvPr id="207887" name="Object 15"/>
          <p:cNvGraphicFramePr>
            <a:graphicFrameLocks noChangeAspect="1"/>
          </p:cNvGraphicFramePr>
          <p:nvPr/>
        </p:nvGraphicFramePr>
        <p:xfrm>
          <a:off x="4787900" y="5516563"/>
          <a:ext cx="2508250" cy="730250"/>
        </p:xfrm>
        <a:graphic>
          <a:graphicData uri="http://schemas.openxmlformats.org/presentationml/2006/ole">
            <p:oleObj spid="_x0000_s12292" name="公式" r:id="rId8" imgW="1396800" imgH="406080" progId="Equation.3">
              <p:embed/>
            </p:oleObj>
          </a:graphicData>
        </a:graphic>
      </p:graphicFrame>
      <p:grpSp>
        <p:nvGrpSpPr>
          <p:cNvPr id="3" name="Group 16"/>
          <p:cNvGrpSpPr>
            <a:grpSpLocks/>
          </p:cNvGrpSpPr>
          <p:nvPr/>
        </p:nvGrpSpPr>
        <p:grpSpPr bwMode="auto">
          <a:xfrm>
            <a:off x="609600" y="5635625"/>
            <a:ext cx="4683125" cy="457200"/>
            <a:chOff x="384" y="3098"/>
            <a:chExt cx="2950" cy="288"/>
          </a:xfrm>
        </p:grpSpPr>
        <p:sp>
          <p:nvSpPr>
            <p:cNvPr id="12305" name="Text Box 17"/>
            <p:cNvSpPr txBox="1">
              <a:spLocks noChangeArrowheads="1"/>
            </p:cNvSpPr>
            <p:nvPr/>
          </p:nvSpPr>
          <p:spPr bwMode="auto">
            <a:xfrm>
              <a:off x="384" y="3098"/>
              <a:ext cx="2950" cy="288"/>
            </a:xfrm>
            <a:prstGeom prst="rect">
              <a:avLst/>
            </a:prstGeom>
            <a:noFill/>
            <a:ln w="9525">
              <a:noFill/>
              <a:miter lim="800000"/>
              <a:headEnd/>
              <a:tailEnd/>
            </a:ln>
          </p:spPr>
          <p:txBody>
            <a:bodyPr>
              <a:spAutoFit/>
            </a:bodyPr>
            <a:lstStyle/>
            <a:p>
              <a:r>
                <a:rPr kumimoji="1" lang="zh-CN" altLang="en-US" sz="2400">
                  <a:solidFill>
                    <a:srgbClr val="1C1C1C"/>
                  </a:solidFill>
                  <a:latin typeface="Times New Roman" pitchFamily="18" charset="0"/>
                </a:rPr>
                <a:t>速度     与 </a:t>
              </a:r>
              <a:r>
                <a:rPr kumimoji="1" lang="en-US" altLang="zh-CN" sz="2400" i="1">
                  <a:solidFill>
                    <a:srgbClr val="FF6600"/>
                  </a:solidFill>
                  <a:latin typeface="Times New Roman" pitchFamily="18" charset="0"/>
                </a:rPr>
                <a:t>x</a:t>
              </a:r>
              <a:r>
                <a:rPr kumimoji="1" lang="en-US" altLang="zh-CN" sz="2400">
                  <a:solidFill>
                    <a:srgbClr val="1C1C1C"/>
                  </a:solidFill>
                  <a:latin typeface="Times New Roman" pitchFamily="18" charset="0"/>
                </a:rPr>
                <a:t> </a:t>
              </a:r>
              <a:r>
                <a:rPr kumimoji="1" lang="zh-CN" altLang="en-US" sz="2400">
                  <a:solidFill>
                    <a:srgbClr val="1C1C1C"/>
                  </a:solidFill>
                  <a:latin typeface="Times New Roman" pitchFamily="18" charset="0"/>
                </a:rPr>
                <a:t>轴之间的夹角为：</a:t>
              </a:r>
            </a:p>
          </p:txBody>
        </p:sp>
        <p:graphicFrame>
          <p:nvGraphicFramePr>
            <p:cNvPr id="12293" name="Object 18"/>
            <p:cNvGraphicFramePr>
              <a:graphicFrameLocks noChangeAspect="1"/>
            </p:cNvGraphicFramePr>
            <p:nvPr/>
          </p:nvGraphicFramePr>
          <p:xfrm>
            <a:off x="898" y="3150"/>
            <a:ext cx="144" cy="203"/>
          </p:xfrm>
          <a:graphic>
            <a:graphicData uri="http://schemas.openxmlformats.org/presentationml/2006/ole">
              <p:oleObj spid="_x0000_s12293" name="公式" r:id="rId9" imgW="126720" imgH="17748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7874"/>
                                        </p:tgtEl>
                                        <p:attrNameLst>
                                          <p:attrName>style.visibility</p:attrName>
                                        </p:attrNameLst>
                                      </p:cBhvr>
                                      <p:to>
                                        <p:strVal val="visible"/>
                                      </p:to>
                                    </p:set>
                                    <p:animEffect transition="in" filter="wipe(left)">
                                      <p:cBhvr>
                                        <p:cTn id="7" dur="500"/>
                                        <p:tgtEl>
                                          <p:spTgt spid="2078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7880"/>
                                        </p:tgtEl>
                                        <p:attrNameLst>
                                          <p:attrName>style.visibility</p:attrName>
                                        </p:attrNameLst>
                                      </p:cBhvr>
                                      <p:to>
                                        <p:strVal val="visible"/>
                                      </p:to>
                                    </p:set>
                                    <p:animEffect transition="in" filter="wipe(left)">
                                      <p:cBhvr>
                                        <p:cTn id="17" dur="500"/>
                                        <p:tgtEl>
                                          <p:spTgt spid="20788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7881"/>
                                        </p:tgtEl>
                                        <p:attrNameLst>
                                          <p:attrName>style.visibility</p:attrName>
                                        </p:attrNameLst>
                                      </p:cBhvr>
                                      <p:to>
                                        <p:strVal val="visible"/>
                                      </p:to>
                                    </p:set>
                                    <p:animEffect transition="in" filter="wipe(left)">
                                      <p:cBhvr>
                                        <p:cTn id="22" dur="500"/>
                                        <p:tgtEl>
                                          <p:spTgt spid="20788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7882"/>
                                        </p:tgtEl>
                                        <p:attrNameLst>
                                          <p:attrName>style.visibility</p:attrName>
                                        </p:attrNameLst>
                                      </p:cBhvr>
                                      <p:to>
                                        <p:strVal val="visible"/>
                                      </p:to>
                                    </p:set>
                                    <p:animEffect transition="in" filter="wipe(left)">
                                      <p:cBhvr>
                                        <p:cTn id="27" dur="500"/>
                                        <p:tgtEl>
                                          <p:spTgt spid="20788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7883"/>
                                        </p:tgtEl>
                                        <p:attrNameLst>
                                          <p:attrName>style.visibility</p:attrName>
                                        </p:attrNameLst>
                                      </p:cBhvr>
                                      <p:to>
                                        <p:strVal val="visible"/>
                                      </p:to>
                                    </p:set>
                                    <p:animEffect transition="in" filter="wipe(left)">
                                      <p:cBhvr>
                                        <p:cTn id="32" dur="500"/>
                                        <p:tgtEl>
                                          <p:spTgt spid="207883"/>
                                        </p:tgtEl>
                                      </p:cBhvr>
                                    </p:animEffect>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nodeType="clickEffect">
                                  <p:stCondLst>
                                    <p:cond delay="0"/>
                                  </p:stCondLst>
                                  <p:childTnLst>
                                    <p:set>
                                      <p:cBhvr>
                                        <p:cTn id="36" dur="1" fill="hold">
                                          <p:stCondLst>
                                            <p:cond delay="0"/>
                                          </p:stCondLst>
                                        </p:cTn>
                                        <p:tgtEl>
                                          <p:spTgt spid="207884"/>
                                        </p:tgtEl>
                                        <p:attrNameLst>
                                          <p:attrName>style.visibility</p:attrName>
                                        </p:attrNameLst>
                                      </p:cBhvr>
                                      <p:to>
                                        <p:strVal val="visible"/>
                                      </p:to>
                                    </p:set>
                                    <p:anim calcmode="lin" valueType="num">
                                      <p:cBhvr>
                                        <p:cTn id="37" dur="500" fill="hold"/>
                                        <p:tgtEl>
                                          <p:spTgt spid="207884"/>
                                        </p:tgtEl>
                                        <p:attrNameLst>
                                          <p:attrName>ppt_w</p:attrName>
                                        </p:attrNameLst>
                                      </p:cBhvr>
                                      <p:tavLst>
                                        <p:tav tm="0">
                                          <p:val>
                                            <p:fltVal val="0"/>
                                          </p:val>
                                        </p:tav>
                                        <p:tav tm="100000">
                                          <p:val>
                                            <p:strVal val="#ppt_w"/>
                                          </p:val>
                                        </p:tav>
                                      </p:tavLst>
                                    </p:anim>
                                    <p:anim calcmode="lin" valueType="num">
                                      <p:cBhvr>
                                        <p:cTn id="38" dur="500" fill="hold"/>
                                        <p:tgtEl>
                                          <p:spTgt spid="207884"/>
                                        </p:tgtEl>
                                        <p:attrNameLst>
                                          <p:attrName>ppt_h</p:attrName>
                                        </p:attrNameLst>
                                      </p:cBhvr>
                                      <p:tavLst>
                                        <p:tav tm="0">
                                          <p:val>
                                            <p:flt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07885"/>
                                        </p:tgtEl>
                                        <p:attrNameLst>
                                          <p:attrName>style.visibility</p:attrName>
                                        </p:attrNameLst>
                                      </p:cBhvr>
                                      <p:to>
                                        <p:strVal val="visible"/>
                                      </p:to>
                                    </p:set>
                                    <p:animEffect transition="in" filter="wipe(left)">
                                      <p:cBhvr>
                                        <p:cTn id="43" dur="500"/>
                                        <p:tgtEl>
                                          <p:spTgt spid="207885"/>
                                        </p:tgtEl>
                                      </p:cBhvr>
                                    </p:animEffect>
                                  </p:childTnLst>
                                </p:cTn>
                              </p:par>
                            </p:childTnLst>
                          </p:cTn>
                        </p:par>
                      </p:childTnLst>
                    </p:cTn>
                  </p:par>
                  <p:par>
                    <p:cTn id="44" fill="hold">
                      <p:stCondLst>
                        <p:cond delay="indefinite"/>
                      </p:stCondLst>
                      <p:childTnLst>
                        <p:par>
                          <p:cTn id="45" fill="hold">
                            <p:stCondLst>
                              <p:cond delay="0"/>
                            </p:stCondLst>
                            <p:childTnLst>
                              <p:par>
                                <p:cTn id="46" presetID="23" presetClass="entr" presetSubtype="16" fill="hold" nodeType="clickEffect">
                                  <p:stCondLst>
                                    <p:cond delay="0"/>
                                  </p:stCondLst>
                                  <p:childTnLst>
                                    <p:set>
                                      <p:cBhvr>
                                        <p:cTn id="47" dur="1" fill="hold">
                                          <p:stCondLst>
                                            <p:cond delay="0"/>
                                          </p:stCondLst>
                                        </p:cTn>
                                        <p:tgtEl>
                                          <p:spTgt spid="207886"/>
                                        </p:tgtEl>
                                        <p:attrNameLst>
                                          <p:attrName>style.visibility</p:attrName>
                                        </p:attrNameLst>
                                      </p:cBhvr>
                                      <p:to>
                                        <p:strVal val="visible"/>
                                      </p:to>
                                    </p:set>
                                    <p:anim calcmode="lin" valueType="num">
                                      <p:cBhvr>
                                        <p:cTn id="48" dur="500" fill="hold"/>
                                        <p:tgtEl>
                                          <p:spTgt spid="207886"/>
                                        </p:tgtEl>
                                        <p:attrNameLst>
                                          <p:attrName>ppt_w</p:attrName>
                                        </p:attrNameLst>
                                      </p:cBhvr>
                                      <p:tavLst>
                                        <p:tav tm="0">
                                          <p:val>
                                            <p:fltVal val="0"/>
                                          </p:val>
                                        </p:tav>
                                        <p:tav tm="100000">
                                          <p:val>
                                            <p:strVal val="#ppt_w"/>
                                          </p:val>
                                        </p:tav>
                                      </p:tavLst>
                                    </p:anim>
                                    <p:anim calcmode="lin" valueType="num">
                                      <p:cBhvr>
                                        <p:cTn id="49" dur="500" fill="hold"/>
                                        <p:tgtEl>
                                          <p:spTgt spid="207886"/>
                                        </p:tgtEl>
                                        <p:attrNameLst>
                                          <p:attrName>ppt_h</p:attrName>
                                        </p:attrNameLst>
                                      </p:cBhvr>
                                      <p:tavLst>
                                        <p:tav tm="0">
                                          <p:val>
                                            <p:flt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3"/>
                                        </p:tgtEl>
                                        <p:attrNameLst>
                                          <p:attrName>style.visibility</p:attrName>
                                        </p:attrNameLst>
                                      </p:cBhvr>
                                      <p:to>
                                        <p:strVal val="visible"/>
                                      </p:to>
                                    </p:set>
                                    <p:animEffect transition="in" filter="wipe(left)">
                                      <p:cBhvr>
                                        <p:cTn id="54" dur="500"/>
                                        <p:tgtEl>
                                          <p:spTgt spid="3"/>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207887"/>
                                        </p:tgtEl>
                                        <p:attrNameLst>
                                          <p:attrName>style.visibility</p:attrName>
                                        </p:attrNameLst>
                                      </p:cBhvr>
                                      <p:to>
                                        <p:strVal val="visible"/>
                                      </p:to>
                                    </p:set>
                                    <p:animEffect transition="in" filter="wipe(left)">
                                      <p:cBhvr>
                                        <p:cTn id="59" dur="500"/>
                                        <p:tgtEl>
                                          <p:spTgt spid="2078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4" grpId="0" autoUpdateAnimBg="0"/>
      <p:bldP spid="207880" grpId="0" autoUpdateAnimBg="0"/>
      <p:bldP spid="207881" grpId="0"/>
      <p:bldP spid="207882" grpId="0" autoUpdateAnimBg="0"/>
      <p:bldP spid="207883" grpId="0"/>
      <p:bldP spid="20788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8898" name="Object 2"/>
          <p:cNvGraphicFramePr>
            <a:graphicFrameLocks noChangeAspect="1"/>
          </p:cNvGraphicFramePr>
          <p:nvPr/>
        </p:nvGraphicFramePr>
        <p:xfrm>
          <a:off x="2411413" y="674688"/>
          <a:ext cx="2347912" cy="1169987"/>
        </p:xfrm>
        <a:graphic>
          <a:graphicData uri="http://schemas.openxmlformats.org/presentationml/2006/ole">
            <p:oleObj spid="_x0000_s13314" name="公式" r:id="rId3" imgW="1295280" imgH="647640" progId="Equation.3">
              <p:embed/>
            </p:oleObj>
          </a:graphicData>
        </a:graphic>
      </p:graphicFrame>
      <p:sp>
        <p:nvSpPr>
          <p:cNvPr id="208899" name="Text Box 3"/>
          <p:cNvSpPr txBox="1">
            <a:spLocks noChangeArrowheads="1"/>
          </p:cNvSpPr>
          <p:nvPr/>
        </p:nvSpPr>
        <p:spPr bwMode="auto">
          <a:xfrm>
            <a:off x="363538" y="955675"/>
            <a:ext cx="3200400" cy="457200"/>
          </a:xfrm>
          <a:prstGeom prst="rect">
            <a:avLst/>
          </a:prstGeom>
          <a:noFill/>
          <a:ln w="9525">
            <a:noFill/>
            <a:miter lim="800000"/>
            <a:headEnd/>
            <a:tailEnd/>
          </a:ln>
        </p:spPr>
        <p:txBody>
          <a:bodyPr>
            <a:spAutoFit/>
          </a:bodyPr>
          <a:lstStyle/>
          <a:p>
            <a:r>
              <a:rPr kumimoji="1" lang="en-US" altLang="zh-CN" sz="2400" b="0">
                <a:solidFill>
                  <a:schemeClr val="tx2"/>
                </a:solidFill>
                <a:latin typeface="Times New Roman" pitchFamily="18" charset="0"/>
              </a:rPr>
              <a:t>(</a:t>
            </a:r>
            <a:r>
              <a:rPr kumimoji="1" lang="en-US" altLang="zh-CN" sz="2400">
                <a:solidFill>
                  <a:schemeClr val="tx2"/>
                </a:solidFill>
                <a:latin typeface="Times New Roman" pitchFamily="18" charset="0"/>
              </a:rPr>
              <a:t>2)  </a:t>
            </a:r>
            <a:r>
              <a:rPr kumimoji="1" lang="zh-CN" altLang="en-US" sz="2400">
                <a:solidFill>
                  <a:srgbClr val="1C1C1C"/>
                </a:solidFill>
                <a:latin typeface="Times New Roman" pitchFamily="18" charset="0"/>
              </a:rPr>
              <a:t>运动方程</a:t>
            </a:r>
          </a:p>
        </p:txBody>
      </p:sp>
      <p:sp>
        <p:nvSpPr>
          <p:cNvPr id="208900" name="Text Box 4"/>
          <p:cNvSpPr txBox="1">
            <a:spLocks noChangeArrowheads="1"/>
          </p:cNvSpPr>
          <p:nvPr/>
        </p:nvSpPr>
        <p:spPr bwMode="auto">
          <a:xfrm>
            <a:off x="457200" y="2189163"/>
            <a:ext cx="7010400" cy="457200"/>
          </a:xfrm>
          <a:prstGeom prst="rect">
            <a:avLst/>
          </a:prstGeom>
          <a:noFill/>
          <a:ln w="9525">
            <a:noFill/>
            <a:miter lim="800000"/>
            <a:headEnd/>
            <a:tailEnd/>
          </a:ln>
        </p:spPr>
        <p:txBody>
          <a:bodyPr>
            <a:spAutoFit/>
          </a:bodyPr>
          <a:lstStyle/>
          <a:p>
            <a:r>
              <a:rPr kumimoji="1" lang="zh-CN" altLang="en-US" sz="2400">
                <a:solidFill>
                  <a:srgbClr val="1C1C1C"/>
                </a:solidFill>
                <a:latin typeface="Times New Roman" pitchFamily="18" charset="0"/>
              </a:rPr>
              <a:t>由运动方程消去参数</a:t>
            </a:r>
            <a:r>
              <a:rPr kumimoji="1" lang="zh-CN" altLang="en-US" sz="2400" i="1">
                <a:solidFill>
                  <a:srgbClr val="FF6600"/>
                </a:solidFill>
                <a:latin typeface="Times New Roman" pitchFamily="18" charset="0"/>
              </a:rPr>
              <a:t> </a:t>
            </a:r>
            <a:r>
              <a:rPr kumimoji="1" lang="en-US" altLang="zh-CN" sz="2400" i="1">
                <a:solidFill>
                  <a:srgbClr val="FF6600"/>
                </a:solidFill>
                <a:latin typeface="Times New Roman" pitchFamily="18" charset="0"/>
              </a:rPr>
              <a:t>t</a:t>
            </a:r>
            <a:r>
              <a:rPr kumimoji="1" lang="en-US" altLang="zh-CN" sz="2400">
                <a:solidFill>
                  <a:srgbClr val="FF6600"/>
                </a:solidFill>
                <a:latin typeface="Times New Roman" pitchFamily="18" charset="0"/>
              </a:rPr>
              <a:t>  </a:t>
            </a:r>
            <a:r>
              <a:rPr kumimoji="1" lang="zh-CN" altLang="en-US" sz="2400">
                <a:solidFill>
                  <a:srgbClr val="1C1C1C"/>
                </a:solidFill>
                <a:latin typeface="Times New Roman" pitchFamily="18" charset="0"/>
              </a:rPr>
              <a:t>可得轨迹方程为</a:t>
            </a:r>
          </a:p>
        </p:txBody>
      </p:sp>
      <p:graphicFrame>
        <p:nvGraphicFramePr>
          <p:cNvPr id="208901" name="Object 5"/>
          <p:cNvGraphicFramePr>
            <a:graphicFrameLocks/>
          </p:cNvGraphicFramePr>
          <p:nvPr/>
        </p:nvGraphicFramePr>
        <p:xfrm>
          <a:off x="6084888" y="2047875"/>
          <a:ext cx="1854200" cy="733425"/>
        </p:xfrm>
        <a:graphic>
          <a:graphicData uri="http://schemas.openxmlformats.org/presentationml/2006/ole">
            <p:oleObj spid="_x0000_s13315" name="公式" r:id="rId4" imgW="1028520" imgH="406080" progId="Equation.3">
              <p:embed/>
            </p:oleObj>
          </a:graphicData>
        </a:graphic>
      </p:graphicFrame>
      <p:grpSp>
        <p:nvGrpSpPr>
          <p:cNvPr id="2" name="Group 6"/>
          <p:cNvGrpSpPr>
            <a:grpSpLocks/>
          </p:cNvGrpSpPr>
          <p:nvPr/>
        </p:nvGrpSpPr>
        <p:grpSpPr bwMode="auto">
          <a:xfrm>
            <a:off x="1601788" y="3141663"/>
            <a:ext cx="5867400" cy="2971800"/>
            <a:chOff x="1008" y="2160"/>
            <a:chExt cx="3696" cy="1872"/>
          </a:xfrm>
        </p:grpSpPr>
        <p:sp>
          <p:nvSpPr>
            <p:cNvPr id="13326" name="Rectangle 7"/>
            <p:cNvSpPr>
              <a:spLocks noChangeArrowheads="1"/>
            </p:cNvSpPr>
            <p:nvPr/>
          </p:nvSpPr>
          <p:spPr bwMode="auto">
            <a:xfrm>
              <a:off x="1008" y="2160"/>
              <a:ext cx="3696" cy="1872"/>
            </a:xfrm>
            <a:prstGeom prst="rect">
              <a:avLst/>
            </a:prstGeom>
            <a:solidFill>
              <a:srgbClr val="FFFFFF"/>
            </a:solidFill>
            <a:ln w="9525">
              <a:noFill/>
              <a:miter lim="800000"/>
              <a:headEnd/>
              <a:tailEnd/>
            </a:ln>
          </p:spPr>
          <p:txBody>
            <a:bodyPr wrap="none" anchor="ctr"/>
            <a:lstStyle/>
            <a:p>
              <a:endParaRPr lang="zh-CN" altLang="en-US"/>
            </a:p>
          </p:txBody>
        </p:sp>
        <p:sp>
          <p:nvSpPr>
            <p:cNvPr id="13327" name="Freeform 8"/>
            <p:cNvSpPr>
              <a:spLocks/>
            </p:cNvSpPr>
            <p:nvPr/>
          </p:nvSpPr>
          <p:spPr bwMode="auto">
            <a:xfrm>
              <a:off x="2286" y="2440"/>
              <a:ext cx="1986" cy="1016"/>
            </a:xfrm>
            <a:custGeom>
              <a:avLst/>
              <a:gdLst>
                <a:gd name="T0" fmla="*/ 0 w 2064"/>
                <a:gd name="T1" fmla="*/ 0 h 1352"/>
                <a:gd name="T2" fmla="*/ 889 w 2064"/>
                <a:gd name="T3" fmla="*/ 759 h 1352"/>
                <a:gd name="T4" fmla="*/ 1911 w 2064"/>
                <a:gd name="T5" fmla="*/ 27 h 1352"/>
                <a:gd name="T6" fmla="*/ 0 60000 65536"/>
                <a:gd name="T7" fmla="*/ 0 60000 65536"/>
                <a:gd name="T8" fmla="*/ 0 60000 65536"/>
                <a:gd name="T9" fmla="*/ 0 w 2064"/>
                <a:gd name="T10" fmla="*/ 0 h 1352"/>
                <a:gd name="T11" fmla="*/ 2064 w 2064"/>
                <a:gd name="T12" fmla="*/ 1352 h 1352"/>
              </a:gdLst>
              <a:ahLst/>
              <a:cxnLst>
                <a:cxn ang="T6">
                  <a:pos x="T0" y="T1"/>
                </a:cxn>
                <a:cxn ang="T7">
                  <a:pos x="T2" y="T3"/>
                </a:cxn>
                <a:cxn ang="T8">
                  <a:pos x="T4" y="T5"/>
                </a:cxn>
              </a:cxnLst>
              <a:rect l="T9" t="T10" r="T11" b="T12"/>
              <a:pathLst>
                <a:path w="2064" h="1352">
                  <a:moveTo>
                    <a:pt x="0" y="0"/>
                  </a:moveTo>
                  <a:cubicBezTo>
                    <a:pt x="308" y="668"/>
                    <a:pt x="616" y="1336"/>
                    <a:pt x="960" y="1344"/>
                  </a:cubicBezTo>
                  <a:cubicBezTo>
                    <a:pt x="1304" y="1352"/>
                    <a:pt x="1684" y="700"/>
                    <a:pt x="2064" y="48"/>
                  </a:cubicBezTo>
                </a:path>
              </a:pathLst>
            </a:custGeom>
            <a:noFill/>
            <a:ln w="38100">
              <a:solidFill>
                <a:schemeClr val="tx2"/>
              </a:solidFill>
              <a:round/>
              <a:headEnd/>
              <a:tailEnd/>
            </a:ln>
          </p:spPr>
          <p:txBody>
            <a:bodyPr/>
            <a:lstStyle/>
            <a:p>
              <a:endParaRPr lang="zh-CN" altLang="en-US"/>
            </a:p>
          </p:txBody>
        </p:sp>
        <p:sp>
          <p:nvSpPr>
            <p:cNvPr id="13328" name="Line 9"/>
            <p:cNvSpPr>
              <a:spLocks noChangeShapeType="1"/>
            </p:cNvSpPr>
            <p:nvPr/>
          </p:nvSpPr>
          <p:spPr bwMode="auto">
            <a:xfrm>
              <a:off x="1392" y="3791"/>
              <a:ext cx="3120" cy="1"/>
            </a:xfrm>
            <a:prstGeom prst="line">
              <a:avLst/>
            </a:prstGeom>
            <a:noFill/>
            <a:ln w="19050">
              <a:solidFill>
                <a:srgbClr val="000099"/>
              </a:solidFill>
              <a:round/>
              <a:headEnd/>
              <a:tailEnd type="triangle" w="sm" len="lg"/>
            </a:ln>
          </p:spPr>
          <p:txBody>
            <a:bodyPr/>
            <a:lstStyle/>
            <a:p>
              <a:endParaRPr lang="zh-CN" altLang="en-US"/>
            </a:p>
          </p:txBody>
        </p:sp>
        <p:sp>
          <p:nvSpPr>
            <p:cNvPr id="13329" name="Line 10"/>
            <p:cNvSpPr>
              <a:spLocks noChangeShapeType="1"/>
            </p:cNvSpPr>
            <p:nvPr/>
          </p:nvSpPr>
          <p:spPr bwMode="auto">
            <a:xfrm flipV="1">
              <a:off x="2851" y="2210"/>
              <a:ext cx="0" cy="1581"/>
            </a:xfrm>
            <a:prstGeom prst="line">
              <a:avLst/>
            </a:prstGeom>
            <a:noFill/>
            <a:ln w="19050">
              <a:solidFill>
                <a:srgbClr val="000099"/>
              </a:solidFill>
              <a:round/>
              <a:headEnd/>
              <a:tailEnd type="triangle" w="sm" len="lg"/>
            </a:ln>
          </p:spPr>
          <p:txBody>
            <a:bodyPr/>
            <a:lstStyle/>
            <a:p>
              <a:endParaRPr lang="zh-CN" altLang="en-US"/>
            </a:p>
          </p:txBody>
        </p:sp>
        <p:graphicFrame>
          <p:nvGraphicFramePr>
            <p:cNvPr id="13316" name="Object 11"/>
            <p:cNvGraphicFramePr>
              <a:graphicFrameLocks noChangeAspect="1"/>
            </p:cNvGraphicFramePr>
            <p:nvPr/>
          </p:nvGraphicFramePr>
          <p:xfrm>
            <a:off x="4080" y="3504"/>
            <a:ext cx="528" cy="278"/>
          </p:xfrm>
          <a:graphic>
            <a:graphicData uri="http://schemas.openxmlformats.org/presentationml/2006/ole">
              <p:oleObj spid="_x0000_s13316" name="Equation" r:id="rId5" imgW="330120" imgH="177480" progId="Equation.DSMT4">
                <p:embed/>
              </p:oleObj>
            </a:graphicData>
          </a:graphic>
        </p:graphicFrame>
        <p:graphicFrame>
          <p:nvGraphicFramePr>
            <p:cNvPr id="13317" name="Object 12"/>
            <p:cNvGraphicFramePr>
              <a:graphicFrameLocks noChangeAspect="1"/>
            </p:cNvGraphicFramePr>
            <p:nvPr/>
          </p:nvGraphicFramePr>
          <p:xfrm>
            <a:off x="2880" y="2208"/>
            <a:ext cx="517" cy="300"/>
          </p:xfrm>
          <a:graphic>
            <a:graphicData uri="http://schemas.openxmlformats.org/presentationml/2006/ole">
              <p:oleObj spid="_x0000_s13317" name="Equation" r:id="rId6" imgW="342720" imgH="203040" progId="Equation.DSMT4">
                <p:embed/>
              </p:oleObj>
            </a:graphicData>
          </a:graphic>
        </p:graphicFrame>
        <p:sp>
          <p:nvSpPr>
            <p:cNvPr id="13330" name="Text Box 13"/>
            <p:cNvSpPr txBox="1">
              <a:spLocks noChangeArrowheads="1"/>
            </p:cNvSpPr>
            <p:nvPr/>
          </p:nvSpPr>
          <p:spPr bwMode="auto">
            <a:xfrm>
              <a:off x="2736" y="3744"/>
              <a:ext cx="212" cy="288"/>
            </a:xfrm>
            <a:prstGeom prst="rect">
              <a:avLst/>
            </a:prstGeom>
            <a:noFill/>
            <a:ln w="9525">
              <a:noFill/>
              <a:miter lim="800000"/>
              <a:headEnd/>
              <a:tailEnd/>
            </a:ln>
          </p:spPr>
          <p:txBody>
            <a:bodyPr wrap="none">
              <a:spAutoFit/>
            </a:bodyPr>
            <a:lstStyle/>
            <a:p>
              <a:r>
                <a:rPr kumimoji="1" lang="en-US" altLang="zh-CN" sz="2400" b="0">
                  <a:solidFill>
                    <a:srgbClr val="000099"/>
                  </a:solidFill>
                  <a:latin typeface="Times New Roman" pitchFamily="18" charset="0"/>
                </a:rPr>
                <a:t>0</a:t>
              </a:r>
            </a:p>
          </p:txBody>
        </p:sp>
        <p:sp>
          <p:nvSpPr>
            <p:cNvPr id="208910" name="Text Box 14"/>
            <p:cNvSpPr txBox="1">
              <a:spLocks noChangeArrowheads="1"/>
            </p:cNvSpPr>
            <p:nvPr/>
          </p:nvSpPr>
          <p:spPr bwMode="auto">
            <a:xfrm>
              <a:off x="1008" y="2160"/>
              <a:ext cx="960" cy="288"/>
            </a:xfrm>
            <a:prstGeom prst="rect">
              <a:avLst/>
            </a:prstGeom>
            <a:gradFill rotWithShape="0">
              <a:gsLst>
                <a:gs pos="0">
                  <a:schemeClr val="accent1"/>
                </a:gs>
                <a:gs pos="50000">
                  <a:srgbClr val="FFFFFF"/>
                </a:gs>
                <a:gs pos="100000">
                  <a:schemeClr val="accent1"/>
                </a:gs>
              </a:gsLst>
              <a:lin ang="5400000" scaled="1"/>
            </a:gradFill>
            <a:ln w="9525">
              <a:noFill/>
              <a:miter lim="800000"/>
              <a:headEnd/>
              <a:tailEnd/>
            </a:ln>
            <a:effectLst/>
          </p:spPr>
          <p:txBody>
            <a:bodyPr>
              <a:spAutoFit/>
            </a:bodyPr>
            <a:lstStyle/>
            <a:p>
              <a:pPr algn="ctr">
                <a:defRPr/>
              </a:pPr>
              <a:r>
                <a:rPr kumimoji="1" lang="zh-CN" altLang="en-US" sz="2400">
                  <a:solidFill>
                    <a:srgbClr val="1C1C1C"/>
                  </a:solidFill>
                  <a:latin typeface="Times New Roman" pitchFamily="18" charset="0"/>
                  <a:ea typeface="楷体_GB2312" pitchFamily="49" charset="-122"/>
                </a:rPr>
                <a:t>轨迹图</a:t>
              </a:r>
            </a:p>
          </p:txBody>
        </p:sp>
        <p:sp>
          <p:nvSpPr>
            <p:cNvPr id="13332" name="Line 15"/>
            <p:cNvSpPr>
              <a:spLocks noChangeShapeType="1"/>
            </p:cNvSpPr>
            <p:nvPr/>
          </p:nvSpPr>
          <p:spPr bwMode="auto">
            <a:xfrm>
              <a:off x="3216" y="3696"/>
              <a:ext cx="0" cy="96"/>
            </a:xfrm>
            <a:prstGeom prst="line">
              <a:avLst/>
            </a:prstGeom>
            <a:noFill/>
            <a:ln w="19050">
              <a:solidFill>
                <a:srgbClr val="000099"/>
              </a:solidFill>
              <a:round/>
              <a:headEnd/>
              <a:tailEnd/>
            </a:ln>
          </p:spPr>
          <p:txBody>
            <a:bodyPr wrap="none"/>
            <a:lstStyle/>
            <a:p>
              <a:endParaRPr lang="zh-CN" altLang="en-US"/>
            </a:p>
          </p:txBody>
        </p:sp>
        <p:sp>
          <p:nvSpPr>
            <p:cNvPr id="13333" name="Line 16"/>
            <p:cNvSpPr>
              <a:spLocks noChangeShapeType="1"/>
            </p:cNvSpPr>
            <p:nvPr/>
          </p:nvSpPr>
          <p:spPr bwMode="auto">
            <a:xfrm>
              <a:off x="3984" y="3696"/>
              <a:ext cx="0" cy="96"/>
            </a:xfrm>
            <a:prstGeom prst="line">
              <a:avLst/>
            </a:prstGeom>
            <a:noFill/>
            <a:ln w="19050">
              <a:solidFill>
                <a:srgbClr val="000099"/>
              </a:solidFill>
              <a:round/>
              <a:headEnd/>
              <a:tailEnd/>
            </a:ln>
          </p:spPr>
          <p:txBody>
            <a:bodyPr wrap="none"/>
            <a:lstStyle/>
            <a:p>
              <a:endParaRPr lang="zh-CN" altLang="en-US"/>
            </a:p>
          </p:txBody>
        </p:sp>
        <p:sp>
          <p:nvSpPr>
            <p:cNvPr id="13334" name="Line 17"/>
            <p:cNvSpPr>
              <a:spLocks noChangeShapeType="1"/>
            </p:cNvSpPr>
            <p:nvPr/>
          </p:nvSpPr>
          <p:spPr bwMode="auto">
            <a:xfrm>
              <a:off x="3600" y="3696"/>
              <a:ext cx="0" cy="96"/>
            </a:xfrm>
            <a:prstGeom prst="line">
              <a:avLst/>
            </a:prstGeom>
            <a:noFill/>
            <a:ln w="19050">
              <a:solidFill>
                <a:srgbClr val="000099"/>
              </a:solidFill>
              <a:round/>
              <a:headEnd/>
              <a:tailEnd/>
            </a:ln>
          </p:spPr>
          <p:txBody>
            <a:bodyPr wrap="none"/>
            <a:lstStyle/>
            <a:p>
              <a:endParaRPr lang="zh-CN" altLang="en-US"/>
            </a:p>
          </p:txBody>
        </p:sp>
        <p:sp>
          <p:nvSpPr>
            <p:cNvPr id="13335" name="Line 18"/>
            <p:cNvSpPr>
              <a:spLocks noChangeShapeType="1"/>
            </p:cNvSpPr>
            <p:nvPr/>
          </p:nvSpPr>
          <p:spPr bwMode="auto">
            <a:xfrm>
              <a:off x="1728" y="3696"/>
              <a:ext cx="0" cy="96"/>
            </a:xfrm>
            <a:prstGeom prst="line">
              <a:avLst/>
            </a:prstGeom>
            <a:noFill/>
            <a:ln w="19050">
              <a:solidFill>
                <a:srgbClr val="000099"/>
              </a:solidFill>
              <a:round/>
              <a:headEnd/>
              <a:tailEnd/>
            </a:ln>
          </p:spPr>
          <p:txBody>
            <a:bodyPr wrap="none"/>
            <a:lstStyle/>
            <a:p>
              <a:endParaRPr lang="zh-CN" altLang="en-US"/>
            </a:p>
          </p:txBody>
        </p:sp>
        <p:sp>
          <p:nvSpPr>
            <p:cNvPr id="13336" name="Line 19"/>
            <p:cNvSpPr>
              <a:spLocks noChangeShapeType="1"/>
            </p:cNvSpPr>
            <p:nvPr/>
          </p:nvSpPr>
          <p:spPr bwMode="auto">
            <a:xfrm>
              <a:off x="2112" y="3696"/>
              <a:ext cx="0" cy="96"/>
            </a:xfrm>
            <a:prstGeom prst="line">
              <a:avLst/>
            </a:prstGeom>
            <a:noFill/>
            <a:ln w="19050">
              <a:solidFill>
                <a:srgbClr val="000099"/>
              </a:solidFill>
              <a:round/>
              <a:headEnd/>
              <a:tailEnd/>
            </a:ln>
          </p:spPr>
          <p:txBody>
            <a:bodyPr wrap="none"/>
            <a:lstStyle/>
            <a:p>
              <a:endParaRPr lang="zh-CN" altLang="en-US"/>
            </a:p>
          </p:txBody>
        </p:sp>
        <p:sp>
          <p:nvSpPr>
            <p:cNvPr id="13337" name="Line 20"/>
            <p:cNvSpPr>
              <a:spLocks noChangeShapeType="1"/>
            </p:cNvSpPr>
            <p:nvPr/>
          </p:nvSpPr>
          <p:spPr bwMode="auto">
            <a:xfrm>
              <a:off x="2496" y="3696"/>
              <a:ext cx="0" cy="96"/>
            </a:xfrm>
            <a:prstGeom prst="line">
              <a:avLst/>
            </a:prstGeom>
            <a:noFill/>
            <a:ln w="19050">
              <a:solidFill>
                <a:srgbClr val="000099"/>
              </a:solidFill>
              <a:round/>
              <a:headEnd/>
              <a:tailEnd/>
            </a:ln>
          </p:spPr>
          <p:txBody>
            <a:bodyPr wrap="none"/>
            <a:lstStyle/>
            <a:p>
              <a:endParaRPr lang="zh-CN" altLang="en-US"/>
            </a:p>
          </p:txBody>
        </p:sp>
        <p:sp>
          <p:nvSpPr>
            <p:cNvPr id="13338" name="Text Box 21"/>
            <p:cNvSpPr txBox="1">
              <a:spLocks noChangeArrowheads="1"/>
            </p:cNvSpPr>
            <p:nvPr/>
          </p:nvSpPr>
          <p:spPr bwMode="auto">
            <a:xfrm>
              <a:off x="3120" y="3744"/>
              <a:ext cx="384" cy="288"/>
            </a:xfrm>
            <a:prstGeom prst="rect">
              <a:avLst/>
            </a:prstGeom>
            <a:noFill/>
            <a:ln w="9525">
              <a:noFill/>
              <a:miter lim="800000"/>
              <a:headEnd/>
              <a:tailEnd/>
            </a:ln>
          </p:spPr>
          <p:txBody>
            <a:bodyPr>
              <a:spAutoFit/>
            </a:bodyPr>
            <a:lstStyle/>
            <a:p>
              <a:pPr>
                <a:spcBef>
                  <a:spcPct val="50000"/>
                </a:spcBef>
              </a:pPr>
              <a:r>
                <a:rPr lang="en-US" altLang="zh-CN" sz="2400" b="0">
                  <a:solidFill>
                    <a:srgbClr val="000099"/>
                  </a:solidFill>
                  <a:latin typeface="Times New Roman" pitchFamily="18" charset="0"/>
                </a:rPr>
                <a:t>2</a:t>
              </a:r>
            </a:p>
          </p:txBody>
        </p:sp>
        <p:sp>
          <p:nvSpPr>
            <p:cNvPr id="13339" name="Text Box 22"/>
            <p:cNvSpPr txBox="1">
              <a:spLocks noChangeArrowheads="1"/>
            </p:cNvSpPr>
            <p:nvPr/>
          </p:nvSpPr>
          <p:spPr bwMode="auto">
            <a:xfrm>
              <a:off x="3504" y="3744"/>
              <a:ext cx="336" cy="288"/>
            </a:xfrm>
            <a:prstGeom prst="rect">
              <a:avLst/>
            </a:prstGeom>
            <a:noFill/>
            <a:ln w="9525">
              <a:noFill/>
              <a:miter lim="800000"/>
              <a:headEnd/>
              <a:tailEnd/>
            </a:ln>
          </p:spPr>
          <p:txBody>
            <a:bodyPr>
              <a:spAutoFit/>
            </a:bodyPr>
            <a:lstStyle/>
            <a:p>
              <a:pPr>
                <a:spcBef>
                  <a:spcPct val="50000"/>
                </a:spcBef>
              </a:pPr>
              <a:r>
                <a:rPr lang="en-US" altLang="zh-CN" sz="2400" b="0">
                  <a:solidFill>
                    <a:srgbClr val="000099"/>
                  </a:solidFill>
                  <a:latin typeface="Times New Roman" pitchFamily="18" charset="0"/>
                </a:rPr>
                <a:t>4</a:t>
              </a:r>
            </a:p>
          </p:txBody>
        </p:sp>
        <p:sp>
          <p:nvSpPr>
            <p:cNvPr id="13340" name="Text Box 23"/>
            <p:cNvSpPr txBox="1">
              <a:spLocks noChangeArrowheads="1"/>
            </p:cNvSpPr>
            <p:nvPr/>
          </p:nvSpPr>
          <p:spPr bwMode="auto">
            <a:xfrm>
              <a:off x="3888" y="3744"/>
              <a:ext cx="384" cy="288"/>
            </a:xfrm>
            <a:prstGeom prst="rect">
              <a:avLst/>
            </a:prstGeom>
            <a:noFill/>
            <a:ln w="9525">
              <a:noFill/>
              <a:miter lim="800000"/>
              <a:headEnd/>
              <a:tailEnd/>
            </a:ln>
          </p:spPr>
          <p:txBody>
            <a:bodyPr>
              <a:spAutoFit/>
            </a:bodyPr>
            <a:lstStyle/>
            <a:p>
              <a:pPr>
                <a:spcBef>
                  <a:spcPct val="50000"/>
                </a:spcBef>
              </a:pPr>
              <a:r>
                <a:rPr lang="en-US" altLang="zh-CN" sz="2400" b="0">
                  <a:solidFill>
                    <a:srgbClr val="000099"/>
                  </a:solidFill>
                  <a:latin typeface="Times New Roman" pitchFamily="18" charset="0"/>
                </a:rPr>
                <a:t>6</a:t>
              </a:r>
            </a:p>
          </p:txBody>
        </p:sp>
        <p:sp>
          <p:nvSpPr>
            <p:cNvPr id="13341" name="Rectangle 24"/>
            <p:cNvSpPr>
              <a:spLocks noChangeArrowheads="1"/>
            </p:cNvSpPr>
            <p:nvPr/>
          </p:nvSpPr>
          <p:spPr bwMode="auto">
            <a:xfrm>
              <a:off x="1536" y="3744"/>
              <a:ext cx="480" cy="288"/>
            </a:xfrm>
            <a:prstGeom prst="rect">
              <a:avLst/>
            </a:prstGeom>
            <a:noFill/>
            <a:ln w="9525">
              <a:noFill/>
              <a:miter lim="800000"/>
              <a:headEnd/>
              <a:tailEnd/>
            </a:ln>
          </p:spPr>
          <p:txBody>
            <a:bodyPr>
              <a:spAutoFit/>
            </a:bodyPr>
            <a:lstStyle/>
            <a:p>
              <a:r>
                <a:rPr lang="en-US" altLang="zh-CN" sz="2400" b="0">
                  <a:solidFill>
                    <a:srgbClr val="000099"/>
                  </a:solidFill>
                  <a:latin typeface="Times New Roman" pitchFamily="18" charset="0"/>
                </a:rPr>
                <a:t>- 6</a:t>
              </a:r>
            </a:p>
          </p:txBody>
        </p:sp>
        <p:sp>
          <p:nvSpPr>
            <p:cNvPr id="13342" name="Rectangle 25"/>
            <p:cNvSpPr>
              <a:spLocks noChangeArrowheads="1"/>
            </p:cNvSpPr>
            <p:nvPr/>
          </p:nvSpPr>
          <p:spPr bwMode="auto">
            <a:xfrm>
              <a:off x="1920" y="3744"/>
              <a:ext cx="528" cy="288"/>
            </a:xfrm>
            <a:prstGeom prst="rect">
              <a:avLst/>
            </a:prstGeom>
            <a:noFill/>
            <a:ln w="9525">
              <a:noFill/>
              <a:miter lim="800000"/>
              <a:headEnd/>
              <a:tailEnd/>
            </a:ln>
          </p:spPr>
          <p:txBody>
            <a:bodyPr>
              <a:spAutoFit/>
            </a:bodyPr>
            <a:lstStyle/>
            <a:p>
              <a:r>
                <a:rPr lang="en-US" altLang="zh-CN" sz="2400" b="0">
                  <a:solidFill>
                    <a:srgbClr val="000099"/>
                  </a:solidFill>
                  <a:latin typeface="Times New Roman" pitchFamily="18" charset="0"/>
                </a:rPr>
                <a:t>- 4</a:t>
              </a:r>
            </a:p>
          </p:txBody>
        </p:sp>
        <p:sp>
          <p:nvSpPr>
            <p:cNvPr id="13343" name="Rectangle 26"/>
            <p:cNvSpPr>
              <a:spLocks noChangeArrowheads="1"/>
            </p:cNvSpPr>
            <p:nvPr/>
          </p:nvSpPr>
          <p:spPr bwMode="auto">
            <a:xfrm>
              <a:off x="2304" y="3744"/>
              <a:ext cx="432" cy="288"/>
            </a:xfrm>
            <a:prstGeom prst="rect">
              <a:avLst/>
            </a:prstGeom>
            <a:noFill/>
            <a:ln w="9525">
              <a:noFill/>
              <a:miter lim="800000"/>
              <a:headEnd/>
              <a:tailEnd/>
            </a:ln>
          </p:spPr>
          <p:txBody>
            <a:bodyPr>
              <a:spAutoFit/>
            </a:bodyPr>
            <a:lstStyle/>
            <a:p>
              <a:pPr>
                <a:spcBef>
                  <a:spcPct val="50000"/>
                </a:spcBef>
              </a:pPr>
              <a:r>
                <a:rPr lang="en-US" altLang="zh-CN" sz="2400" b="0">
                  <a:solidFill>
                    <a:srgbClr val="000099"/>
                  </a:solidFill>
                  <a:latin typeface="Times New Roman" pitchFamily="18" charset="0"/>
                </a:rPr>
                <a:t>- 2</a:t>
              </a:r>
            </a:p>
          </p:txBody>
        </p:sp>
        <p:sp>
          <p:nvSpPr>
            <p:cNvPr id="13344" name="Line 27"/>
            <p:cNvSpPr>
              <a:spLocks noChangeShapeType="1"/>
            </p:cNvSpPr>
            <p:nvPr/>
          </p:nvSpPr>
          <p:spPr bwMode="auto">
            <a:xfrm>
              <a:off x="2832" y="3456"/>
              <a:ext cx="96" cy="0"/>
            </a:xfrm>
            <a:prstGeom prst="line">
              <a:avLst/>
            </a:prstGeom>
            <a:noFill/>
            <a:ln w="19050">
              <a:solidFill>
                <a:srgbClr val="000099"/>
              </a:solidFill>
              <a:round/>
              <a:headEnd/>
              <a:tailEnd/>
            </a:ln>
          </p:spPr>
          <p:txBody>
            <a:bodyPr wrap="none"/>
            <a:lstStyle/>
            <a:p>
              <a:endParaRPr lang="zh-CN" altLang="en-US"/>
            </a:p>
          </p:txBody>
        </p:sp>
        <p:sp>
          <p:nvSpPr>
            <p:cNvPr id="13345" name="Line 28"/>
            <p:cNvSpPr>
              <a:spLocks noChangeShapeType="1"/>
            </p:cNvSpPr>
            <p:nvPr/>
          </p:nvSpPr>
          <p:spPr bwMode="auto">
            <a:xfrm>
              <a:off x="2832" y="3120"/>
              <a:ext cx="96" cy="0"/>
            </a:xfrm>
            <a:prstGeom prst="line">
              <a:avLst/>
            </a:prstGeom>
            <a:noFill/>
            <a:ln w="19050">
              <a:solidFill>
                <a:srgbClr val="000099"/>
              </a:solidFill>
              <a:round/>
              <a:headEnd/>
              <a:tailEnd/>
            </a:ln>
          </p:spPr>
          <p:txBody>
            <a:bodyPr wrap="none"/>
            <a:lstStyle/>
            <a:p>
              <a:endParaRPr lang="zh-CN" altLang="en-US"/>
            </a:p>
          </p:txBody>
        </p:sp>
        <p:sp>
          <p:nvSpPr>
            <p:cNvPr id="13346" name="Line 29"/>
            <p:cNvSpPr>
              <a:spLocks noChangeShapeType="1"/>
            </p:cNvSpPr>
            <p:nvPr/>
          </p:nvSpPr>
          <p:spPr bwMode="auto">
            <a:xfrm>
              <a:off x="2832" y="2784"/>
              <a:ext cx="96" cy="0"/>
            </a:xfrm>
            <a:prstGeom prst="line">
              <a:avLst/>
            </a:prstGeom>
            <a:noFill/>
            <a:ln w="19050">
              <a:solidFill>
                <a:srgbClr val="000099"/>
              </a:solidFill>
              <a:round/>
              <a:headEnd/>
              <a:tailEnd/>
            </a:ln>
          </p:spPr>
          <p:txBody>
            <a:bodyPr wrap="none"/>
            <a:lstStyle/>
            <a:p>
              <a:endParaRPr lang="zh-CN" altLang="en-US"/>
            </a:p>
          </p:txBody>
        </p:sp>
        <p:sp>
          <p:nvSpPr>
            <p:cNvPr id="13347" name="Rectangle 30"/>
            <p:cNvSpPr>
              <a:spLocks noChangeArrowheads="1"/>
            </p:cNvSpPr>
            <p:nvPr/>
          </p:nvSpPr>
          <p:spPr bwMode="auto">
            <a:xfrm>
              <a:off x="2640" y="3312"/>
              <a:ext cx="442" cy="288"/>
            </a:xfrm>
            <a:prstGeom prst="rect">
              <a:avLst/>
            </a:prstGeom>
            <a:noFill/>
            <a:ln w="9525">
              <a:noFill/>
              <a:miter lim="800000"/>
              <a:headEnd/>
              <a:tailEnd/>
            </a:ln>
          </p:spPr>
          <p:txBody>
            <a:bodyPr>
              <a:spAutoFit/>
            </a:bodyPr>
            <a:lstStyle/>
            <a:p>
              <a:pPr>
                <a:spcBef>
                  <a:spcPct val="50000"/>
                </a:spcBef>
              </a:pPr>
              <a:r>
                <a:rPr lang="en-US" altLang="zh-CN" sz="2400" b="0">
                  <a:solidFill>
                    <a:srgbClr val="000099"/>
                  </a:solidFill>
                  <a:latin typeface="Times New Roman" pitchFamily="18" charset="0"/>
                </a:rPr>
                <a:t>2</a:t>
              </a:r>
            </a:p>
          </p:txBody>
        </p:sp>
        <p:sp>
          <p:nvSpPr>
            <p:cNvPr id="13348" name="Rectangle 31"/>
            <p:cNvSpPr>
              <a:spLocks noChangeArrowheads="1"/>
            </p:cNvSpPr>
            <p:nvPr/>
          </p:nvSpPr>
          <p:spPr bwMode="auto">
            <a:xfrm>
              <a:off x="2640" y="2976"/>
              <a:ext cx="394" cy="288"/>
            </a:xfrm>
            <a:prstGeom prst="rect">
              <a:avLst/>
            </a:prstGeom>
            <a:noFill/>
            <a:ln w="9525">
              <a:noFill/>
              <a:miter lim="800000"/>
              <a:headEnd/>
              <a:tailEnd/>
            </a:ln>
          </p:spPr>
          <p:txBody>
            <a:bodyPr>
              <a:spAutoFit/>
            </a:bodyPr>
            <a:lstStyle/>
            <a:p>
              <a:r>
                <a:rPr lang="en-US" altLang="zh-CN" sz="2400" b="0">
                  <a:solidFill>
                    <a:srgbClr val="000099"/>
                  </a:solidFill>
                  <a:latin typeface="Times New Roman" pitchFamily="18" charset="0"/>
                </a:rPr>
                <a:t>4</a:t>
              </a:r>
            </a:p>
          </p:txBody>
        </p:sp>
        <p:sp>
          <p:nvSpPr>
            <p:cNvPr id="13349" name="Rectangle 32"/>
            <p:cNvSpPr>
              <a:spLocks noChangeArrowheads="1"/>
            </p:cNvSpPr>
            <p:nvPr/>
          </p:nvSpPr>
          <p:spPr bwMode="auto">
            <a:xfrm>
              <a:off x="2630" y="2640"/>
              <a:ext cx="490" cy="288"/>
            </a:xfrm>
            <a:prstGeom prst="rect">
              <a:avLst/>
            </a:prstGeom>
            <a:noFill/>
            <a:ln w="9525">
              <a:noFill/>
              <a:miter lim="800000"/>
              <a:headEnd/>
              <a:tailEnd/>
            </a:ln>
          </p:spPr>
          <p:txBody>
            <a:bodyPr>
              <a:spAutoFit/>
            </a:bodyPr>
            <a:lstStyle/>
            <a:p>
              <a:pPr>
                <a:spcBef>
                  <a:spcPct val="50000"/>
                </a:spcBef>
              </a:pPr>
              <a:r>
                <a:rPr lang="en-US" altLang="zh-CN" sz="2400" b="0">
                  <a:solidFill>
                    <a:srgbClr val="000099"/>
                  </a:solidFill>
                  <a:latin typeface="Times New Roman" pitchFamily="18" charset="0"/>
                </a:rPr>
                <a:t>6</a:t>
              </a:r>
            </a:p>
          </p:txBody>
        </p:sp>
        <p:sp>
          <p:nvSpPr>
            <p:cNvPr id="13350" name="Oval 33"/>
            <p:cNvSpPr>
              <a:spLocks noChangeArrowheads="1"/>
            </p:cNvSpPr>
            <p:nvPr/>
          </p:nvSpPr>
          <p:spPr bwMode="auto">
            <a:xfrm>
              <a:off x="3168" y="3408"/>
              <a:ext cx="48" cy="48"/>
            </a:xfrm>
            <a:prstGeom prst="ellipse">
              <a:avLst/>
            </a:prstGeom>
            <a:solidFill>
              <a:srgbClr val="CC0000"/>
            </a:solidFill>
            <a:ln w="9525">
              <a:solidFill>
                <a:srgbClr val="000000"/>
              </a:solidFill>
              <a:round/>
              <a:headEnd/>
              <a:tailEnd/>
            </a:ln>
          </p:spPr>
          <p:txBody>
            <a:bodyPr wrap="none" anchor="ctr"/>
            <a:lstStyle/>
            <a:p>
              <a:endParaRPr lang="zh-CN" altLang="en-US"/>
            </a:p>
          </p:txBody>
        </p:sp>
        <p:sp>
          <p:nvSpPr>
            <p:cNvPr id="13351" name="Oval 34"/>
            <p:cNvSpPr>
              <a:spLocks noChangeArrowheads="1"/>
            </p:cNvSpPr>
            <p:nvPr/>
          </p:nvSpPr>
          <p:spPr bwMode="auto">
            <a:xfrm>
              <a:off x="2832" y="3216"/>
              <a:ext cx="48" cy="48"/>
            </a:xfrm>
            <a:prstGeom prst="ellipse">
              <a:avLst/>
            </a:prstGeom>
            <a:solidFill>
              <a:srgbClr val="CC0000"/>
            </a:solidFill>
            <a:ln w="9525">
              <a:solidFill>
                <a:srgbClr val="000000"/>
              </a:solidFill>
              <a:round/>
              <a:headEnd/>
              <a:tailEnd/>
            </a:ln>
          </p:spPr>
          <p:txBody>
            <a:bodyPr wrap="none" anchor="ctr"/>
            <a:lstStyle/>
            <a:p>
              <a:endParaRPr lang="zh-CN" altLang="en-US"/>
            </a:p>
          </p:txBody>
        </p:sp>
        <p:sp>
          <p:nvSpPr>
            <p:cNvPr id="13352" name="Oval 35"/>
            <p:cNvSpPr>
              <a:spLocks noChangeArrowheads="1"/>
            </p:cNvSpPr>
            <p:nvPr/>
          </p:nvSpPr>
          <p:spPr bwMode="auto">
            <a:xfrm>
              <a:off x="3600" y="3216"/>
              <a:ext cx="48" cy="48"/>
            </a:xfrm>
            <a:prstGeom prst="ellipse">
              <a:avLst/>
            </a:prstGeom>
            <a:solidFill>
              <a:srgbClr val="CC0000"/>
            </a:solidFill>
            <a:ln w="9525">
              <a:solidFill>
                <a:srgbClr val="000000"/>
              </a:solidFill>
              <a:round/>
              <a:headEnd/>
              <a:tailEnd/>
            </a:ln>
          </p:spPr>
          <p:txBody>
            <a:bodyPr wrap="none" anchor="ctr"/>
            <a:lstStyle/>
            <a:p>
              <a:endParaRPr lang="zh-CN" altLang="en-US"/>
            </a:p>
          </p:txBody>
        </p:sp>
        <p:sp>
          <p:nvSpPr>
            <p:cNvPr id="13353" name="Oval 36"/>
            <p:cNvSpPr>
              <a:spLocks noChangeArrowheads="1"/>
            </p:cNvSpPr>
            <p:nvPr/>
          </p:nvSpPr>
          <p:spPr bwMode="auto">
            <a:xfrm>
              <a:off x="2448" y="2736"/>
              <a:ext cx="48" cy="48"/>
            </a:xfrm>
            <a:prstGeom prst="ellipse">
              <a:avLst/>
            </a:prstGeom>
            <a:solidFill>
              <a:srgbClr val="CC0000"/>
            </a:solidFill>
            <a:ln w="9525">
              <a:solidFill>
                <a:srgbClr val="000000"/>
              </a:solidFill>
              <a:round/>
              <a:headEnd/>
              <a:tailEnd/>
            </a:ln>
          </p:spPr>
          <p:txBody>
            <a:bodyPr wrap="none" anchor="ctr"/>
            <a:lstStyle/>
            <a:p>
              <a:endParaRPr lang="zh-CN" altLang="en-US"/>
            </a:p>
          </p:txBody>
        </p:sp>
        <p:sp>
          <p:nvSpPr>
            <p:cNvPr id="13354" name="Oval 37"/>
            <p:cNvSpPr>
              <a:spLocks noChangeArrowheads="1"/>
            </p:cNvSpPr>
            <p:nvPr/>
          </p:nvSpPr>
          <p:spPr bwMode="auto">
            <a:xfrm>
              <a:off x="4032" y="2736"/>
              <a:ext cx="48" cy="48"/>
            </a:xfrm>
            <a:prstGeom prst="ellipse">
              <a:avLst/>
            </a:prstGeom>
            <a:solidFill>
              <a:srgbClr val="CC0000"/>
            </a:solidFill>
            <a:ln w="9525">
              <a:solidFill>
                <a:srgbClr val="000000"/>
              </a:solidFill>
              <a:round/>
              <a:headEnd/>
              <a:tailEnd/>
            </a:ln>
          </p:spPr>
          <p:txBody>
            <a:bodyPr wrap="none" anchor="ctr"/>
            <a:lstStyle/>
            <a:p>
              <a:endParaRPr lang="zh-CN" altLang="en-US"/>
            </a:p>
          </p:txBody>
        </p:sp>
        <p:graphicFrame>
          <p:nvGraphicFramePr>
            <p:cNvPr id="13318" name="Object 38"/>
            <p:cNvGraphicFramePr>
              <a:graphicFrameLocks noChangeAspect="1"/>
            </p:cNvGraphicFramePr>
            <p:nvPr/>
          </p:nvGraphicFramePr>
          <p:xfrm>
            <a:off x="3024" y="3153"/>
            <a:ext cx="432" cy="207"/>
          </p:xfrm>
          <a:graphic>
            <a:graphicData uri="http://schemas.openxmlformats.org/presentationml/2006/ole">
              <p:oleObj spid="_x0000_s13318" name="Equation" r:id="rId7" imgW="583920" imgH="279360" progId="Equation.3">
                <p:embed/>
              </p:oleObj>
            </a:graphicData>
          </a:graphic>
        </p:graphicFrame>
        <p:graphicFrame>
          <p:nvGraphicFramePr>
            <p:cNvPr id="13319" name="Object 39"/>
            <p:cNvGraphicFramePr>
              <a:graphicFrameLocks noChangeAspect="1"/>
            </p:cNvGraphicFramePr>
            <p:nvPr/>
          </p:nvGraphicFramePr>
          <p:xfrm>
            <a:off x="3698" y="3153"/>
            <a:ext cx="526" cy="207"/>
          </p:xfrm>
          <a:graphic>
            <a:graphicData uri="http://schemas.openxmlformats.org/presentationml/2006/ole">
              <p:oleObj spid="_x0000_s13319" name="Equation" r:id="rId8" imgW="711000" imgH="279360" progId="Equation.3">
                <p:embed/>
              </p:oleObj>
            </a:graphicData>
          </a:graphic>
        </p:graphicFrame>
        <p:graphicFrame>
          <p:nvGraphicFramePr>
            <p:cNvPr id="13320" name="Object 40"/>
            <p:cNvGraphicFramePr>
              <a:graphicFrameLocks noChangeAspect="1"/>
            </p:cNvGraphicFramePr>
            <p:nvPr/>
          </p:nvGraphicFramePr>
          <p:xfrm>
            <a:off x="2016" y="3120"/>
            <a:ext cx="672" cy="207"/>
          </p:xfrm>
          <a:graphic>
            <a:graphicData uri="http://schemas.openxmlformats.org/presentationml/2006/ole">
              <p:oleObj spid="_x0000_s13320" name="Equation" r:id="rId9" imgW="876240" imgH="279360" progId="Equation.3">
                <p:embed/>
              </p:oleObj>
            </a:graphicData>
          </a:graphic>
        </p:graphicFrame>
        <p:graphicFrame>
          <p:nvGraphicFramePr>
            <p:cNvPr id="13321" name="Object 41"/>
            <p:cNvGraphicFramePr>
              <a:graphicFrameLocks noChangeAspect="1"/>
            </p:cNvGraphicFramePr>
            <p:nvPr/>
          </p:nvGraphicFramePr>
          <p:xfrm>
            <a:off x="1680" y="2640"/>
            <a:ext cx="672" cy="207"/>
          </p:xfrm>
          <a:graphic>
            <a:graphicData uri="http://schemas.openxmlformats.org/presentationml/2006/ole">
              <p:oleObj spid="_x0000_s13321" name="Equation" r:id="rId10" imgW="876240" imgH="279360" progId="Equation.3">
                <p:embed/>
              </p:oleObj>
            </a:graphicData>
          </a:graphic>
        </p:graphicFrame>
        <p:graphicFrame>
          <p:nvGraphicFramePr>
            <p:cNvPr id="13322" name="Object 42"/>
            <p:cNvGraphicFramePr>
              <a:graphicFrameLocks noChangeAspect="1"/>
            </p:cNvGraphicFramePr>
            <p:nvPr/>
          </p:nvGraphicFramePr>
          <p:xfrm>
            <a:off x="3487" y="2544"/>
            <a:ext cx="545" cy="207"/>
          </p:xfrm>
          <a:graphic>
            <a:graphicData uri="http://schemas.openxmlformats.org/presentationml/2006/ole">
              <p:oleObj spid="_x0000_s13322" name="Equation" r:id="rId11" imgW="711000" imgH="27936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8899"/>
                                        </p:tgtEl>
                                        <p:attrNameLst>
                                          <p:attrName>style.visibility</p:attrName>
                                        </p:attrNameLst>
                                      </p:cBhvr>
                                      <p:to>
                                        <p:strVal val="visible"/>
                                      </p:to>
                                    </p:set>
                                    <p:animEffect transition="in" filter="wipe(left)">
                                      <p:cBhvr>
                                        <p:cTn id="7" dur="500"/>
                                        <p:tgtEl>
                                          <p:spTgt spid="20889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08898"/>
                                        </p:tgtEl>
                                        <p:attrNameLst>
                                          <p:attrName>style.visibility</p:attrName>
                                        </p:attrNameLst>
                                      </p:cBhvr>
                                      <p:to>
                                        <p:strVal val="visible"/>
                                      </p:to>
                                    </p:set>
                                    <p:animEffect transition="in" filter="wipe(left)">
                                      <p:cBhvr>
                                        <p:cTn id="11" dur="500"/>
                                        <p:tgtEl>
                                          <p:spTgt spid="20889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08900"/>
                                        </p:tgtEl>
                                        <p:attrNameLst>
                                          <p:attrName>style.visibility</p:attrName>
                                        </p:attrNameLst>
                                      </p:cBhvr>
                                      <p:to>
                                        <p:strVal val="visible"/>
                                      </p:to>
                                    </p:set>
                                    <p:animEffect transition="in" filter="wipe(left)">
                                      <p:cBhvr>
                                        <p:cTn id="16" dur="500"/>
                                        <p:tgtEl>
                                          <p:spTgt spid="208900"/>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08901"/>
                                        </p:tgtEl>
                                        <p:attrNameLst>
                                          <p:attrName>style.visibility</p:attrName>
                                        </p:attrNameLst>
                                      </p:cBhvr>
                                      <p:to>
                                        <p:strVal val="visible"/>
                                      </p:to>
                                    </p:set>
                                    <p:animEffect transition="in" filter="blinds(horizontal)">
                                      <p:cBhvr>
                                        <p:cTn id="21" dur="500"/>
                                        <p:tgtEl>
                                          <p:spTgt spid="208901"/>
                                        </p:tgtEl>
                                      </p:cBhvr>
                                    </p:animEffect>
                                  </p:childTnLst>
                                </p:cTn>
                              </p:par>
                            </p:childTnLst>
                          </p:cTn>
                        </p:par>
                      </p:childTnLst>
                    </p:cTn>
                  </p:par>
                  <p:par>
                    <p:cTn id="22" fill="hold">
                      <p:stCondLst>
                        <p:cond delay="indefinite"/>
                      </p:stCondLst>
                      <p:childTnLst>
                        <p:par>
                          <p:cTn id="23" fill="hold">
                            <p:stCondLst>
                              <p:cond delay="0"/>
                            </p:stCondLst>
                            <p:childTnLst>
                              <p:par>
                                <p:cTn id="24" presetID="23" presetClass="entr" presetSubtype="272"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 calcmode="lin" valueType="num">
                                      <p:cBhvr>
                                        <p:cTn id="26" dur="500" fill="hold"/>
                                        <p:tgtEl>
                                          <p:spTgt spid="2"/>
                                        </p:tgtEl>
                                        <p:attrNameLst>
                                          <p:attrName>ppt_w</p:attrName>
                                        </p:attrNameLst>
                                      </p:cBhvr>
                                      <p:tavLst>
                                        <p:tav tm="0">
                                          <p:val>
                                            <p:strVal val="2/3*#ppt_w"/>
                                          </p:val>
                                        </p:tav>
                                        <p:tav tm="100000">
                                          <p:val>
                                            <p:strVal val="#ppt_w"/>
                                          </p:val>
                                        </p:tav>
                                      </p:tavLst>
                                    </p:anim>
                                    <p:anim calcmode="lin" valueType="num">
                                      <p:cBhvr>
                                        <p:cTn id="27" dur="500" fill="hold"/>
                                        <p:tgtEl>
                                          <p:spTgt spid="2"/>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9" grpId="0"/>
      <p:bldP spid="20890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511175" y="2471738"/>
            <a:ext cx="609600" cy="457200"/>
          </a:xfrm>
          <a:prstGeom prst="rect">
            <a:avLst/>
          </a:prstGeom>
          <a:noFill/>
          <a:ln w="9525">
            <a:noFill/>
            <a:miter lim="800000"/>
            <a:headEnd/>
            <a:tailEnd/>
          </a:ln>
        </p:spPr>
        <p:txBody>
          <a:bodyPr>
            <a:spAutoFit/>
          </a:bodyPr>
          <a:lstStyle/>
          <a:p>
            <a:pPr>
              <a:spcBef>
                <a:spcPct val="50000"/>
              </a:spcBef>
            </a:pPr>
            <a:r>
              <a:rPr kumimoji="1" lang="zh-CN" altLang="en-US" sz="2400">
                <a:solidFill>
                  <a:srgbClr val="FF0000"/>
                </a:solidFill>
                <a:latin typeface="Times New Roman" pitchFamily="18" charset="0"/>
              </a:rPr>
              <a:t>解</a:t>
            </a:r>
          </a:p>
        </p:txBody>
      </p:sp>
      <p:graphicFrame>
        <p:nvGraphicFramePr>
          <p:cNvPr id="54275" name="Object 3"/>
          <p:cNvGraphicFramePr>
            <a:graphicFrameLocks noChangeAspect="1"/>
          </p:cNvGraphicFramePr>
          <p:nvPr/>
        </p:nvGraphicFramePr>
        <p:xfrm>
          <a:off x="1331913" y="2349500"/>
          <a:ext cx="1773237" cy="774700"/>
        </p:xfrm>
        <a:graphic>
          <a:graphicData uri="http://schemas.openxmlformats.org/presentationml/2006/ole">
            <p:oleObj spid="_x0000_s14338" name="公式" r:id="rId3" imgW="1765080" imgH="774360" progId="Equation.3">
              <p:embed/>
            </p:oleObj>
          </a:graphicData>
        </a:graphic>
      </p:graphicFrame>
      <p:graphicFrame>
        <p:nvGraphicFramePr>
          <p:cNvPr id="54276" name="Object 4"/>
          <p:cNvGraphicFramePr>
            <a:graphicFrameLocks/>
          </p:cNvGraphicFramePr>
          <p:nvPr/>
        </p:nvGraphicFramePr>
        <p:xfrm>
          <a:off x="6443663" y="2276475"/>
          <a:ext cx="2260600" cy="633413"/>
        </p:xfrm>
        <a:graphic>
          <a:graphicData uri="http://schemas.openxmlformats.org/presentationml/2006/ole">
            <p:oleObj spid="_x0000_s14339" name="公式" r:id="rId4" imgW="2260440" imgH="634680" progId="Equation.3">
              <p:embed/>
            </p:oleObj>
          </a:graphicData>
        </a:graphic>
      </p:graphicFrame>
      <p:graphicFrame>
        <p:nvGraphicFramePr>
          <p:cNvPr id="54277" name="Object 5"/>
          <p:cNvGraphicFramePr>
            <a:graphicFrameLocks noChangeAspect="1"/>
          </p:cNvGraphicFramePr>
          <p:nvPr/>
        </p:nvGraphicFramePr>
        <p:xfrm>
          <a:off x="3132138" y="3357563"/>
          <a:ext cx="2447925" cy="431800"/>
        </p:xfrm>
        <a:graphic>
          <a:graphicData uri="http://schemas.openxmlformats.org/presentationml/2006/ole">
            <p:oleObj spid="_x0000_s14340" name="Equation" r:id="rId5" imgW="2425680" imgH="431640" progId="Equation.3">
              <p:embed/>
            </p:oleObj>
          </a:graphicData>
        </a:graphic>
      </p:graphicFrame>
      <p:graphicFrame>
        <p:nvGraphicFramePr>
          <p:cNvPr id="54278" name="Object 6"/>
          <p:cNvGraphicFramePr>
            <a:graphicFrameLocks/>
          </p:cNvGraphicFramePr>
          <p:nvPr/>
        </p:nvGraphicFramePr>
        <p:xfrm>
          <a:off x="2771775" y="4292600"/>
          <a:ext cx="2465388" cy="406400"/>
        </p:xfrm>
        <a:graphic>
          <a:graphicData uri="http://schemas.openxmlformats.org/presentationml/2006/ole">
            <p:oleObj spid="_x0000_s14341" name="公式" r:id="rId6" imgW="2463480" imgH="406080" progId="Equation.3">
              <p:embed/>
            </p:oleObj>
          </a:graphicData>
        </a:graphic>
      </p:graphicFrame>
      <p:graphicFrame>
        <p:nvGraphicFramePr>
          <p:cNvPr id="54279" name="Object 7"/>
          <p:cNvGraphicFramePr>
            <a:graphicFrameLocks noChangeAspect="1"/>
          </p:cNvGraphicFramePr>
          <p:nvPr/>
        </p:nvGraphicFramePr>
        <p:xfrm>
          <a:off x="5292725" y="5445125"/>
          <a:ext cx="3121025" cy="466725"/>
        </p:xfrm>
        <a:graphic>
          <a:graphicData uri="http://schemas.openxmlformats.org/presentationml/2006/ole">
            <p:oleObj spid="_x0000_s14342" name="公式" r:id="rId7" imgW="3111480" imgH="469800" progId="Equation.3">
              <p:embed/>
            </p:oleObj>
          </a:graphicData>
        </a:graphic>
      </p:graphicFrame>
      <p:sp>
        <p:nvSpPr>
          <p:cNvPr id="54280" name="Text Box 8"/>
          <p:cNvSpPr txBox="1">
            <a:spLocks noChangeArrowheads="1"/>
          </p:cNvSpPr>
          <p:nvPr/>
        </p:nvSpPr>
        <p:spPr bwMode="auto">
          <a:xfrm>
            <a:off x="892175" y="1087438"/>
            <a:ext cx="838200" cy="457200"/>
          </a:xfrm>
          <a:prstGeom prst="rect">
            <a:avLst/>
          </a:prstGeom>
          <a:noFill/>
          <a:ln w="9525">
            <a:noFill/>
            <a:miter lim="800000"/>
            <a:headEnd/>
            <a:tailEnd/>
          </a:ln>
        </p:spPr>
        <p:txBody>
          <a:bodyPr>
            <a:spAutoFit/>
          </a:bodyPr>
          <a:lstStyle/>
          <a:p>
            <a:pPr>
              <a:spcBef>
                <a:spcPct val="50000"/>
              </a:spcBef>
            </a:pPr>
            <a:r>
              <a:rPr kumimoji="1" lang="zh-CN" altLang="en-US" sz="2400">
                <a:solidFill>
                  <a:schemeClr val="tx2"/>
                </a:solidFill>
                <a:latin typeface="Times New Roman" pitchFamily="18" charset="0"/>
              </a:rPr>
              <a:t>已知</a:t>
            </a:r>
          </a:p>
        </p:txBody>
      </p:sp>
      <p:graphicFrame>
        <p:nvGraphicFramePr>
          <p:cNvPr id="54281" name="Object 9"/>
          <p:cNvGraphicFramePr>
            <a:graphicFrameLocks noChangeAspect="1"/>
          </p:cNvGraphicFramePr>
          <p:nvPr/>
        </p:nvGraphicFramePr>
        <p:xfrm>
          <a:off x="1647825" y="1100138"/>
          <a:ext cx="1131888" cy="457200"/>
        </p:xfrm>
        <a:graphic>
          <a:graphicData uri="http://schemas.openxmlformats.org/presentationml/2006/ole">
            <p:oleObj spid="_x0000_s14343" name="公式" r:id="rId8" imgW="1130040" imgH="457200" progId="Equation.3">
              <p:embed/>
            </p:oleObj>
          </a:graphicData>
        </a:graphic>
      </p:graphicFrame>
      <p:graphicFrame>
        <p:nvGraphicFramePr>
          <p:cNvPr id="54282" name="Object 10"/>
          <p:cNvGraphicFramePr>
            <a:graphicFrameLocks noChangeAspect="1"/>
          </p:cNvGraphicFramePr>
          <p:nvPr/>
        </p:nvGraphicFramePr>
        <p:xfrm>
          <a:off x="3914775" y="1093788"/>
          <a:ext cx="3186113" cy="455612"/>
        </p:xfrm>
        <a:graphic>
          <a:graphicData uri="http://schemas.openxmlformats.org/presentationml/2006/ole">
            <p:oleObj spid="_x0000_s14344" name="公式" r:id="rId9" imgW="3174840" imgH="457200" progId="Equation.3">
              <p:embed/>
            </p:oleObj>
          </a:graphicData>
        </a:graphic>
      </p:graphicFrame>
      <p:graphicFrame>
        <p:nvGraphicFramePr>
          <p:cNvPr id="54283" name="Object 11"/>
          <p:cNvGraphicFramePr>
            <a:graphicFrameLocks/>
          </p:cNvGraphicFramePr>
          <p:nvPr/>
        </p:nvGraphicFramePr>
        <p:xfrm>
          <a:off x="1031875" y="1776413"/>
          <a:ext cx="252413" cy="314325"/>
        </p:xfrm>
        <a:graphic>
          <a:graphicData uri="http://schemas.openxmlformats.org/presentationml/2006/ole">
            <p:oleObj spid="_x0000_s14345" name="公式" r:id="rId10" imgW="253800" imgH="317160" progId="Equation.3">
              <p:embed/>
            </p:oleObj>
          </a:graphicData>
        </a:graphic>
      </p:graphicFrame>
      <p:sp>
        <p:nvSpPr>
          <p:cNvPr id="54284" name="Text Box 12"/>
          <p:cNvSpPr txBox="1">
            <a:spLocks noChangeArrowheads="1"/>
          </p:cNvSpPr>
          <p:nvPr/>
        </p:nvSpPr>
        <p:spPr bwMode="auto">
          <a:xfrm>
            <a:off x="511175" y="1706563"/>
            <a:ext cx="457200" cy="457200"/>
          </a:xfrm>
          <a:prstGeom prst="rect">
            <a:avLst/>
          </a:prstGeom>
          <a:noFill/>
          <a:ln w="9525">
            <a:noFill/>
            <a:miter lim="800000"/>
            <a:headEnd/>
            <a:tailEnd/>
          </a:ln>
        </p:spPr>
        <p:txBody>
          <a:bodyPr>
            <a:spAutoFit/>
          </a:bodyPr>
          <a:lstStyle/>
          <a:p>
            <a:pPr>
              <a:spcBef>
                <a:spcPct val="50000"/>
              </a:spcBef>
            </a:pPr>
            <a:r>
              <a:rPr kumimoji="1" lang="zh-CN" altLang="en-US" sz="2400">
                <a:solidFill>
                  <a:srgbClr val="FF0000"/>
                </a:solidFill>
                <a:latin typeface="Times New Roman" pitchFamily="18" charset="0"/>
              </a:rPr>
              <a:t>求</a:t>
            </a:r>
            <a:endParaRPr kumimoji="1" lang="zh-CN" altLang="en-US" sz="2400" b="0">
              <a:solidFill>
                <a:srgbClr val="FF0000"/>
              </a:solidFill>
              <a:latin typeface="Times New Roman" pitchFamily="18" charset="0"/>
            </a:endParaRPr>
          </a:p>
        </p:txBody>
      </p:sp>
      <p:sp>
        <p:nvSpPr>
          <p:cNvPr id="54285" name="Text Box 13"/>
          <p:cNvSpPr txBox="1">
            <a:spLocks noChangeArrowheads="1"/>
          </p:cNvSpPr>
          <p:nvPr/>
        </p:nvSpPr>
        <p:spPr bwMode="auto">
          <a:xfrm>
            <a:off x="1196975" y="1706563"/>
            <a:ext cx="2212975" cy="457200"/>
          </a:xfrm>
          <a:prstGeom prst="rect">
            <a:avLst/>
          </a:prstGeom>
          <a:noFill/>
          <a:ln w="9525">
            <a:noFill/>
            <a:miter lim="800000"/>
            <a:headEnd/>
            <a:tailEnd/>
          </a:ln>
        </p:spPr>
        <p:txBody>
          <a:bodyPr>
            <a:spAutoFit/>
          </a:bodyPr>
          <a:lstStyle/>
          <a:p>
            <a:pPr>
              <a:spcBef>
                <a:spcPct val="50000"/>
              </a:spcBef>
            </a:pPr>
            <a:r>
              <a:rPr kumimoji="1" lang="zh-CN" altLang="en-US" sz="2400">
                <a:solidFill>
                  <a:schemeClr val="tx2"/>
                </a:solidFill>
                <a:latin typeface="Times New Roman" pitchFamily="18" charset="0"/>
              </a:rPr>
              <a:t>和运动方程。</a:t>
            </a:r>
          </a:p>
        </p:txBody>
      </p:sp>
      <p:sp>
        <p:nvSpPr>
          <p:cNvPr id="54286" name="Text Box 14"/>
          <p:cNvSpPr txBox="1">
            <a:spLocks noChangeArrowheads="1"/>
          </p:cNvSpPr>
          <p:nvPr/>
        </p:nvSpPr>
        <p:spPr bwMode="auto">
          <a:xfrm>
            <a:off x="611188" y="3357563"/>
            <a:ext cx="2209800" cy="457200"/>
          </a:xfrm>
          <a:prstGeom prst="rect">
            <a:avLst/>
          </a:prstGeom>
          <a:noFill/>
          <a:ln w="9525">
            <a:noFill/>
            <a:miter lim="800000"/>
            <a:headEnd/>
            <a:tailEnd/>
          </a:ln>
        </p:spPr>
        <p:txBody>
          <a:bodyPr>
            <a:spAutoFit/>
          </a:bodyPr>
          <a:lstStyle/>
          <a:p>
            <a:pPr>
              <a:spcBef>
                <a:spcPct val="50000"/>
              </a:spcBef>
            </a:pPr>
            <a:r>
              <a:rPr kumimoji="1" lang="zh-CN" altLang="en-US" sz="2400">
                <a:solidFill>
                  <a:schemeClr val="tx2"/>
                </a:solidFill>
                <a:latin typeface="Times New Roman" pitchFamily="18" charset="0"/>
              </a:rPr>
              <a:t>代入初始条件</a:t>
            </a:r>
          </a:p>
        </p:txBody>
      </p:sp>
      <p:graphicFrame>
        <p:nvGraphicFramePr>
          <p:cNvPr id="54287" name="Object 15"/>
          <p:cNvGraphicFramePr>
            <a:graphicFrameLocks noChangeAspect="1"/>
          </p:cNvGraphicFramePr>
          <p:nvPr/>
        </p:nvGraphicFramePr>
        <p:xfrm>
          <a:off x="3203575" y="5445125"/>
          <a:ext cx="1358900" cy="466725"/>
        </p:xfrm>
        <a:graphic>
          <a:graphicData uri="http://schemas.openxmlformats.org/presentationml/2006/ole">
            <p:oleObj spid="_x0000_s14346" name="Equation" r:id="rId11" imgW="1358640" imgH="469800" progId="Equation.3">
              <p:embed/>
            </p:oleObj>
          </a:graphicData>
        </a:graphic>
      </p:graphicFrame>
      <p:sp>
        <p:nvSpPr>
          <p:cNvPr id="54288" name="Text Box 16"/>
          <p:cNvSpPr txBox="1">
            <a:spLocks noChangeArrowheads="1"/>
          </p:cNvSpPr>
          <p:nvPr/>
        </p:nvSpPr>
        <p:spPr bwMode="auto">
          <a:xfrm>
            <a:off x="611188" y="5445125"/>
            <a:ext cx="2133600" cy="457200"/>
          </a:xfrm>
          <a:prstGeom prst="rect">
            <a:avLst/>
          </a:prstGeom>
          <a:noFill/>
          <a:ln w="9525">
            <a:noFill/>
            <a:miter lim="800000"/>
            <a:headEnd/>
            <a:tailEnd/>
          </a:ln>
        </p:spPr>
        <p:txBody>
          <a:bodyPr>
            <a:spAutoFit/>
          </a:bodyPr>
          <a:lstStyle/>
          <a:p>
            <a:pPr>
              <a:spcBef>
                <a:spcPct val="50000"/>
              </a:spcBef>
            </a:pPr>
            <a:r>
              <a:rPr kumimoji="1" lang="zh-CN" altLang="en-US" sz="2400">
                <a:solidFill>
                  <a:schemeClr val="tx2"/>
                </a:solidFill>
                <a:latin typeface="Times New Roman" pitchFamily="18" charset="0"/>
              </a:rPr>
              <a:t>代入初始条件</a:t>
            </a:r>
          </a:p>
        </p:txBody>
      </p:sp>
      <p:sp>
        <p:nvSpPr>
          <p:cNvPr id="54289" name="Text Box 17"/>
          <p:cNvSpPr txBox="1">
            <a:spLocks noChangeArrowheads="1"/>
          </p:cNvSpPr>
          <p:nvPr/>
        </p:nvSpPr>
        <p:spPr bwMode="auto">
          <a:xfrm>
            <a:off x="539750" y="477838"/>
            <a:ext cx="2514600" cy="457200"/>
          </a:xfrm>
          <a:prstGeom prst="rect">
            <a:avLst/>
          </a:prstGeom>
          <a:noFill/>
          <a:ln w="9525">
            <a:noFill/>
            <a:miter lim="800000"/>
            <a:headEnd/>
            <a:tailEnd/>
          </a:ln>
        </p:spPr>
        <p:txBody>
          <a:bodyPr>
            <a:spAutoFit/>
          </a:bodyPr>
          <a:lstStyle/>
          <a:p>
            <a:pPr>
              <a:spcBef>
                <a:spcPct val="50000"/>
              </a:spcBef>
            </a:pPr>
            <a:r>
              <a:rPr kumimoji="1" lang="en-US" altLang="zh-CN" sz="2400">
                <a:solidFill>
                  <a:schemeClr val="tx2"/>
                </a:solidFill>
                <a:latin typeface="Times New Roman" pitchFamily="18" charset="0"/>
              </a:rPr>
              <a:t>2. </a:t>
            </a:r>
            <a:r>
              <a:rPr kumimoji="1" lang="zh-CN" altLang="en-US" sz="2400">
                <a:solidFill>
                  <a:schemeClr val="tx2"/>
                </a:solidFill>
                <a:latin typeface="Times New Roman" pitchFamily="18" charset="0"/>
              </a:rPr>
              <a:t>第二类问题</a:t>
            </a:r>
            <a:endParaRPr kumimoji="1" lang="zh-CN" altLang="en-US" sz="2400" b="0">
              <a:solidFill>
                <a:schemeClr val="tx2"/>
              </a:solidFill>
              <a:latin typeface="Times New Roman" pitchFamily="18" charset="0"/>
            </a:endParaRPr>
          </a:p>
        </p:txBody>
      </p:sp>
      <p:graphicFrame>
        <p:nvGraphicFramePr>
          <p:cNvPr id="54290" name="Object 18"/>
          <p:cNvGraphicFramePr>
            <a:graphicFrameLocks noChangeAspect="1"/>
          </p:cNvGraphicFramePr>
          <p:nvPr/>
        </p:nvGraphicFramePr>
        <p:xfrm>
          <a:off x="3779838" y="2420938"/>
          <a:ext cx="2038350" cy="419100"/>
        </p:xfrm>
        <a:graphic>
          <a:graphicData uri="http://schemas.openxmlformats.org/presentationml/2006/ole">
            <p:oleObj spid="_x0000_s14347" name="公式" r:id="rId12" imgW="2019240" imgH="419040" progId="Equation.3">
              <p:embed/>
            </p:oleObj>
          </a:graphicData>
        </a:graphic>
      </p:graphicFrame>
      <p:graphicFrame>
        <p:nvGraphicFramePr>
          <p:cNvPr id="54291" name="Object 19"/>
          <p:cNvGraphicFramePr>
            <a:graphicFrameLocks/>
          </p:cNvGraphicFramePr>
          <p:nvPr/>
        </p:nvGraphicFramePr>
        <p:xfrm>
          <a:off x="6300788" y="3357563"/>
          <a:ext cx="2324100" cy="431800"/>
        </p:xfrm>
        <a:graphic>
          <a:graphicData uri="http://schemas.openxmlformats.org/presentationml/2006/ole">
            <p:oleObj spid="_x0000_s14348" name="Equation" r:id="rId13" imgW="2323800" imgH="431640" progId="Equation.3">
              <p:embed/>
            </p:oleObj>
          </a:graphicData>
        </a:graphic>
      </p:graphicFrame>
      <p:graphicFrame>
        <p:nvGraphicFramePr>
          <p:cNvPr id="54292" name="Object 20"/>
          <p:cNvGraphicFramePr>
            <a:graphicFrameLocks/>
          </p:cNvGraphicFramePr>
          <p:nvPr/>
        </p:nvGraphicFramePr>
        <p:xfrm>
          <a:off x="971550" y="4149725"/>
          <a:ext cx="1230313" cy="776288"/>
        </p:xfrm>
        <a:graphic>
          <a:graphicData uri="http://schemas.openxmlformats.org/presentationml/2006/ole">
            <p:oleObj spid="_x0000_s14349" name="公式" r:id="rId14" imgW="1231560" imgH="774360" progId="Equation.3">
              <p:embed/>
            </p:oleObj>
          </a:graphicData>
        </a:graphic>
      </p:graphicFrame>
      <p:graphicFrame>
        <p:nvGraphicFramePr>
          <p:cNvPr id="54293" name="Object 21"/>
          <p:cNvGraphicFramePr>
            <a:graphicFrameLocks/>
          </p:cNvGraphicFramePr>
          <p:nvPr/>
        </p:nvGraphicFramePr>
        <p:xfrm>
          <a:off x="5940425" y="4149725"/>
          <a:ext cx="2936875" cy="927100"/>
        </p:xfrm>
        <a:graphic>
          <a:graphicData uri="http://schemas.openxmlformats.org/presentationml/2006/ole">
            <p:oleObj spid="_x0000_s14350" name="公式" r:id="rId15" imgW="2933640" imgH="927000" progId="Equation.3">
              <p:embed/>
            </p:oleObj>
          </a:graphicData>
        </a:graphic>
      </p:graphicFrame>
      <p:sp>
        <p:nvSpPr>
          <p:cNvPr id="54294" name="Rectangle 22"/>
          <p:cNvSpPr>
            <a:spLocks noChangeArrowheads="1"/>
          </p:cNvSpPr>
          <p:nvPr/>
        </p:nvSpPr>
        <p:spPr bwMode="auto">
          <a:xfrm>
            <a:off x="2771775" y="476250"/>
            <a:ext cx="3860800" cy="457200"/>
          </a:xfrm>
          <a:prstGeom prst="rect">
            <a:avLst/>
          </a:prstGeom>
          <a:noFill/>
          <a:ln w="9525">
            <a:noFill/>
            <a:miter lim="800000"/>
            <a:headEnd/>
            <a:tailEnd/>
          </a:ln>
        </p:spPr>
        <p:txBody>
          <a:bodyPr wrap="none" anchor="ctr">
            <a:spAutoFit/>
          </a:bodyPr>
          <a:lstStyle/>
          <a:p>
            <a:pPr algn="ctr"/>
            <a:r>
              <a:rPr kumimoji="1" lang="zh-CN" altLang="en-US" sz="2400">
                <a:solidFill>
                  <a:schemeClr val="tx2"/>
                </a:solidFill>
                <a:latin typeface="Times New Roman" pitchFamily="18" charset="0"/>
              </a:rPr>
              <a:t>已知加速度和初始条件，求</a:t>
            </a:r>
          </a:p>
        </p:txBody>
      </p:sp>
      <p:graphicFrame>
        <p:nvGraphicFramePr>
          <p:cNvPr id="54295" name="Object 23"/>
          <p:cNvGraphicFramePr>
            <a:graphicFrameLocks/>
          </p:cNvGraphicFramePr>
          <p:nvPr/>
        </p:nvGraphicFramePr>
        <p:xfrm>
          <a:off x="6643688" y="522288"/>
          <a:ext cx="785812" cy="406400"/>
        </p:xfrm>
        <a:graphic>
          <a:graphicData uri="http://schemas.openxmlformats.org/presentationml/2006/ole">
            <p:oleObj spid="_x0000_s14351" name="公式" r:id="rId16" imgW="253800" imgH="203040" progId="Equation.3">
              <p:embed/>
            </p:oleObj>
          </a:graphicData>
        </a:graphic>
      </p:graphicFrame>
      <p:sp>
        <p:nvSpPr>
          <p:cNvPr id="54296" name="Rectangle 24"/>
          <p:cNvSpPr>
            <a:spLocks noChangeArrowheads="1"/>
          </p:cNvSpPr>
          <p:nvPr/>
        </p:nvSpPr>
        <p:spPr bwMode="auto">
          <a:xfrm>
            <a:off x="511175" y="1087438"/>
            <a:ext cx="492125" cy="457200"/>
          </a:xfrm>
          <a:prstGeom prst="rect">
            <a:avLst/>
          </a:prstGeom>
          <a:noFill/>
          <a:ln w="9525">
            <a:noFill/>
            <a:miter lim="800000"/>
            <a:headEnd/>
            <a:tailEnd/>
          </a:ln>
        </p:spPr>
        <p:txBody>
          <a:bodyPr wrap="none" anchor="ctr">
            <a:spAutoFit/>
          </a:bodyPr>
          <a:lstStyle/>
          <a:p>
            <a:pPr algn="ctr"/>
            <a:r>
              <a:rPr kumimoji="1" lang="zh-CN" altLang="en-US" sz="2400">
                <a:solidFill>
                  <a:srgbClr val="FF0000"/>
                </a:solidFill>
                <a:latin typeface="Times New Roman" pitchFamily="18" charset="0"/>
              </a:rPr>
              <a:t>例</a:t>
            </a:r>
          </a:p>
        </p:txBody>
      </p:sp>
      <p:sp>
        <p:nvSpPr>
          <p:cNvPr id="54297" name="Text Box 25"/>
          <p:cNvSpPr txBox="1">
            <a:spLocks noChangeArrowheads="1"/>
          </p:cNvSpPr>
          <p:nvPr/>
        </p:nvSpPr>
        <p:spPr bwMode="auto">
          <a:xfrm>
            <a:off x="2797175" y="1087438"/>
            <a:ext cx="1447800" cy="457200"/>
          </a:xfrm>
          <a:prstGeom prst="rect">
            <a:avLst/>
          </a:prstGeom>
          <a:noFill/>
          <a:ln w="9525">
            <a:noFill/>
            <a:miter lim="800000"/>
            <a:headEnd/>
            <a:tailEnd/>
          </a:ln>
        </p:spPr>
        <p:txBody>
          <a:bodyPr>
            <a:spAutoFit/>
          </a:bodyPr>
          <a:lstStyle/>
          <a:p>
            <a:pPr>
              <a:spcBef>
                <a:spcPct val="50000"/>
              </a:spcBef>
            </a:pPr>
            <a:r>
              <a:rPr kumimoji="1" lang="en-US" altLang="zh-CN" sz="2400" i="1">
                <a:solidFill>
                  <a:schemeClr val="tx2"/>
                </a:solidFill>
                <a:latin typeface="Times New Roman" pitchFamily="18" charset="0"/>
              </a:rPr>
              <a:t>,</a:t>
            </a:r>
            <a:r>
              <a:rPr kumimoji="1" lang="en-US" altLang="zh-CN" sz="2400" i="1">
                <a:solidFill>
                  <a:srgbClr val="FF6600"/>
                </a:solidFill>
                <a:latin typeface="Times New Roman" pitchFamily="18" charset="0"/>
              </a:rPr>
              <a:t>t </a:t>
            </a:r>
            <a:r>
              <a:rPr kumimoji="1" lang="en-US" altLang="zh-CN" sz="2400">
                <a:solidFill>
                  <a:srgbClr val="FF6600"/>
                </a:solidFill>
                <a:latin typeface="Times New Roman" pitchFamily="18" charset="0"/>
              </a:rPr>
              <a:t>=0</a:t>
            </a:r>
            <a:r>
              <a:rPr kumimoji="1" lang="en-US" altLang="zh-CN" sz="2400">
                <a:solidFill>
                  <a:schemeClr val="tx2"/>
                </a:solidFill>
                <a:latin typeface="Times New Roman" pitchFamily="18" charset="0"/>
              </a:rPr>
              <a:t> </a:t>
            </a:r>
            <a:r>
              <a:rPr kumimoji="1" lang="zh-CN" altLang="en-US" sz="2400">
                <a:solidFill>
                  <a:schemeClr val="tx2"/>
                </a:solidFill>
                <a:latin typeface="Times New Roman" pitchFamily="18" charset="0"/>
              </a:rPr>
              <a:t>时</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289"/>
                                        </p:tgtEl>
                                        <p:attrNameLst>
                                          <p:attrName>style.visibility</p:attrName>
                                        </p:attrNameLst>
                                      </p:cBhvr>
                                      <p:to>
                                        <p:strVal val="visible"/>
                                      </p:to>
                                    </p:set>
                                    <p:animEffect transition="in" filter="wipe(left)">
                                      <p:cBhvr>
                                        <p:cTn id="7" dur="500"/>
                                        <p:tgtEl>
                                          <p:spTgt spid="5428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294"/>
                                        </p:tgtEl>
                                        <p:attrNameLst>
                                          <p:attrName>style.visibility</p:attrName>
                                        </p:attrNameLst>
                                      </p:cBhvr>
                                      <p:to>
                                        <p:strVal val="visible"/>
                                      </p:to>
                                    </p:set>
                                    <p:animEffect transition="in" filter="wipe(left)">
                                      <p:cBhvr>
                                        <p:cTn id="12" dur="500"/>
                                        <p:tgtEl>
                                          <p:spTgt spid="54294"/>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54295"/>
                                        </p:tgtEl>
                                        <p:attrNameLst>
                                          <p:attrName>style.visibility</p:attrName>
                                        </p:attrNameLst>
                                      </p:cBhvr>
                                      <p:to>
                                        <p:strVal val="visible"/>
                                      </p:to>
                                    </p:set>
                                    <p:animEffect transition="in" filter="wipe(left)">
                                      <p:cBhvr>
                                        <p:cTn id="16" dur="500"/>
                                        <p:tgtEl>
                                          <p:spTgt spid="5429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4296"/>
                                        </p:tgtEl>
                                        <p:attrNameLst>
                                          <p:attrName>style.visibility</p:attrName>
                                        </p:attrNameLst>
                                      </p:cBhvr>
                                      <p:to>
                                        <p:strVal val="visible"/>
                                      </p:to>
                                    </p:set>
                                    <p:animEffect transition="in" filter="wipe(left)">
                                      <p:cBhvr>
                                        <p:cTn id="21" dur="500"/>
                                        <p:tgtEl>
                                          <p:spTgt spid="5429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4280"/>
                                        </p:tgtEl>
                                        <p:attrNameLst>
                                          <p:attrName>style.visibility</p:attrName>
                                        </p:attrNameLst>
                                      </p:cBhvr>
                                      <p:to>
                                        <p:strVal val="visible"/>
                                      </p:to>
                                    </p:set>
                                    <p:animEffect transition="in" filter="wipe(left)">
                                      <p:cBhvr>
                                        <p:cTn id="26" dur="500"/>
                                        <p:tgtEl>
                                          <p:spTgt spid="54280"/>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54281"/>
                                        </p:tgtEl>
                                        <p:attrNameLst>
                                          <p:attrName>style.visibility</p:attrName>
                                        </p:attrNameLst>
                                      </p:cBhvr>
                                      <p:to>
                                        <p:strVal val="visible"/>
                                      </p:to>
                                    </p:set>
                                    <p:animEffect transition="in" filter="wipe(left)">
                                      <p:cBhvr>
                                        <p:cTn id="30" dur="500"/>
                                        <p:tgtEl>
                                          <p:spTgt spid="5428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54297"/>
                                        </p:tgtEl>
                                        <p:attrNameLst>
                                          <p:attrName>style.visibility</p:attrName>
                                        </p:attrNameLst>
                                      </p:cBhvr>
                                      <p:to>
                                        <p:strVal val="visible"/>
                                      </p:to>
                                    </p:set>
                                    <p:animEffect transition="in" filter="wipe(left)">
                                      <p:cBhvr>
                                        <p:cTn id="35" dur="500"/>
                                        <p:tgtEl>
                                          <p:spTgt spid="54297"/>
                                        </p:tgtEl>
                                      </p:cBhvr>
                                    </p:animEffec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54282"/>
                                        </p:tgtEl>
                                        <p:attrNameLst>
                                          <p:attrName>style.visibility</p:attrName>
                                        </p:attrNameLst>
                                      </p:cBhvr>
                                      <p:to>
                                        <p:strVal val="visible"/>
                                      </p:to>
                                    </p:set>
                                    <p:animEffect transition="in" filter="wipe(left)">
                                      <p:cBhvr>
                                        <p:cTn id="39" dur="500"/>
                                        <p:tgtEl>
                                          <p:spTgt spid="5428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iterate type="wd">
                                    <p:tmPct val="100000"/>
                                  </p:iterate>
                                  <p:childTnLst>
                                    <p:set>
                                      <p:cBhvr>
                                        <p:cTn id="43" dur="1" fill="hold">
                                          <p:stCondLst>
                                            <p:cond delay="0"/>
                                          </p:stCondLst>
                                        </p:cTn>
                                        <p:tgtEl>
                                          <p:spTgt spid="54284"/>
                                        </p:tgtEl>
                                        <p:attrNameLst>
                                          <p:attrName>style.visibility</p:attrName>
                                        </p:attrNameLst>
                                      </p:cBhvr>
                                      <p:to>
                                        <p:strVal val="visible"/>
                                      </p:to>
                                    </p:set>
                                    <p:animEffect transition="in" filter="wipe(left)">
                                      <p:cBhvr>
                                        <p:cTn id="44" dur="300"/>
                                        <p:tgtEl>
                                          <p:spTgt spid="54284"/>
                                        </p:tgtEl>
                                      </p:cBhvr>
                                    </p:animEffect>
                                  </p:childTnLst>
                                </p:cTn>
                              </p:par>
                            </p:childTnLst>
                          </p:cTn>
                        </p:par>
                        <p:par>
                          <p:cTn id="45" fill="hold">
                            <p:stCondLst>
                              <p:cond delay="300"/>
                            </p:stCondLst>
                            <p:childTnLst>
                              <p:par>
                                <p:cTn id="46" presetID="22" presetClass="entr" presetSubtype="8" fill="hold" nodeType="afterEffect">
                                  <p:stCondLst>
                                    <p:cond delay="0"/>
                                  </p:stCondLst>
                                  <p:childTnLst>
                                    <p:set>
                                      <p:cBhvr>
                                        <p:cTn id="47" dur="1" fill="hold">
                                          <p:stCondLst>
                                            <p:cond delay="0"/>
                                          </p:stCondLst>
                                        </p:cTn>
                                        <p:tgtEl>
                                          <p:spTgt spid="54283"/>
                                        </p:tgtEl>
                                        <p:attrNameLst>
                                          <p:attrName>style.visibility</p:attrName>
                                        </p:attrNameLst>
                                      </p:cBhvr>
                                      <p:to>
                                        <p:strVal val="visible"/>
                                      </p:to>
                                    </p:set>
                                    <p:animEffect transition="in" filter="wipe(left)">
                                      <p:cBhvr>
                                        <p:cTn id="48" dur="500"/>
                                        <p:tgtEl>
                                          <p:spTgt spid="54283"/>
                                        </p:tgtEl>
                                      </p:cBhvr>
                                    </p:animEffect>
                                  </p:childTnLst>
                                </p:cTn>
                              </p:par>
                            </p:childTnLst>
                          </p:cTn>
                        </p:par>
                        <p:par>
                          <p:cTn id="49" fill="hold">
                            <p:stCondLst>
                              <p:cond delay="800"/>
                            </p:stCondLst>
                            <p:childTnLst>
                              <p:par>
                                <p:cTn id="50" presetID="22" presetClass="entr" presetSubtype="8" fill="hold" grpId="0" nodeType="afterEffect">
                                  <p:stCondLst>
                                    <p:cond delay="0"/>
                                  </p:stCondLst>
                                  <p:childTnLst>
                                    <p:set>
                                      <p:cBhvr>
                                        <p:cTn id="51" dur="1" fill="hold">
                                          <p:stCondLst>
                                            <p:cond delay="0"/>
                                          </p:stCondLst>
                                        </p:cTn>
                                        <p:tgtEl>
                                          <p:spTgt spid="54285"/>
                                        </p:tgtEl>
                                        <p:attrNameLst>
                                          <p:attrName>style.visibility</p:attrName>
                                        </p:attrNameLst>
                                      </p:cBhvr>
                                      <p:to>
                                        <p:strVal val="visible"/>
                                      </p:to>
                                    </p:set>
                                    <p:animEffect transition="in" filter="wipe(left)">
                                      <p:cBhvr>
                                        <p:cTn id="52" dur="500"/>
                                        <p:tgtEl>
                                          <p:spTgt spid="5428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4274"/>
                                        </p:tgtEl>
                                        <p:attrNameLst>
                                          <p:attrName>style.visibility</p:attrName>
                                        </p:attrNameLst>
                                      </p:cBhvr>
                                      <p:to>
                                        <p:strVal val="visible"/>
                                      </p:to>
                                    </p:set>
                                    <p:animEffect transition="in" filter="wipe(left)">
                                      <p:cBhvr>
                                        <p:cTn id="57" dur="500"/>
                                        <p:tgtEl>
                                          <p:spTgt spid="5427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54275"/>
                                        </p:tgtEl>
                                        <p:attrNameLst>
                                          <p:attrName>style.visibility</p:attrName>
                                        </p:attrNameLst>
                                      </p:cBhvr>
                                      <p:to>
                                        <p:strVal val="visible"/>
                                      </p:to>
                                    </p:set>
                                    <p:animEffect transition="in" filter="wipe(left)">
                                      <p:cBhvr>
                                        <p:cTn id="62" dur="500"/>
                                        <p:tgtEl>
                                          <p:spTgt spid="54275"/>
                                        </p:tgtEl>
                                      </p:cBhvr>
                                    </p:animEffect>
                                  </p:childTnLst>
                                </p:cTn>
                              </p:par>
                            </p:childTnLst>
                          </p:cTn>
                        </p:par>
                      </p:childTnLst>
                    </p:cTn>
                  </p:par>
                  <p:par>
                    <p:cTn id="63" fill="hold">
                      <p:stCondLst>
                        <p:cond delay="indefinite"/>
                      </p:stCondLst>
                      <p:childTnLst>
                        <p:par>
                          <p:cTn id="64" fill="hold">
                            <p:stCondLst>
                              <p:cond delay="0"/>
                            </p:stCondLst>
                            <p:childTnLst>
                              <p:par>
                                <p:cTn id="65" presetID="23" presetClass="entr" presetSubtype="16" fill="hold" nodeType="clickEffect">
                                  <p:stCondLst>
                                    <p:cond delay="0"/>
                                  </p:stCondLst>
                                  <p:childTnLst>
                                    <p:set>
                                      <p:cBhvr>
                                        <p:cTn id="66" dur="1" fill="hold">
                                          <p:stCondLst>
                                            <p:cond delay="0"/>
                                          </p:stCondLst>
                                        </p:cTn>
                                        <p:tgtEl>
                                          <p:spTgt spid="54290"/>
                                        </p:tgtEl>
                                        <p:attrNameLst>
                                          <p:attrName>style.visibility</p:attrName>
                                        </p:attrNameLst>
                                      </p:cBhvr>
                                      <p:to>
                                        <p:strVal val="visible"/>
                                      </p:to>
                                    </p:set>
                                    <p:anim calcmode="lin" valueType="num">
                                      <p:cBhvr>
                                        <p:cTn id="67" dur="500" fill="hold"/>
                                        <p:tgtEl>
                                          <p:spTgt spid="54290"/>
                                        </p:tgtEl>
                                        <p:attrNameLst>
                                          <p:attrName>ppt_w</p:attrName>
                                        </p:attrNameLst>
                                      </p:cBhvr>
                                      <p:tavLst>
                                        <p:tav tm="0">
                                          <p:val>
                                            <p:fltVal val="0"/>
                                          </p:val>
                                        </p:tav>
                                        <p:tav tm="100000">
                                          <p:val>
                                            <p:strVal val="#ppt_w"/>
                                          </p:val>
                                        </p:tav>
                                      </p:tavLst>
                                    </p:anim>
                                    <p:anim calcmode="lin" valueType="num">
                                      <p:cBhvr>
                                        <p:cTn id="68" dur="500" fill="hold"/>
                                        <p:tgtEl>
                                          <p:spTgt spid="54290"/>
                                        </p:tgtEl>
                                        <p:attrNameLst>
                                          <p:attrName>ppt_h</p:attrName>
                                        </p:attrNameLst>
                                      </p:cBhvr>
                                      <p:tavLst>
                                        <p:tav tm="0">
                                          <p:val>
                                            <p:fltVal val="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54276"/>
                                        </p:tgtEl>
                                        <p:attrNameLst>
                                          <p:attrName>style.visibility</p:attrName>
                                        </p:attrNameLst>
                                      </p:cBhvr>
                                      <p:to>
                                        <p:strVal val="visible"/>
                                      </p:to>
                                    </p:set>
                                    <p:animEffect transition="in" filter="wipe(left)">
                                      <p:cBhvr>
                                        <p:cTn id="73" dur="500"/>
                                        <p:tgtEl>
                                          <p:spTgt spid="54276"/>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54286"/>
                                        </p:tgtEl>
                                        <p:attrNameLst>
                                          <p:attrName>style.visibility</p:attrName>
                                        </p:attrNameLst>
                                      </p:cBhvr>
                                      <p:to>
                                        <p:strVal val="visible"/>
                                      </p:to>
                                    </p:set>
                                    <p:animEffect transition="in" filter="wipe(left)">
                                      <p:cBhvr>
                                        <p:cTn id="78" dur="500"/>
                                        <p:tgtEl>
                                          <p:spTgt spid="54286"/>
                                        </p:tgtEl>
                                      </p:cBhvr>
                                    </p:animEffect>
                                  </p:childTnLst>
                                </p:cTn>
                              </p:par>
                            </p:childTnLst>
                          </p:cTn>
                        </p:par>
                      </p:childTnLst>
                    </p:cTn>
                  </p:par>
                  <p:par>
                    <p:cTn id="79" fill="hold">
                      <p:stCondLst>
                        <p:cond delay="indefinite"/>
                      </p:stCondLst>
                      <p:childTnLst>
                        <p:par>
                          <p:cTn id="80" fill="hold">
                            <p:stCondLst>
                              <p:cond delay="0"/>
                            </p:stCondLst>
                            <p:childTnLst>
                              <p:par>
                                <p:cTn id="81" presetID="23" presetClass="entr" presetSubtype="16" fill="hold" nodeType="clickEffect">
                                  <p:stCondLst>
                                    <p:cond delay="0"/>
                                  </p:stCondLst>
                                  <p:childTnLst>
                                    <p:set>
                                      <p:cBhvr>
                                        <p:cTn id="82" dur="1" fill="hold">
                                          <p:stCondLst>
                                            <p:cond delay="0"/>
                                          </p:stCondLst>
                                        </p:cTn>
                                        <p:tgtEl>
                                          <p:spTgt spid="54277"/>
                                        </p:tgtEl>
                                        <p:attrNameLst>
                                          <p:attrName>style.visibility</p:attrName>
                                        </p:attrNameLst>
                                      </p:cBhvr>
                                      <p:to>
                                        <p:strVal val="visible"/>
                                      </p:to>
                                    </p:set>
                                    <p:anim calcmode="lin" valueType="num">
                                      <p:cBhvr>
                                        <p:cTn id="83" dur="500" fill="hold"/>
                                        <p:tgtEl>
                                          <p:spTgt spid="54277"/>
                                        </p:tgtEl>
                                        <p:attrNameLst>
                                          <p:attrName>ppt_w</p:attrName>
                                        </p:attrNameLst>
                                      </p:cBhvr>
                                      <p:tavLst>
                                        <p:tav tm="0">
                                          <p:val>
                                            <p:fltVal val="0"/>
                                          </p:val>
                                        </p:tav>
                                        <p:tav tm="100000">
                                          <p:val>
                                            <p:strVal val="#ppt_w"/>
                                          </p:val>
                                        </p:tav>
                                      </p:tavLst>
                                    </p:anim>
                                    <p:anim calcmode="lin" valueType="num">
                                      <p:cBhvr>
                                        <p:cTn id="84" dur="500" fill="hold"/>
                                        <p:tgtEl>
                                          <p:spTgt spid="54277"/>
                                        </p:tgtEl>
                                        <p:attrNameLst>
                                          <p:attrName>ppt_h</p:attrName>
                                        </p:attrNameLst>
                                      </p:cBhvr>
                                      <p:tavLst>
                                        <p:tav tm="0">
                                          <p:val>
                                            <p:fltVal val="0"/>
                                          </p:val>
                                        </p:tav>
                                        <p:tav tm="100000">
                                          <p:val>
                                            <p:strVal val="#ppt_h"/>
                                          </p:val>
                                        </p:tav>
                                      </p:tavLst>
                                    </p:anim>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54291"/>
                                        </p:tgtEl>
                                        <p:attrNameLst>
                                          <p:attrName>style.visibility</p:attrName>
                                        </p:attrNameLst>
                                      </p:cBhvr>
                                      <p:to>
                                        <p:strVal val="visible"/>
                                      </p:to>
                                    </p:set>
                                    <p:animEffect transition="in" filter="wipe(left)">
                                      <p:cBhvr>
                                        <p:cTn id="89" dur="500"/>
                                        <p:tgtEl>
                                          <p:spTgt spid="54291"/>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nodeType="clickEffect">
                                  <p:stCondLst>
                                    <p:cond delay="0"/>
                                  </p:stCondLst>
                                  <p:childTnLst>
                                    <p:set>
                                      <p:cBhvr>
                                        <p:cTn id="93" dur="1" fill="hold">
                                          <p:stCondLst>
                                            <p:cond delay="0"/>
                                          </p:stCondLst>
                                        </p:cTn>
                                        <p:tgtEl>
                                          <p:spTgt spid="54292"/>
                                        </p:tgtEl>
                                        <p:attrNameLst>
                                          <p:attrName>style.visibility</p:attrName>
                                        </p:attrNameLst>
                                      </p:cBhvr>
                                      <p:to>
                                        <p:strVal val="visible"/>
                                      </p:to>
                                    </p:set>
                                    <p:animEffect transition="in" filter="wipe(left)">
                                      <p:cBhvr>
                                        <p:cTn id="94" dur="500"/>
                                        <p:tgtEl>
                                          <p:spTgt spid="54292"/>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4" fill="hold" nodeType="clickEffect">
                                  <p:stCondLst>
                                    <p:cond delay="0"/>
                                  </p:stCondLst>
                                  <p:childTnLst>
                                    <p:set>
                                      <p:cBhvr>
                                        <p:cTn id="98" dur="1" fill="hold">
                                          <p:stCondLst>
                                            <p:cond delay="0"/>
                                          </p:stCondLst>
                                        </p:cTn>
                                        <p:tgtEl>
                                          <p:spTgt spid="54278"/>
                                        </p:tgtEl>
                                        <p:attrNameLst>
                                          <p:attrName>style.visibility</p:attrName>
                                        </p:attrNameLst>
                                      </p:cBhvr>
                                      <p:to>
                                        <p:strVal val="visible"/>
                                      </p:to>
                                    </p:set>
                                    <p:animEffect transition="in" filter="wipe(down)">
                                      <p:cBhvr>
                                        <p:cTn id="99" dur="500"/>
                                        <p:tgtEl>
                                          <p:spTgt spid="54278"/>
                                        </p:tgtEl>
                                      </p:cBhvr>
                                    </p:animEffect>
                                  </p:childTnLst>
                                </p:cTn>
                              </p:par>
                            </p:childTnLst>
                          </p:cTn>
                        </p:par>
                      </p:childTnLst>
                    </p:cTn>
                  </p:par>
                  <p:par>
                    <p:cTn id="100" fill="hold">
                      <p:stCondLst>
                        <p:cond delay="indefinite"/>
                      </p:stCondLst>
                      <p:childTnLst>
                        <p:par>
                          <p:cTn id="101" fill="hold">
                            <p:stCondLst>
                              <p:cond delay="0"/>
                            </p:stCondLst>
                            <p:childTnLst>
                              <p:par>
                                <p:cTn id="102" presetID="23" presetClass="entr" presetSubtype="16" fill="hold" nodeType="clickEffect">
                                  <p:stCondLst>
                                    <p:cond delay="0"/>
                                  </p:stCondLst>
                                  <p:childTnLst>
                                    <p:set>
                                      <p:cBhvr>
                                        <p:cTn id="103" dur="1" fill="hold">
                                          <p:stCondLst>
                                            <p:cond delay="0"/>
                                          </p:stCondLst>
                                        </p:cTn>
                                        <p:tgtEl>
                                          <p:spTgt spid="54293"/>
                                        </p:tgtEl>
                                        <p:attrNameLst>
                                          <p:attrName>style.visibility</p:attrName>
                                        </p:attrNameLst>
                                      </p:cBhvr>
                                      <p:to>
                                        <p:strVal val="visible"/>
                                      </p:to>
                                    </p:set>
                                    <p:anim calcmode="lin" valueType="num">
                                      <p:cBhvr>
                                        <p:cTn id="104" dur="500" fill="hold"/>
                                        <p:tgtEl>
                                          <p:spTgt spid="54293"/>
                                        </p:tgtEl>
                                        <p:attrNameLst>
                                          <p:attrName>ppt_w</p:attrName>
                                        </p:attrNameLst>
                                      </p:cBhvr>
                                      <p:tavLst>
                                        <p:tav tm="0">
                                          <p:val>
                                            <p:fltVal val="0"/>
                                          </p:val>
                                        </p:tav>
                                        <p:tav tm="100000">
                                          <p:val>
                                            <p:strVal val="#ppt_w"/>
                                          </p:val>
                                        </p:tav>
                                      </p:tavLst>
                                    </p:anim>
                                    <p:anim calcmode="lin" valueType="num">
                                      <p:cBhvr>
                                        <p:cTn id="105" dur="500" fill="hold"/>
                                        <p:tgtEl>
                                          <p:spTgt spid="54293"/>
                                        </p:tgtEl>
                                        <p:attrNameLst>
                                          <p:attrName>ppt_h</p:attrName>
                                        </p:attrNameLst>
                                      </p:cBhvr>
                                      <p:tavLst>
                                        <p:tav tm="0">
                                          <p:val>
                                            <p:fltVal val="0"/>
                                          </p:val>
                                        </p:tav>
                                        <p:tav tm="100000">
                                          <p:val>
                                            <p:strVal val="#ppt_h"/>
                                          </p:val>
                                        </p:tav>
                                      </p:tavLst>
                                    </p:anim>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54288"/>
                                        </p:tgtEl>
                                        <p:attrNameLst>
                                          <p:attrName>style.visibility</p:attrName>
                                        </p:attrNameLst>
                                      </p:cBhvr>
                                      <p:to>
                                        <p:strVal val="visible"/>
                                      </p:to>
                                    </p:set>
                                    <p:animEffect transition="in" filter="wipe(left)">
                                      <p:cBhvr>
                                        <p:cTn id="110" dur="500"/>
                                        <p:tgtEl>
                                          <p:spTgt spid="54288"/>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nodeType="clickEffect">
                                  <p:stCondLst>
                                    <p:cond delay="0"/>
                                  </p:stCondLst>
                                  <p:childTnLst>
                                    <p:set>
                                      <p:cBhvr>
                                        <p:cTn id="114" dur="1" fill="hold">
                                          <p:stCondLst>
                                            <p:cond delay="0"/>
                                          </p:stCondLst>
                                        </p:cTn>
                                        <p:tgtEl>
                                          <p:spTgt spid="54287"/>
                                        </p:tgtEl>
                                        <p:attrNameLst>
                                          <p:attrName>style.visibility</p:attrName>
                                        </p:attrNameLst>
                                      </p:cBhvr>
                                      <p:to>
                                        <p:strVal val="visible"/>
                                      </p:to>
                                    </p:set>
                                    <p:animEffect transition="in" filter="wipe(left)">
                                      <p:cBhvr>
                                        <p:cTn id="115" dur="500"/>
                                        <p:tgtEl>
                                          <p:spTgt spid="54287"/>
                                        </p:tgtEl>
                                      </p:cBhvr>
                                    </p:animEffect>
                                  </p:childTnLst>
                                </p:cTn>
                              </p:par>
                            </p:childTnLst>
                          </p:cTn>
                        </p:par>
                      </p:childTnLst>
                    </p:cTn>
                  </p:par>
                  <p:par>
                    <p:cTn id="116" fill="hold">
                      <p:stCondLst>
                        <p:cond delay="indefinite"/>
                      </p:stCondLst>
                      <p:childTnLst>
                        <p:par>
                          <p:cTn id="117" fill="hold">
                            <p:stCondLst>
                              <p:cond delay="0"/>
                            </p:stCondLst>
                            <p:childTnLst>
                              <p:par>
                                <p:cTn id="118" presetID="23" presetClass="entr" presetSubtype="16" fill="hold" nodeType="clickEffect">
                                  <p:stCondLst>
                                    <p:cond delay="0"/>
                                  </p:stCondLst>
                                  <p:childTnLst>
                                    <p:set>
                                      <p:cBhvr>
                                        <p:cTn id="119" dur="1" fill="hold">
                                          <p:stCondLst>
                                            <p:cond delay="0"/>
                                          </p:stCondLst>
                                        </p:cTn>
                                        <p:tgtEl>
                                          <p:spTgt spid="54279"/>
                                        </p:tgtEl>
                                        <p:attrNameLst>
                                          <p:attrName>style.visibility</p:attrName>
                                        </p:attrNameLst>
                                      </p:cBhvr>
                                      <p:to>
                                        <p:strVal val="visible"/>
                                      </p:to>
                                    </p:set>
                                    <p:anim calcmode="lin" valueType="num">
                                      <p:cBhvr>
                                        <p:cTn id="120" dur="500" fill="hold"/>
                                        <p:tgtEl>
                                          <p:spTgt spid="54279"/>
                                        </p:tgtEl>
                                        <p:attrNameLst>
                                          <p:attrName>ppt_w</p:attrName>
                                        </p:attrNameLst>
                                      </p:cBhvr>
                                      <p:tavLst>
                                        <p:tav tm="0">
                                          <p:val>
                                            <p:fltVal val="0"/>
                                          </p:val>
                                        </p:tav>
                                        <p:tav tm="100000">
                                          <p:val>
                                            <p:strVal val="#ppt_w"/>
                                          </p:val>
                                        </p:tav>
                                      </p:tavLst>
                                    </p:anim>
                                    <p:anim calcmode="lin" valueType="num">
                                      <p:cBhvr>
                                        <p:cTn id="121" dur="500" fill="hold"/>
                                        <p:tgtEl>
                                          <p:spTgt spid="5427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autoUpdateAnimBg="0"/>
      <p:bldP spid="54280" grpId="0" autoUpdateAnimBg="0"/>
      <p:bldP spid="54284" grpId="0" autoUpdateAnimBg="0"/>
      <p:bldP spid="54285" grpId="0" autoUpdateAnimBg="0"/>
      <p:bldP spid="54286" grpId="0" autoUpdateAnimBg="0"/>
      <p:bldP spid="54288" grpId="0" autoUpdateAnimBg="0"/>
      <p:bldP spid="54289" grpId="0" autoUpdateAnimBg="0"/>
      <p:bldP spid="54294" grpId="0" autoUpdateAnimBg="0"/>
      <p:bldP spid="54296" grpId="0" autoUpdateAnimBg="0"/>
      <p:bldP spid="54297"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ChangeArrowheads="1"/>
          </p:cNvSpPr>
          <p:nvPr/>
        </p:nvSpPr>
        <p:spPr bwMode="auto">
          <a:xfrm>
            <a:off x="815975" y="773113"/>
            <a:ext cx="5105400" cy="457200"/>
          </a:xfrm>
          <a:prstGeom prst="rect">
            <a:avLst/>
          </a:prstGeom>
          <a:noFill/>
          <a:ln w="9525">
            <a:noFill/>
            <a:miter lim="800000"/>
            <a:headEnd/>
            <a:tailEnd/>
          </a:ln>
        </p:spPr>
        <p:txBody>
          <a:bodyPr>
            <a:spAutoFit/>
          </a:bodyPr>
          <a:lstStyle/>
          <a:p>
            <a:r>
              <a:rPr kumimoji="1" lang="zh-CN" altLang="en-US" sz="2400">
                <a:solidFill>
                  <a:srgbClr val="FF0000"/>
                </a:solidFill>
                <a:latin typeface="Times New Roman" pitchFamily="18" charset="0"/>
              </a:rPr>
              <a:t>质点运动学两类基本问题</a:t>
            </a:r>
          </a:p>
        </p:txBody>
      </p:sp>
      <p:sp>
        <p:nvSpPr>
          <p:cNvPr id="159747" name="Text Box 3"/>
          <p:cNvSpPr txBox="1">
            <a:spLocks noChangeArrowheads="1"/>
          </p:cNvSpPr>
          <p:nvPr/>
        </p:nvSpPr>
        <p:spPr bwMode="auto">
          <a:xfrm>
            <a:off x="611188" y="1538288"/>
            <a:ext cx="7921625" cy="933450"/>
          </a:xfrm>
          <a:prstGeom prst="rect">
            <a:avLst/>
          </a:prstGeom>
          <a:noFill/>
          <a:ln w="9525">
            <a:noFill/>
            <a:miter lim="800000"/>
            <a:headEnd/>
            <a:tailEnd/>
          </a:ln>
        </p:spPr>
        <p:txBody>
          <a:bodyPr>
            <a:spAutoFit/>
          </a:bodyPr>
          <a:lstStyle/>
          <a:p>
            <a:pPr>
              <a:lnSpc>
                <a:spcPct val="115000"/>
              </a:lnSpc>
            </a:pPr>
            <a:r>
              <a:rPr lang="en-US" altLang="zh-CN" sz="2400">
                <a:solidFill>
                  <a:srgbClr val="000000"/>
                </a:solidFill>
                <a:latin typeface="Times New Roman" pitchFamily="18" charset="0"/>
              </a:rPr>
              <a:t>(1)</a:t>
            </a:r>
            <a:r>
              <a:rPr lang="en-US" altLang="zh-CN" sz="2400">
                <a:solidFill>
                  <a:srgbClr val="1C1C1C"/>
                </a:solidFill>
                <a:latin typeface="Times New Roman" pitchFamily="18" charset="0"/>
              </a:rPr>
              <a:t>  </a:t>
            </a:r>
            <a:r>
              <a:rPr lang="zh-CN" altLang="en-US" sz="2400">
                <a:solidFill>
                  <a:srgbClr val="000000"/>
                </a:solidFill>
                <a:latin typeface="Times New Roman" pitchFamily="18" charset="0"/>
              </a:rPr>
              <a:t>由质点的运动方程可以求得质点在任一时刻的位矢、速度和加速度；</a:t>
            </a:r>
          </a:p>
        </p:txBody>
      </p:sp>
      <p:sp>
        <p:nvSpPr>
          <p:cNvPr id="159748" name="Rectangle 4"/>
          <p:cNvSpPr>
            <a:spLocks noChangeArrowheads="1"/>
          </p:cNvSpPr>
          <p:nvPr/>
        </p:nvSpPr>
        <p:spPr bwMode="auto">
          <a:xfrm>
            <a:off x="657225" y="2843213"/>
            <a:ext cx="7875588" cy="933450"/>
          </a:xfrm>
          <a:prstGeom prst="rect">
            <a:avLst/>
          </a:prstGeom>
          <a:noFill/>
          <a:ln w="9525">
            <a:noFill/>
            <a:miter lim="800000"/>
            <a:headEnd/>
            <a:tailEnd/>
          </a:ln>
        </p:spPr>
        <p:txBody>
          <a:bodyPr>
            <a:spAutoFit/>
          </a:bodyPr>
          <a:lstStyle/>
          <a:p>
            <a:pPr>
              <a:lnSpc>
                <a:spcPct val="115000"/>
              </a:lnSpc>
            </a:pPr>
            <a:r>
              <a:rPr lang="en-US" altLang="zh-CN" sz="2400">
                <a:solidFill>
                  <a:srgbClr val="000000"/>
                </a:solidFill>
                <a:latin typeface="Times New Roman" pitchFamily="18" charset="0"/>
              </a:rPr>
              <a:t>(2)</a:t>
            </a:r>
            <a:r>
              <a:rPr lang="en-US" altLang="zh-CN" sz="2400">
                <a:solidFill>
                  <a:srgbClr val="1C1C1C"/>
                </a:solidFill>
                <a:latin typeface="Times New Roman" pitchFamily="18" charset="0"/>
              </a:rPr>
              <a:t> </a:t>
            </a:r>
            <a:r>
              <a:rPr lang="zh-CN" altLang="en-US" sz="2400">
                <a:solidFill>
                  <a:srgbClr val="000000"/>
                </a:solidFill>
                <a:latin typeface="Times New Roman" pitchFamily="18" charset="0"/>
              </a:rPr>
              <a:t>已知质点的加速度以及初始速度和初始位置</a:t>
            </a:r>
            <a:r>
              <a:rPr lang="en-US" altLang="zh-CN" sz="2400">
                <a:solidFill>
                  <a:srgbClr val="000000"/>
                </a:solidFill>
                <a:latin typeface="Times New Roman" pitchFamily="18" charset="0"/>
              </a:rPr>
              <a:t>,</a:t>
            </a:r>
            <a:r>
              <a:rPr lang="zh-CN" altLang="en-US" sz="2400">
                <a:solidFill>
                  <a:srgbClr val="000000"/>
                </a:solidFill>
                <a:latin typeface="Times New Roman" pitchFamily="18" charset="0"/>
              </a:rPr>
              <a:t>可求质点速度及其运动方程。</a:t>
            </a:r>
          </a:p>
        </p:txBody>
      </p:sp>
      <p:grpSp>
        <p:nvGrpSpPr>
          <p:cNvPr id="2" name="Group 5"/>
          <p:cNvGrpSpPr>
            <a:grpSpLocks/>
          </p:cNvGrpSpPr>
          <p:nvPr/>
        </p:nvGrpSpPr>
        <p:grpSpPr bwMode="auto">
          <a:xfrm>
            <a:off x="1365250" y="4194175"/>
            <a:ext cx="6446838" cy="1195388"/>
            <a:chOff x="647" y="2985"/>
            <a:chExt cx="4061" cy="753"/>
          </a:xfrm>
        </p:grpSpPr>
        <p:sp>
          <p:nvSpPr>
            <p:cNvPr id="15370" name="AutoShape 6"/>
            <p:cNvSpPr>
              <a:spLocks noChangeArrowheads="1"/>
            </p:cNvSpPr>
            <p:nvPr/>
          </p:nvSpPr>
          <p:spPr bwMode="auto">
            <a:xfrm>
              <a:off x="3892" y="3067"/>
              <a:ext cx="816" cy="576"/>
            </a:xfrm>
            <a:prstGeom prst="horizontalScroll">
              <a:avLst>
                <a:gd name="adj" fmla="val 12500"/>
              </a:avLst>
            </a:prstGeom>
            <a:noFill/>
            <a:ln w="9525">
              <a:solidFill>
                <a:srgbClr val="009900"/>
              </a:solidFill>
              <a:round/>
              <a:headEnd/>
              <a:tailEnd/>
            </a:ln>
          </p:spPr>
          <p:txBody>
            <a:bodyPr wrap="none" anchor="ctr"/>
            <a:lstStyle/>
            <a:p>
              <a:endParaRPr lang="zh-CN" altLang="en-US">
                <a:latin typeface="Times New Roman" pitchFamily="18" charset="0"/>
              </a:endParaRPr>
            </a:p>
          </p:txBody>
        </p:sp>
        <p:sp>
          <p:nvSpPr>
            <p:cNvPr id="15371" name="AutoShape 7"/>
            <p:cNvSpPr>
              <a:spLocks noChangeArrowheads="1"/>
            </p:cNvSpPr>
            <p:nvPr/>
          </p:nvSpPr>
          <p:spPr bwMode="auto">
            <a:xfrm>
              <a:off x="647" y="3115"/>
              <a:ext cx="816" cy="576"/>
            </a:xfrm>
            <a:prstGeom prst="horizontalScroll">
              <a:avLst>
                <a:gd name="adj" fmla="val 12500"/>
              </a:avLst>
            </a:prstGeom>
            <a:noFill/>
            <a:ln w="9525">
              <a:solidFill>
                <a:srgbClr val="009900"/>
              </a:solidFill>
              <a:round/>
              <a:headEnd/>
              <a:tailEnd/>
            </a:ln>
          </p:spPr>
          <p:txBody>
            <a:bodyPr wrap="none" anchor="ctr"/>
            <a:lstStyle/>
            <a:p>
              <a:endParaRPr lang="zh-CN" altLang="en-US">
                <a:latin typeface="Times New Roman" pitchFamily="18" charset="0"/>
              </a:endParaRPr>
            </a:p>
          </p:txBody>
        </p:sp>
        <p:graphicFrame>
          <p:nvGraphicFramePr>
            <p:cNvPr id="15362" name="Object 8"/>
            <p:cNvGraphicFramePr>
              <a:graphicFrameLocks/>
            </p:cNvGraphicFramePr>
            <p:nvPr/>
          </p:nvGraphicFramePr>
          <p:xfrm>
            <a:off x="4134" y="3222"/>
            <a:ext cx="367" cy="256"/>
          </p:xfrm>
          <a:graphic>
            <a:graphicData uri="http://schemas.openxmlformats.org/presentationml/2006/ole">
              <p:oleObj spid="_x0000_s15362" name="公式" r:id="rId3" imgW="291960" imgH="203040" progId="Equation.3">
                <p:embed/>
              </p:oleObj>
            </a:graphicData>
          </a:graphic>
        </p:graphicFrame>
        <p:graphicFrame>
          <p:nvGraphicFramePr>
            <p:cNvPr id="15363" name="Object 9"/>
            <p:cNvGraphicFramePr>
              <a:graphicFrameLocks/>
            </p:cNvGraphicFramePr>
            <p:nvPr/>
          </p:nvGraphicFramePr>
          <p:xfrm>
            <a:off x="884" y="3270"/>
            <a:ext cx="367" cy="256"/>
          </p:xfrm>
          <a:graphic>
            <a:graphicData uri="http://schemas.openxmlformats.org/presentationml/2006/ole">
              <p:oleObj spid="_x0000_s15363" name="公式" r:id="rId4" imgW="291960" imgH="203040" progId="Equation.3">
                <p:embed/>
              </p:oleObj>
            </a:graphicData>
          </a:graphic>
        </p:graphicFrame>
        <p:grpSp>
          <p:nvGrpSpPr>
            <p:cNvPr id="15372" name="Group 10"/>
            <p:cNvGrpSpPr>
              <a:grpSpLocks/>
            </p:cNvGrpSpPr>
            <p:nvPr/>
          </p:nvGrpSpPr>
          <p:grpSpPr bwMode="auto">
            <a:xfrm>
              <a:off x="3192" y="3306"/>
              <a:ext cx="576" cy="144"/>
              <a:chOff x="3360" y="2712"/>
              <a:chExt cx="576" cy="144"/>
            </a:xfrm>
          </p:grpSpPr>
          <p:sp>
            <p:nvSpPr>
              <p:cNvPr id="15381" name="AutoShape 11"/>
              <p:cNvSpPr>
                <a:spLocks noChangeArrowheads="1"/>
              </p:cNvSpPr>
              <p:nvPr/>
            </p:nvSpPr>
            <p:spPr bwMode="auto">
              <a:xfrm>
                <a:off x="3360" y="2712"/>
                <a:ext cx="576" cy="72"/>
              </a:xfrm>
              <a:prstGeom prst="rightArrow">
                <a:avLst>
                  <a:gd name="adj1" fmla="val 50000"/>
                  <a:gd name="adj2" fmla="val 200000"/>
                </a:avLst>
              </a:prstGeom>
              <a:solidFill>
                <a:srgbClr val="FF9999"/>
              </a:solidFill>
              <a:ln w="19050">
                <a:solidFill>
                  <a:srgbClr val="FF3300"/>
                </a:solidFill>
                <a:miter lim="800000"/>
                <a:headEnd/>
                <a:tailEnd/>
              </a:ln>
            </p:spPr>
            <p:txBody>
              <a:bodyPr wrap="none" anchor="ctr"/>
              <a:lstStyle/>
              <a:p>
                <a:endParaRPr lang="zh-CN" altLang="en-US">
                  <a:latin typeface="Times New Roman" pitchFamily="18" charset="0"/>
                </a:endParaRPr>
              </a:p>
            </p:txBody>
          </p:sp>
          <p:sp>
            <p:nvSpPr>
              <p:cNvPr id="15382" name="AutoShape 12"/>
              <p:cNvSpPr>
                <a:spLocks noChangeArrowheads="1"/>
              </p:cNvSpPr>
              <p:nvPr/>
            </p:nvSpPr>
            <p:spPr bwMode="auto">
              <a:xfrm>
                <a:off x="3360" y="2784"/>
                <a:ext cx="576" cy="72"/>
              </a:xfrm>
              <a:prstGeom prst="leftArrow">
                <a:avLst>
                  <a:gd name="adj1" fmla="val 50000"/>
                  <a:gd name="adj2" fmla="val 200000"/>
                </a:avLst>
              </a:prstGeom>
              <a:solidFill>
                <a:srgbClr val="33CCFF"/>
              </a:solidFill>
              <a:ln w="19050">
                <a:solidFill>
                  <a:srgbClr val="0000FF"/>
                </a:solidFill>
                <a:miter lim="800000"/>
                <a:headEnd/>
                <a:tailEnd/>
              </a:ln>
            </p:spPr>
            <p:txBody>
              <a:bodyPr wrap="none" anchor="ctr"/>
              <a:lstStyle/>
              <a:p>
                <a:endParaRPr lang="zh-CN" altLang="en-US">
                  <a:latin typeface="Times New Roman" pitchFamily="18" charset="0"/>
                </a:endParaRPr>
              </a:p>
            </p:txBody>
          </p:sp>
        </p:grpSp>
        <p:sp>
          <p:nvSpPr>
            <p:cNvPr id="15373" name="Text Box 13"/>
            <p:cNvSpPr txBox="1">
              <a:spLocks noChangeArrowheads="1"/>
            </p:cNvSpPr>
            <p:nvPr/>
          </p:nvSpPr>
          <p:spPr bwMode="auto">
            <a:xfrm>
              <a:off x="1622" y="2985"/>
              <a:ext cx="730" cy="288"/>
            </a:xfrm>
            <a:prstGeom prst="rect">
              <a:avLst/>
            </a:prstGeom>
            <a:noFill/>
            <a:ln w="9525">
              <a:noFill/>
              <a:miter lim="800000"/>
              <a:headEnd/>
              <a:tailEnd/>
            </a:ln>
          </p:spPr>
          <p:txBody>
            <a:bodyPr>
              <a:spAutoFit/>
            </a:bodyPr>
            <a:lstStyle/>
            <a:p>
              <a:r>
                <a:rPr kumimoji="1" lang="zh-CN" altLang="en-US" sz="2400">
                  <a:solidFill>
                    <a:srgbClr val="CC0000"/>
                  </a:solidFill>
                  <a:latin typeface="Times New Roman" pitchFamily="18" charset="0"/>
                </a:rPr>
                <a:t>求导</a:t>
              </a:r>
            </a:p>
          </p:txBody>
        </p:sp>
        <p:sp>
          <p:nvSpPr>
            <p:cNvPr id="15374" name="Rectangle 14"/>
            <p:cNvSpPr>
              <a:spLocks noChangeArrowheads="1"/>
            </p:cNvSpPr>
            <p:nvPr/>
          </p:nvSpPr>
          <p:spPr bwMode="auto">
            <a:xfrm>
              <a:off x="3220" y="2985"/>
              <a:ext cx="740" cy="288"/>
            </a:xfrm>
            <a:prstGeom prst="rect">
              <a:avLst/>
            </a:prstGeom>
            <a:noFill/>
            <a:ln w="9525">
              <a:noFill/>
              <a:miter lim="800000"/>
              <a:headEnd/>
              <a:tailEnd/>
            </a:ln>
          </p:spPr>
          <p:txBody>
            <a:bodyPr>
              <a:spAutoFit/>
            </a:bodyPr>
            <a:lstStyle/>
            <a:p>
              <a:r>
                <a:rPr kumimoji="1" lang="zh-CN" altLang="en-US" sz="2400">
                  <a:solidFill>
                    <a:srgbClr val="CC0000"/>
                  </a:solidFill>
                  <a:latin typeface="Times New Roman" pitchFamily="18" charset="0"/>
                </a:rPr>
                <a:t>求导</a:t>
              </a:r>
            </a:p>
          </p:txBody>
        </p:sp>
        <p:sp>
          <p:nvSpPr>
            <p:cNvPr id="15375" name="Text Box 15"/>
            <p:cNvSpPr txBox="1">
              <a:spLocks noChangeArrowheads="1"/>
            </p:cNvSpPr>
            <p:nvPr/>
          </p:nvSpPr>
          <p:spPr bwMode="auto">
            <a:xfrm>
              <a:off x="1608" y="3450"/>
              <a:ext cx="502" cy="288"/>
            </a:xfrm>
            <a:prstGeom prst="rect">
              <a:avLst/>
            </a:prstGeom>
            <a:noFill/>
            <a:ln w="9525">
              <a:noFill/>
              <a:miter lim="800000"/>
              <a:headEnd/>
              <a:tailEnd/>
            </a:ln>
          </p:spPr>
          <p:txBody>
            <a:bodyPr wrap="none">
              <a:spAutoFit/>
            </a:bodyPr>
            <a:lstStyle/>
            <a:p>
              <a:r>
                <a:rPr kumimoji="1" lang="zh-CN" altLang="en-US" sz="2400">
                  <a:solidFill>
                    <a:srgbClr val="000000"/>
                  </a:solidFill>
                  <a:latin typeface="Times New Roman" pitchFamily="18" charset="0"/>
                </a:rPr>
                <a:t>积分</a:t>
              </a:r>
            </a:p>
          </p:txBody>
        </p:sp>
        <p:sp>
          <p:nvSpPr>
            <p:cNvPr id="15376" name="Text Box 16"/>
            <p:cNvSpPr txBox="1">
              <a:spLocks noChangeArrowheads="1"/>
            </p:cNvSpPr>
            <p:nvPr/>
          </p:nvSpPr>
          <p:spPr bwMode="auto">
            <a:xfrm>
              <a:off x="3240" y="3417"/>
              <a:ext cx="672" cy="288"/>
            </a:xfrm>
            <a:prstGeom prst="rect">
              <a:avLst/>
            </a:prstGeom>
            <a:noFill/>
            <a:ln w="9525">
              <a:noFill/>
              <a:miter lim="800000"/>
              <a:headEnd/>
              <a:tailEnd/>
            </a:ln>
          </p:spPr>
          <p:txBody>
            <a:bodyPr>
              <a:spAutoFit/>
            </a:bodyPr>
            <a:lstStyle/>
            <a:p>
              <a:r>
                <a:rPr kumimoji="1" lang="zh-CN" altLang="en-US" sz="2400">
                  <a:solidFill>
                    <a:srgbClr val="000000"/>
                  </a:solidFill>
                  <a:latin typeface="Times New Roman" pitchFamily="18" charset="0"/>
                </a:rPr>
                <a:t>积分</a:t>
              </a:r>
            </a:p>
          </p:txBody>
        </p:sp>
        <p:sp>
          <p:nvSpPr>
            <p:cNvPr id="15377" name="AutoShape 17"/>
            <p:cNvSpPr>
              <a:spLocks noChangeArrowheads="1"/>
            </p:cNvSpPr>
            <p:nvPr/>
          </p:nvSpPr>
          <p:spPr bwMode="auto">
            <a:xfrm>
              <a:off x="2256" y="3096"/>
              <a:ext cx="816" cy="576"/>
            </a:xfrm>
            <a:prstGeom prst="horizontalScroll">
              <a:avLst>
                <a:gd name="adj" fmla="val 12500"/>
              </a:avLst>
            </a:prstGeom>
            <a:noFill/>
            <a:ln w="9525">
              <a:solidFill>
                <a:srgbClr val="009900"/>
              </a:solidFill>
              <a:round/>
              <a:headEnd/>
              <a:tailEnd/>
            </a:ln>
          </p:spPr>
          <p:txBody>
            <a:bodyPr wrap="none" anchor="ctr"/>
            <a:lstStyle/>
            <a:p>
              <a:endParaRPr lang="zh-CN" altLang="en-US">
                <a:latin typeface="Times New Roman" pitchFamily="18" charset="0"/>
              </a:endParaRPr>
            </a:p>
          </p:txBody>
        </p:sp>
        <p:grpSp>
          <p:nvGrpSpPr>
            <p:cNvPr id="15378" name="Group 18"/>
            <p:cNvGrpSpPr>
              <a:grpSpLocks/>
            </p:cNvGrpSpPr>
            <p:nvPr/>
          </p:nvGrpSpPr>
          <p:grpSpPr bwMode="auto">
            <a:xfrm>
              <a:off x="1584" y="3306"/>
              <a:ext cx="576" cy="144"/>
              <a:chOff x="3360" y="2712"/>
              <a:chExt cx="576" cy="144"/>
            </a:xfrm>
          </p:grpSpPr>
          <p:sp>
            <p:nvSpPr>
              <p:cNvPr id="15379" name="AutoShape 19"/>
              <p:cNvSpPr>
                <a:spLocks noChangeArrowheads="1"/>
              </p:cNvSpPr>
              <p:nvPr/>
            </p:nvSpPr>
            <p:spPr bwMode="auto">
              <a:xfrm>
                <a:off x="3360" y="2712"/>
                <a:ext cx="576" cy="72"/>
              </a:xfrm>
              <a:prstGeom prst="rightArrow">
                <a:avLst>
                  <a:gd name="adj1" fmla="val 50000"/>
                  <a:gd name="adj2" fmla="val 200000"/>
                </a:avLst>
              </a:prstGeom>
              <a:solidFill>
                <a:srgbClr val="FF9999"/>
              </a:solidFill>
              <a:ln w="19050">
                <a:solidFill>
                  <a:srgbClr val="FF3300"/>
                </a:solidFill>
                <a:miter lim="800000"/>
                <a:headEnd/>
                <a:tailEnd/>
              </a:ln>
            </p:spPr>
            <p:txBody>
              <a:bodyPr wrap="none" anchor="ctr"/>
              <a:lstStyle/>
              <a:p>
                <a:endParaRPr lang="zh-CN" altLang="en-US">
                  <a:latin typeface="Times New Roman" pitchFamily="18" charset="0"/>
                </a:endParaRPr>
              </a:p>
            </p:txBody>
          </p:sp>
          <p:sp>
            <p:nvSpPr>
              <p:cNvPr id="15380" name="AutoShape 20"/>
              <p:cNvSpPr>
                <a:spLocks noChangeArrowheads="1"/>
              </p:cNvSpPr>
              <p:nvPr/>
            </p:nvSpPr>
            <p:spPr bwMode="auto">
              <a:xfrm>
                <a:off x="3360" y="2784"/>
                <a:ext cx="576" cy="72"/>
              </a:xfrm>
              <a:prstGeom prst="leftArrow">
                <a:avLst>
                  <a:gd name="adj1" fmla="val 50000"/>
                  <a:gd name="adj2" fmla="val 200000"/>
                </a:avLst>
              </a:prstGeom>
              <a:solidFill>
                <a:srgbClr val="33CCFF"/>
              </a:solidFill>
              <a:ln w="19050">
                <a:solidFill>
                  <a:srgbClr val="0000FF"/>
                </a:solidFill>
                <a:miter lim="800000"/>
                <a:headEnd/>
                <a:tailEnd/>
              </a:ln>
            </p:spPr>
            <p:txBody>
              <a:bodyPr wrap="none" anchor="ctr"/>
              <a:lstStyle/>
              <a:p>
                <a:endParaRPr lang="zh-CN" altLang="en-US">
                  <a:latin typeface="Times New Roman" pitchFamily="18" charset="0"/>
                </a:endParaRPr>
              </a:p>
            </p:txBody>
          </p:sp>
        </p:grpSp>
        <p:graphicFrame>
          <p:nvGraphicFramePr>
            <p:cNvPr id="15364" name="Object 21"/>
            <p:cNvGraphicFramePr>
              <a:graphicFrameLocks/>
            </p:cNvGraphicFramePr>
            <p:nvPr/>
          </p:nvGraphicFramePr>
          <p:xfrm>
            <a:off x="2501" y="3276"/>
            <a:ext cx="367" cy="256"/>
          </p:xfrm>
          <a:graphic>
            <a:graphicData uri="http://schemas.openxmlformats.org/presentationml/2006/ole">
              <p:oleObj spid="_x0000_s15364" name="公式" r:id="rId5" imgW="291960" imgH="203040" progId="Equation.3">
                <p:embed/>
              </p:oleObj>
            </a:graphicData>
          </a:graphic>
        </p:graphicFrame>
      </p:grpSp>
      <p:sp>
        <p:nvSpPr>
          <p:cNvPr id="159767" name="AutoShape 23"/>
          <p:cNvSpPr>
            <a:spLocks noChangeArrowheads="1"/>
          </p:cNvSpPr>
          <p:nvPr/>
        </p:nvSpPr>
        <p:spPr bwMode="auto">
          <a:xfrm>
            <a:off x="296863" y="647700"/>
            <a:ext cx="360362"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9767"/>
                                        </p:tgtEl>
                                        <p:attrNameLst>
                                          <p:attrName>style.visibility</p:attrName>
                                        </p:attrNameLst>
                                      </p:cBhvr>
                                      <p:to>
                                        <p:strVal val="visible"/>
                                      </p:to>
                                    </p:set>
                                    <p:animEffect transition="in" filter="dissolve">
                                      <p:cBhvr>
                                        <p:cTn id="7" dur="1000"/>
                                        <p:tgtEl>
                                          <p:spTgt spid="159767"/>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159746"/>
                                        </p:tgtEl>
                                        <p:attrNameLst>
                                          <p:attrName>style.visibility</p:attrName>
                                        </p:attrNameLst>
                                      </p:cBhvr>
                                      <p:to>
                                        <p:strVal val="visible"/>
                                      </p:to>
                                    </p:set>
                                    <p:animEffect transition="in" filter="wipe(left)">
                                      <p:cBhvr>
                                        <p:cTn id="11" dur="500"/>
                                        <p:tgtEl>
                                          <p:spTgt spid="159746"/>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59747"/>
                                        </p:tgtEl>
                                        <p:attrNameLst>
                                          <p:attrName>style.visibility</p:attrName>
                                        </p:attrNameLst>
                                      </p:cBhvr>
                                      <p:to>
                                        <p:strVal val="visible"/>
                                      </p:to>
                                    </p:set>
                                    <p:animEffect transition="in" filter="blinds(horizontal)">
                                      <p:cBhvr>
                                        <p:cTn id="16" dur="500"/>
                                        <p:tgtEl>
                                          <p:spTgt spid="159747"/>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59748"/>
                                        </p:tgtEl>
                                        <p:attrNameLst>
                                          <p:attrName>style.visibility</p:attrName>
                                        </p:attrNameLst>
                                      </p:cBhvr>
                                      <p:to>
                                        <p:strVal val="visible"/>
                                      </p:to>
                                    </p:set>
                                    <p:animEffect transition="in" filter="blinds(horizontal)">
                                      <p:cBhvr>
                                        <p:cTn id="21" dur="500"/>
                                        <p:tgtEl>
                                          <p:spTgt spid="159748"/>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5"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linds(vertical)">
                                      <p:cBhvr>
                                        <p:cTn id="26"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6" grpId="0"/>
      <p:bldP spid="159747" grpId="0" autoUpdateAnimBg="0"/>
      <p:bldP spid="159748" grpId="0" autoUpdateAnimBg="0"/>
      <p:bldP spid="15976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03" name="Text Box 3"/>
          <p:cNvSpPr txBox="1">
            <a:spLocks noChangeArrowheads="1"/>
          </p:cNvSpPr>
          <p:nvPr/>
        </p:nvSpPr>
        <p:spPr bwMode="auto">
          <a:xfrm>
            <a:off x="609600" y="2714625"/>
            <a:ext cx="1066800" cy="457200"/>
          </a:xfrm>
          <a:prstGeom prst="rect">
            <a:avLst/>
          </a:prstGeom>
          <a:noFill/>
          <a:ln w="9525">
            <a:noFill/>
            <a:miter lim="800000"/>
            <a:headEnd/>
            <a:tailEnd/>
          </a:ln>
        </p:spPr>
        <p:txBody>
          <a:bodyPr>
            <a:spAutoFit/>
          </a:bodyPr>
          <a:lstStyle/>
          <a:p>
            <a:pPr algn="just">
              <a:spcBef>
                <a:spcPct val="50000"/>
              </a:spcBef>
            </a:pPr>
            <a:endParaRPr kumimoji="1" lang="zh-CN" altLang="en-US" sz="2400">
              <a:latin typeface="Times New Roman" pitchFamily="18" charset="0"/>
            </a:endParaRPr>
          </a:p>
        </p:txBody>
      </p:sp>
      <p:sp>
        <p:nvSpPr>
          <p:cNvPr id="160772" name="Text Box 4"/>
          <p:cNvSpPr txBox="1">
            <a:spLocks noChangeArrowheads="1"/>
          </p:cNvSpPr>
          <p:nvPr/>
        </p:nvSpPr>
        <p:spPr bwMode="auto">
          <a:xfrm>
            <a:off x="206375" y="1808163"/>
            <a:ext cx="722313" cy="457200"/>
          </a:xfrm>
          <a:prstGeom prst="rect">
            <a:avLst/>
          </a:prstGeom>
          <a:noFill/>
          <a:ln w="9525">
            <a:noFill/>
            <a:miter lim="800000"/>
            <a:headEnd/>
            <a:tailEnd/>
          </a:ln>
        </p:spPr>
        <p:txBody>
          <a:bodyPr lIns="0">
            <a:spAutoFit/>
          </a:bodyPr>
          <a:lstStyle/>
          <a:p>
            <a:pPr algn="just">
              <a:spcBef>
                <a:spcPct val="50000"/>
              </a:spcBef>
            </a:pPr>
            <a:r>
              <a:rPr kumimoji="1" lang="zh-CN" altLang="en-US" sz="2400">
                <a:solidFill>
                  <a:srgbClr val="FF0000"/>
                </a:solidFill>
                <a:latin typeface="Times New Roman" pitchFamily="18" charset="0"/>
              </a:rPr>
              <a:t>解</a:t>
            </a:r>
          </a:p>
        </p:txBody>
      </p:sp>
      <p:sp>
        <p:nvSpPr>
          <p:cNvPr id="160773" name="Text Box 5"/>
          <p:cNvSpPr txBox="1">
            <a:spLocks noChangeArrowheads="1"/>
          </p:cNvSpPr>
          <p:nvPr/>
        </p:nvSpPr>
        <p:spPr bwMode="auto">
          <a:xfrm>
            <a:off x="746125" y="1746250"/>
            <a:ext cx="6886575" cy="493713"/>
          </a:xfrm>
          <a:prstGeom prst="rect">
            <a:avLst/>
          </a:prstGeom>
          <a:noFill/>
          <a:ln w="9525">
            <a:noFill/>
            <a:miter lim="800000"/>
            <a:headEnd/>
            <a:tailEnd/>
          </a:ln>
        </p:spPr>
        <p:txBody>
          <a:bodyPr>
            <a:spAutoFit/>
          </a:bodyPr>
          <a:lstStyle/>
          <a:p>
            <a:pPr algn="just">
              <a:lnSpc>
                <a:spcPct val="120000"/>
              </a:lnSpc>
            </a:pPr>
            <a:r>
              <a:rPr kumimoji="1" lang="en-US" altLang="zh-CN" sz="2400">
                <a:latin typeface="Times New Roman" pitchFamily="18" charset="0"/>
              </a:rPr>
              <a:t>(1) </a:t>
            </a:r>
            <a:r>
              <a:rPr kumimoji="1" lang="zh-CN" altLang="en-US" sz="2400">
                <a:latin typeface="Times New Roman" pitchFamily="18" charset="0"/>
              </a:rPr>
              <a:t>由运动学方程消去时间 </a:t>
            </a:r>
            <a:r>
              <a:rPr kumimoji="1" lang="en-US" altLang="zh-CN" sz="2400" i="1">
                <a:solidFill>
                  <a:srgbClr val="FF6600"/>
                </a:solidFill>
                <a:latin typeface="Times New Roman" pitchFamily="18" charset="0"/>
              </a:rPr>
              <a:t>t </a:t>
            </a:r>
            <a:r>
              <a:rPr kumimoji="1" lang="zh-CN" altLang="en-US" sz="2400">
                <a:latin typeface="Times New Roman" pitchFamily="18" charset="0"/>
              </a:rPr>
              <a:t>可得轨迹方程，即</a:t>
            </a:r>
          </a:p>
        </p:txBody>
      </p:sp>
      <p:grpSp>
        <p:nvGrpSpPr>
          <p:cNvPr id="2" name="Group 7"/>
          <p:cNvGrpSpPr>
            <a:grpSpLocks/>
          </p:cNvGrpSpPr>
          <p:nvPr/>
        </p:nvGrpSpPr>
        <p:grpSpPr bwMode="auto">
          <a:xfrm>
            <a:off x="117475" y="260350"/>
            <a:ext cx="8820150" cy="1419225"/>
            <a:chOff x="74" y="572"/>
            <a:chExt cx="5556" cy="894"/>
          </a:xfrm>
        </p:grpSpPr>
        <p:sp>
          <p:nvSpPr>
            <p:cNvPr id="16415" name="Text Box 8"/>
            <p:cNvSpPr txBox="1">
              <a:spLocks noChangeArrowheads="1"/>
            </p:cNvSpPr>
            <p:nvPr/>
          </p:nvSpPr>
          <p:spPr bwMode="auto">
            <a:xfrm>
              <a:off x="74" y="601"/>
              <a:ext cx="2579" cy="311"/>
            </a:xfrm>
            <a:prstGeom prst="rect">
              <a:avLst/>
            </a:prstGeom>
            <a:noFill/>
            <a:ln w="9525">
              <a:noFill/>
              <a:miter lim="800000"/>
              <a:headEnd/>
              <a:tailEnd/>
            </a:ln>
          </p:spPr>
          <p:txBody>
            <a:bodyPr>
              <a:spAutoFit/>
            </a:bodyPr>
            <a:lstStyle/>
            <a:p>
              <a:pPr algn="just">
                <a:lnSpc>
                  <a:spcPct val="120000"/>
                </a:lnSpc>
              </a:pPr>
              <a:r>
                <a:rPr kumimoji="1" lang="zh-CN" altLang="en-US" sz="2400">
                  <a:solidFill>
                    <a:srgbClr val="FF0000"/>
                  </a:solidFill>
                  <a:latin typeface="Times New Roman" pitchFamily="18" charset="0"/>
                  <a:cs typeface="Times New Roman" pitchFamily="18" charset="0"/>
                </a:rPr>
                <a:t>例  </a:t>
              </a:r>
              <a:r>
                <a:rPr kumimoji="1" lang="zh-CN" altLang="en-US" sz="2400">
                  <a:latin typeface="Times New Roman" pitchFamily="18" charset="0"/>
                  <a:cs typeface="Times New Roman" pitchFamily="18" charset="0"/>
                </a:rPr>
                <a:t>一质点的运动学方程为</a:t>
              </a:r>
              <a:endParaRPr kumimoji="1" lang="zh-CN" altLang="en-US" sz="2400">
                <a:latin typeface="Times New Roman" pitchFamily="18" charset="0"/>
              </a:endParaRPr>
            </a:p>
          </p:txBody>
        </p:sp>
        <p:graphicFrame>
          <p:nvGraphicFramePr>
            <p:cNvPr id="16400" name="Object 9"/>
            <p:cNvGraphicFramePr>
              <a:graphicFrameLocks noChangeAspect="1"/>
            </p:cNvGraphicFramePr>
            <p:nvPr/>
          </p:nvGraphicFramePr>
          <p:xfrm>
            <a:off x="2445" y="639"/>
            <a:ext cx="1342" cy="274"/>
          </p:xfrm>
          <a:graphic>
            <a:graphicData uri="http://schemas.openxmlformats.org/presentationml/2006/ole">
              <p:oleObj spid="_x0000_s16400" name="公式" r:id="rId3" imgW="1180800" imgH="241200" progId="Equation.3">
                <p:embed/>
              </p:oleObj>
            </a:graphicData>
          </a:graphic>
        </p:graphicFrame>
        <p:sp>
          <p:nvSpPr>
            <p:cNvPr id="16416" name="Text Box 10"/>
            <p:cNvSpPr txBox="1">
              <a:spLocks noChangeArrowheads="1"/>
            </p:cNvSpPr>
            <p:nvPr/>
          </p:nvSpPr>
          <p:spPr bwMode="auto">
            <a:xfrm>
              <a:off x="3816" y="572"/>
              <a:ext cx="1729" cy="311"/>
            </a:xfrm>
            <a:prstGeom prst="rect">
              <a:avLst/>
            </a:prstGeom>
            <a:noFill/>
            <a:ln w="9525">
              <a:noFill/>
              <a:miter lim="800000"/>
              <a:headEnd/>
              <a:tailEnd/>
            </a:ln>
          </p:spPr>
          <p:txBody>
            <a:bodyPr>
              <a:spAutoFit/>
            </a:bodyPr>
            <a:lstStyle/>
            <a:p>
              <a:pPr algn="just">
                <a:lnSpc>
                  <a:spcPct val="120000"/>
                </a:lnSpc>
              </a:pPr>
              <a:r>
                <a:rPr kumimoji="1" lang="zh-CN" altLang="en-US" sz="2400">
                  <a:latin typeface="Times New Roman" pitchFamily="18" charset="0"/>
                  <a:cs typeface="Times New Roman" pitchFamily="18" charset="0"/>
                </a:rPr>
                <a:t>，</a:t>
              </a:r>
              <a:r>
                <a:rPr kumimoji="1" lang="en-US" altLang="zh-CN" sz="2400" i="1">
                  <a:solidFill>
                    <a:srgbClr val="FF6600"/>
                  </a:solidFill>
                  <a:latin typeface="Times New Roman" pitchFamily="18" charset="0"/>
                  <a:cs typeface="Times New Roman" pitchFamily="18" charset="0"/>
                </a:rPr>
                <a:t>x</a:t>
              </a:r>
              <a:r>
                <a:rPr kumimoji="1" lang="en-US" altLang="zh-CN" sz="2400">
                  <a:latin typeface="Times New Roman" pitchFamily="18" charset="0"/>
                  <a:cs typeface="Times New Roman" pitchFamily="18" charset="0"/>
                </a:rPr>
                <a:t> </a:t>
              </a:r>
              <a:r>
                <a:rPr kumimoji="1" lang="zh-CN" altLang="en-US" sz="2400">
                  <a:latin typeface="Times New Roman" pitchFamily="18" charset="0"/>
                  <a:cs typeface="Times New Roman" pitchFamily="18" charset="0"/>
                </a:rPr>
                <a:t>和</a:t>
              </a:r>
              <a:r>
                <a:rPr kumimoji="1" lang="en-US" altLang="zh-CN" sz="2400" i="1">
                  <a:solidFill>
                    <a:srgbClr val="FF6600"/>
                  </a:solidFill>
                  <a:latin typeface="Times New Roman" pitchFamily="18" charset="0"/>
                  <a:cs typeface="Times New Roman" pitchFamily="18" charset="0"/>
                </a:rPr>
                <a:t>y </a:t>
              </a:r>
              <a:r>
                <a:rPr kumimoji="1" lang="zh-CN" altLang="en-US" sz="2400">
                  <a:latin typeface="Times New Roman" pitchFamily="18" charset="0"/>
                  <a:cs typeface="Times New Roman" pitchFamily="18" charset="0"/>
                </a:rPr>
                <a:t>均以</a:t>
              </a:r>
              <a:r>
                <a:rPr kumimoji="1" lang="en-US" altLang="zh-CN" sz="2400">
                  <a:solidFill>
                    <a:srgbClr val="FF6600"/>
                  </a:solidFill>
                  <a:latin typeface="Times New Roman" pitchFamily="18" charset="0"/>
                  <a:cs typeface="Times New Roman" pitchFamily="18" charset="0"/>
                </a:rPr>
                <a:t>m</a:t>
              </a:r>
              <a:r>
                <a:rPr kumimoji="1" lang="en-US" altLang="zh-CN" sz="2400">
                  <a:latin typeface="Times New Roman" pitchFamily="18" charset="0"/>
                  <a:cs typeface="Times New Roman" pitchFamily="18" charset="0"/>
                </a:rPr>
                <a:t> </a:t>
              </a:r>
              <a:r>
                <a:rPr kumimoji="1" lang="zh-CN" altLang="en-US" sz="2400">
                  <a:latin typeface="Times New Roman" pitchFamily="18" charset="0"/>
                  <a:cs typeface="Times New Roman" pitchFamily="18" charset="0"/>
                </a:rPr>
                <a:t>为</a:t>
              </a:r>
              <a:endParaRPr kumimoji="1" lang="zh-CN" altLang="en-US" sz="2400">
                <a:latin typeface="Times New Roman" pitchFamily="18" charset="0"/>
              </a:endParaRPr>
            </a:p>
          </p:txBody>
        </p:sp>
        <p:sp>
          <p:nvSpPr>
            <p:cNvPr id="16417" name="Text Box 11"/>
            <p:cNvSpPr txBox="1">
              <a:spLocks noChangeArrowheads="1"/>
            </p:cNvSpPr>
            <p:nvPr/>
          </p:nvSpPr>
          <p:spPr bwMode="auto">
            <a:xfrm>
              <a:off x="385" y="856"/>
              <a:ext cx="5245" cy="610"/>
            </a:xfrm>
            <a:prstGeom prst="rect">
              <a:avLst/>
            </a:prstGeom>
            <a:noFill/>
            <a:ln w="9525">
              <a:noFill/>
              <a:miter lim="800000"/>
              <a:headEnd/>
              <a:tailEnd/>
            </a:ln>
          </p:spPr>
          <p:txBody>
            <a:bodyPr>
              <a:spAutoFit/>
            </a:bodyPr>
            <a:lstStyle/>
            <a:p>
              <a:pPr algn="just">
                <a:lnSpc>
                  <a:spcPct val="120000"/>
                </a:lnSpc>
              </a:pPr>
              <a:r>
                <a:rPr kumimoji="1" lang="zh-CN" altLang="en-US" sz="2400">
                  <a:latin typeface="Times New Roman" pitchFamily="18" charset="0"/>
                  <a:cs typeface="Times New Roman" pitchFamily="18" charset="0"/>
                </a:rPr>
                <a:t>单位，</a:t>
              </a:r>
              <a:r>
                <a:rPr kumimoji="1" lang="en-US" altLang="zh-CN" sz="2400">
                  <a:solidFill>
                    <a:srgbClr val="FF6600"/>
                  </a:solidFill>
                  <a:latin typeface="Times New Roman" pitchFamily="18" charset="0"/>
                  <a:cs typeface="Times New Roman" pitchFamily="18" charset="0"/>
                </a:rPr>
                <a:t>t</a:t>
              </a:r>
              <a:r>
                <a:rPr kumimoji="1" lang="en-US" altLang="zh-CN" sz="2400">
                  <a:latin typeface="Times New Roman" pitchFamily="18" charset="0"/>
                  <a:cs typeface="Times New Roman" pitchFamily="18" charset="0"/>
                </a:rPr>
                <a:t> </a:t>
              </a:r>
              <a:r>
                <a:rPr kumimoji="1" lang="zh-CN" altLang="en-US" sz="2400">
                  <a:latin typeface="Times New Roman" pitchFamily="18" charset="0"/>
                  <a:cs typeface="Times New Roman" pitchFamily="18" charset="0"/>
                </a:rPr>
                <a:t>以</a:t>
              </a:r>
              <a:r>
                <a:rPr kumimoji="1" lang="en-US" altLang="zh-CN" sz="2400">
                  <a:solidFill>
                    <a:srgbClr val="FF6600"/>
                  </a:solidFill>
                  <a:latin typeface="Times New Roman" pitchFamily="18" charset="0"/>
                  <a:cs typeface="Times New Roman" pitchFamily="18" charset="0"/>
                </a:rPr>
                <a:t>s</a:t>
              </a:r>
              <a:r>
                <a:rPr kumimoji="1" lang="zh-CN" altLang="en-US" sz="2400">
                  <a:latin typeface="Times New Roman" pitchFamily="18" charset="0"/>
                  <a:cs typeface="Times New Roman" pitchFamily="18" charset="0"/>
                </a:rPr>
                <a:t>为单位，试求</a:t>
              </a:r>
              <a:r>
                <a:rPr kumimoji="1" lang="zh-CN" altLang="en-US" sz="2400">
                  <a:latin typeface="Times New Roman" pitchFamily="18" charset="0"/>
                  <a:cs typeface="Times New Roman" pitchFamily="18" charset="0"/>
                  <a:sym typeface="Wingdings" pitchFamily="2" charset="2"/>
                </a:rPr>
                <a:t>：</a:t>
              </a:r>
              <a:r>
                <a:rPr kumimoji="1" lang="en-US" altLang="zh-CN" sz="2400">
                  <a:latin typeface="Times New Roman" pitchFamily="18" charset="0"/>
                  <a:cs typeface="Times New Roman" pitchFamily="18" charset="0"/>
                  <a:sym typeface="Wingdings" pitchFamily="2" charset="2"/>
                </a:rPr>
                <a:t>(1) </a:t>
              </a:r>
              <a:r>
                <a:rPr kumimoji="1" lang="zh-CN" altLang="en-US" sz="2400">
                  <a:latin typeface="Times New Roman" pitchFamily="18" charset="0"/>
                  <a:cs typeface="Times New Roman" pitchFamily="18" charset="0"/>
                  <a:sym typeface="Wingdings" pitchFamily="2" charset="2"/>
                </a:rPr>
                <a:t>质点的轨迹方程；</a:t>
              </a:r>
              <a:r>
                <a:rPr kumimoji="1" lang="en-US" altLang="zh-CN" sz="2400">
                  <a:latin typeface="Times New Roman" pitchFamily="18" charset="0"/>
                  <a:cs typeface="Times New Roman" pitchFamily="18" charset="0"/>
                  <a:sym typeface="Wingdings" pitchFamily="2" charset="2"/>
                </a:rPr>
                <a:t>(2) </a:t>
              </a:r>
              <a:r>
                <a:rPr kumimoji="1" lang="zh-CN" altLang="en-US" sz="2400">
                  <a:latin typeface="Times New Roman" pitchFamily="18" charset="0"/>
                  <a:cs typeface="Times New Roman" pitchFamily="18" charset="0"/>
                </a:rPr>
                <a:t>在</a:t>
              </a:r>
              <a:r>
                <a:rPr kumimoji="1" lang="en-US" altLang="zh-CN" sz="2400" i="1">
                  <a:solidFill>
                    <a:srgbClr val="FF6600"/>
                  </a:solidFill>
                  <a:latin typeface="Times New Roman" pitchFamily="18" charset="0"/>
                  <a:cs typeface="Times New Roman" pitchFamily="18" charset="0"/>
                </a:rPr>
                <a:t>t</a:t>
              </a:r>
              <a:r>
                <a:rPr kumimoji="1" lang="en-US" altLang="zh-CN" sz="2400">
                  <a:solidFill>
                    <a:srgbClr val="FF6600"/>
                  </a:solidFill>
                  <a:latin typeface="Times New Roman" pitchFamily="18" charset="0"/>
                  <a:cs typeface="Times New Roman" pitchFamily="18" charset="0"/>
                </a:rPr>
                <a:t> =2s</a:t>
              </a:r>
              <a:r>
                <a:rPr kumimoji="1" lang="en-US" altLang="zh-CN" sz="2400">
                  <a:latin typeface="Times New Roman" pitchFamily="18" charset="0"/>
                  <a:cs typeface="Times New Roman" pitchFamily="18" charset="0"/>
                </a:rPr>
                <a:t> </a:t>
              </a:r>
              <a:r>
                <a:rPr kumimoji="1" lang="zh-CN" altLang="en-US" sz="2400">
                  <a:latin typeface="Times New Roman" pitchFamily="18" charset="0"/>
                  <a:cs typeface="Times New Roman" pitchFamily="18" charset="0"/>
                </a:rPr>
                <a:t>时，质点的速度    和加速度    。</a:t>
              </a:r>
              <a:endParaRPr kumimoji="1" lang="zh-CN" altLang="en-US" sz="2400">
                <a:latin typeface="Times New Roman" pitchFamily="18" charset="0"/>
              </a:endParaRPr>
            </a:p>
          </p:txBody>
        </p:sp>
        <p:graphicFrame>
          <p:nvGraphicFramePr>
            <p:cNvPr id="16401" name="Object 12"/>
            <p:cNvGraphicFramePr>
              <a:graphicFrameLocks noChangeAspect="1"/>
            </p:cNvGraphicFramePr>
            <p:nvPr/>
          </p:nvGraphicFramePr>
          <p:xfrm>
            <a:off x="1828" y="1214"/>
            <a:ext cx="145" cy="203"/>
          </p:xfrm>
          <a:graphic>
            <a:graphicData uri="http://schemas.openxmlformats.org/presentationml/2006/ole">
              <p:oleObj spid="_x0000_s16401" name="公式" r:id="rId4" imgW="126720" imgH="177480" progId="Equation.3">
                <p:embed/>
              </p:oleObj>
            </a:graphicData>
          </a:graphic>
        </p:graphicFrame>
        <p:graphicFrame>
          <p:nvGraphicFramePr>
            <p:cNvPr id="16402" name="Object 13"/>
            <p:cNvGraphicFramePr>
              <a:graphicFrameLocks noChangeAspect="1"/>
            </p:cNvGraphicFramePr>
            <p:nvPr/>
          </p:nvGraphicFramePr>
          <p:xfrm>
            <a:off x="2767" y="1219"/>
            <a:ext cx="145" cy="203"/>
          </p:xfrm>
          <a:graphic>
            <a:graphicData uri="http://schemas.openxmlformats.org/presentationml/2006/ole">
              <p:oleObj spid="_x0000_s16402" name="公式" r:id="rId5" imgW="126720" imgH="177480" progId="Equation.3">
                <p:embed/>
              </p:oleObj>
            </a:graphicData>
          </a:graphic>
        </p:graphicFrame>
      </p:grpSp>
      <p:graphicFrame>
        <p:nvGraphicFramePr>
          <p:cNvPr id="160782" name="Object 14"/>
          <p:cNvGraphicFramePr>
            <a:graphicFrameLocks noChangeAspect="1"/>
          </p:cNvGraphicFramePr>
          <p:nvPr/>
        </p:nvGraphicFramePr>
        <p:xfrm>
          <a:off x="1331913" y="2752725"/>
          <a:ext cx="1260475" cy="434975"/>
        </p:xfrm>
        <a:graphic>
          <a:graphicData uri="http://schemas.openxmlformats.org/presentationml/2006/ole">
            <p:oleObj spid="_x0000_s16386" name="公式" r:id="rId6" imgW="698400" imgH="241200" progId="Equation.3">
              <p:embed/>
            </p:oleObj>
          </a:graphicData>
        </a:graphic>
      </p:graphicFrame>
      <p:graphicFrame>
        <p:nvGraphicFramePr>
          <p:cNvPr id="160783" name="Object 15"/>
          <p:cNvGraphicFramePr>
            <a:graphicFrameLocks noChangeAspect="1"/>
          </p:cNvGraphicFramePr>
          <p:nvPr/>
        </p:nvGraphicFramePr>
        <p:xfrm>
          <a:off x="1468438" y="2259013"/>
          <a:ext cx="733425" cy="366712"/>
        </p:xfrm>
        <a:graphic>
          <a:graphicData uri="http://schemas.openxmlformats.org/presentationml/2006/ole">
            <p:oleObj spid="_x0000_s16387" name="公式" r:id="rId7" imgW="406080" imgH="203040" progId="Equation.3">
              <p:embed/>
            </p:oleObj>
          </a:graphicData>
        </a:graphic>
      </p:graphicFrame>
      <p:sp>
        <p:nvSpPr>
          <p:cNvPr id="160784" name="AutoShape 16"/>
          <p:cNvSpPr>
            <a:spLocks/>
          </p:cNvSpPr>
          <p:nvPr/>
        </p:nvSpPr>
        <p:spPr bwMode="auto">
          <a:xfrm>
            <a:off x="2638425" y="2393950"/>
            <a:ext cx="134938" cy="719138"/>
          </a:xfrm>
          <a:prstGeom prst="rightBrace">
            <a:avLst>
              <a:gd name="adj1" fmla="val 44412"/>
              <a:gd name="adj2" fmla="val 50000"/>
            </a:avLst>
          </a:prstGeom>
          <a:noFill/>
          <a:ln w="25400">
            <a:solidFill>
              <a:srgbClr val="0000FF"/>
            </a:solidFill>
            <a:round/>
            <a:headEnd/>
            <a:tailEnd/>
          </a:ln>
        </p:spPr>
        <p:txBody>
          <a:bodyPr wrap="none" anchor="ctr"/>
          <a:lstStyle/>
          <a:p>
            <a:endParaRPr lang="zh-CN" altLang="en-US" sz="2400">
              <a:latin typeface="Times New Roman" pitchFamily="18" charset="0"/>
            </a:endParaRPr>
          </a:p>
        </p:txBody>
      </p:sp>
      <p:sp>
        <p:nvSpPr>
          <p:cNvPr id="160785" name="AutoShape 17"/>
          <p:cNvSpPr>
            <a:spLocks noChangeArrowheads="1"/>
          </p:cNvSpPr>
          <p:nvPr/>
        </p:nvSpPr>
        <p:spPr bwMode="auto">
          <a:xfrm>
            <a:off x="2862263" y="2708275"/>
            <a:ext cx="900112" cy="90488"/>
          </a:xfrm>
          <a:prstGeom prst="rightArrow">
            <a:avLst>
              <a:gd name="adj1" fmla="val 50000"/>
              <a:gd name="adj2" fmla="val 248683"/>
            </a:avLst>
          </a:prstGeom>
          <a:solidFill>
            <a:srgbClr val="3333FF"/>
          </a:solidFill>
          <a:ln w="9525" algn="ctr">
            <a:solidFill>
              <a:schemeClr val="tx1"/>
            </a:solidFill>
            <a:miter lim="800000"/>
            <a:headEnd/>
            <a:tailEnd/>
          </a:ln>
        </p:spPr>
        <p:txBody>
          <a:bodyPr wrap="none" anchor="ctr"/>
          <a:lstStyle/>
          <a:p>
            <a:endParaRPr lang="zh-CN" altLang="en-US" sz="2400">
              <a:latin typeface="Times New Roman" pitchFamily="18" charset="0"/>
            </a:endParaRPr>
          </a:p>
        </p:txBody>
      </p:sp>
      <p:sp>
        <p:nvSpPr>
          <p:cNvPr id="160786" name="Text Box 18"/>
          <p:cNvSpPr txBox="1">
            <a:spLocks noChangeArrowheads="1"/>
          </p:cNvSpPr>
          <p:nvPr/>
        </p:nvSpPr>
        <p:spPr bwMode="auto">
          <a:xfrm>
            <a:off x="2862263" y="2347913"/>
            <a:ext cx="1123950" cy="461962"/>
          </a:xfrm>
          <a:prstGeom prst="rect">
            <a:avLst/>
          </a:prstGeom>
          <a:noFill/>
          <a:ln w="9525" algn="ctr">
            <a:noFill/>
            <a:miter lim="800000"/>
            <a:headEnd/>
            <a:tailEnd/>
          </a:ln>
        </p:spPr>
        <p:txBody>
          <a:bodyPr>
            <a:spAutoFit/>
          </a:bodyPr>
          <a:lstStyle/>
          <a:p>
            <a:pPr>
              <a:spcBef>
                <a:spcPct val="50000"/>
              </a:spcBef>
            </a:pPr>
            <a:r>
              <a:rPr kumimoji="1" lang="zh-CN" altLang="en-US" sz="2400">
                <a:latin typeface="Times New Roman" pitchFamily="18" charset="0"/>
              </a:rPr>
              <a:t>消去</a:t>
            </a:r>
            <a:r>
              <a:rPr kumimoji="1" lang="en-US" altLang="zh-CN" sz="2400" i="1">
                <a:solidFill>
                  <a:srgbClr val="FF6600"/>
                </a:solidFill>
                <a:latin typeface="Times New Roman" pitchFamily="18" charset="0"/>
              </a:rPr>
              <a:t>t</a:t>
            </a:r>
          </a:p>
        </p:txBody>
      </p:sp>
      <p:graphicFrame>
        <p:nvGraphicFramePr>
          <p:cNvPr id="160787" name="Object 19"/>
          <p:cNvGraphicFramePr>
            <a:graphicFrameLocks noChangeAspect="1"/>
          </p:cNvGraphicFramePr>
          <p:nvPr/>
        </p:nvGraphicFramePr>
        <p:xfrm>
          <a:off x="3938588" y="2438400"/>
          <a:ext cx="1557337" cy="503238"/>
        </p:xfrm>
        <a:graphic>
          <a:graphicData uri="http://schemas.openxmlformats.org/presentationml/2006/ole">
            <p:oleObj spid="_x0000_s16388" name="公式" r:id="rId8" imgW="863280" imgH="279360" progId="Equation.3">
              <p:embed/>
            </p:oleObj>
          </a:graphicData>
        </a:graphic>
      </p:graphicFrame>
      <p:graphicFrame>
        <p:nvGraphicFramePr>
          <p:cNvPr id="160788" name="Object 20"/>
          <p:cNvGraphicFramePr>
            <a:graphicFrameLocks noChangeAspect="1"/>
          </p:cNvGraphicFramePr>
          <p:nvPr/>
        </p:nvGraphicFramePr>
        <p:xfrm>
          <a:off x="5788025" y="2476500"/>
          <a:ext cx="1947863" cy="457200"/>
        </p:xfrm>
        <a:graphic>
          <a:graphicData uri="http://schemas.openxmlformats.org/presentationml/2006/ole">
            <p:oleObj spid="_x0000_s16389" name="公式" r:id="rId9" imgW="1079280" imgH="253800" progId="Equation.3">
              <p:embed/>
            </p:oleObj>
          </a:graphicData>
        </a:graphic>
      </p:graphicFrame>
      <p:sp>
        <p:nvSpPr>
          <p:cNvPr id="160789" name="Text Box 21"/>
          <p:cNvSpPr txBox="1">
            <a:spLocks noChangeArrowheads="1"/>
          </p:cNvSpPr>
          <p:nvPr/>
        </p:nvSpPr>
        <p:spPr bwMode="auto">
          <a:xfrm>
            <a:off x="746125" y="3241675"/>
            <a:ext cx="2790825" cy="493713"/>
          </a:xfrm>
          <a:prstGeom prst="rect">
            <a:avLst/>
          </a:prstGeom>
          <a:noFill/>
          <a:ln w="9525">
            <a:noFill/>
            <a:miter lim="800000"/>
            <a:headEnd/>
            <a:tailEnd/>
          </a:ln>
        </p:spPr>
        <p:txBody>
          <a:bodyPr>
            <a:spAutoFit/>
          </a:bodyPr>
          <a:lstStyle/>
          <a:p>
            <a:pPr algn="just">
              <a:lnSpc>
                <a:spcPct val="120000"/>
              </a:lnSpc>
            </a:pPr>
            <a:r>
              <a:rPr kumimoji="1" lang="en-US" altLang="zh-CN" sz="2400">
                <a:latin typeface="Times New Roman" pitchFamily="18" charset="0"/>
              </a:rPr>
              <a:t>(2) </a:t>
            </a:r>
            <a:r>
              <a:rPr kumimoji="1" lang="zh-CN" altLang="en-US" sz="2400">
                <a:latin typeface="Times New Roman" pitchFamily="18" charset="0"/>
              </a:rPr>
              <a:t>由题意，得</a:t>
            </a:r>
          </a:p>
        </p:txBody>
      </p:sp>
      <p:graphicFrame>
        <p:nvGraphicFramePr>
          <p:cNvPr id="160790" name="Object 22"/>
          <p:cNvGraphicFramePr>
            <a:graphicFrameLocks noChangeAspect="1"/>
          </p:cNvGraphicFramePr>
          <p:nvPr/>
        </p:nvGraphicFramePr>
        <p:xfrm>
          <a:off x="3041650" y="3248025"/>
          <a:ext cx="1030288" cy="731838"/>
        </p:xfrm>
        <a:graphic>
          <a:graphicData uri="http://schemas.openxmlformats.org/presentationml/2006/ole">
            <p:oleObj spid="_x0000_s16390" name="公式" r:id="rId10" imgW="571320" imgH="406080" progId="Equation.3">
              <p:embed/>
            </p:oleObj>
          </a:graphicData>
        </a:graphic>
      </p:graphicFrame>
      <p:graphicFrame>
        <p:nvGraphicFramePr>
          <p:cNvPr id="160791" name="Object 23"/>
          <p:cNvGraphicFramePr>
            <a:graphicFrameLocks noChangeAspect="1"/>
          </p:cNvGraphicFramePr>
          <p:nvPr/>
        </p:nvGraphicFramePr>
        <p:xfrm>
          <a:off x="4076700" y="3468688"/>
          <a:ext cx="617538" cy="320675"/>
        </p:xfrm>
        <a:graphic>
          <a:graphicData uri="http://schemas.openxmlformats.org/presentationml/2006/ole">
            <p:oleObj spid="_x0000_s16391" name="公式" r:id="rId11" imgW="342720" imgH="177480" progId="Equation.3">
              <p:embed/>
            </p:oleObj>
          </a:graphicData>
        </a:graphic>
      </p:graphicFrame>
      <p:graphicFrame>
        <p:nvGraphicFramePr>
          <p:cNvPr id="160792" name="Object 24"/>
          <p:cNvGraphicFramePr>
            <a:graphicFrameLocks noChangeAspect="1"/>
          </p:cNvGraphicFramePr>
          <p:nvPr/>
        </p:nvGraphicFramePr>
        <p:xfrm>
          <a:off x="5157788" y="3273425"/>
          <a:ext cx="1030287" cy="731838"/>
        </p:xfrm>
        <a:graphic>
          <a:graphicData uri="http://schemas.openxmlformats.org/presentationml/2006/ole">
            <p:oleObj spid="_x0000_s16392" name="公式" r:id="rId12" imgW="571320" imgH="406080" progId="Equation.3">
              <p:embed/>
            </p:oleObj>
          </a:graphicData>
        </a:graphic>
      </p:graphicFrame>
      <p:graphicFrame>
        <p:nvGraphicFramePr>
          <p:cNvPr id="160793" name="Object 25"/>
          <p:cNvGraphicFramePr>
            <a:graphicFrameLocks noChangeAspect="1"/>
          </p:cNvGraphicFramePr>
          <p:nvPr/>
        </p:nvGraphicFramePr>
        <p:xfrm>
          <a:off x="6083300" y="3452813"/>
          <a:ext cx="1144588" cy="388937"/>
        </p:xfrm>
        <a:graphic>
          <a:graphicData uri="http://schemas.openxmlformats.org/presentationml/2006/ole">
            <p:oleObj spid="_x0000_s16393" name="公式" r:id="rId13" imgW="634680" imgH="215640" progId="Equation.3">
              <p:embed/>
            </p:oleObj>
          </a:graphicData>
        </a:graphic>
      </p:graphicFrame>
      <p:sp>
        <p:nvSpPr>
          <p:cNvPr id="160794" name="Text Box 26"/>
          <p:cNvSpPr txBox="1">
            <a:spLocks noChangeArrowheads="1"/>
          </p:cNvSpPr>
          <p:nvPr/>
        </p:nvSpPr>
        <p:spPr bwMode="auto">
          <a:xfrm>
            <a:off x="1195388" y="4076700"/>
            <a:ext cx="990600" cy="493713"/>
          </a:xfrm>
          <a:prstGeom prst="rect">
            <a:avLst/>
          </a:prstGeom>
          <a:noFill/>
          <a:ln w="9525">
            <a:noFill/>
            <a:miter lim="800000"/>
            <a:headEnd/>
            <a:tailEnd/>
          </a:ln>
        </p:spPr>
        <p:txBody>
          <a:bodyPr>
            <a:spAutoFit/>
          </a:bodyPr>
          <a:lstStyle/>
          <a:p>
            <a:pPr algn="just">
              <a:lnSpc>
                <a:spcPct val="120000"/>
              </a:lnSpc>
            </a:pPr>
            <a:r>
              <a:rPr kumimoji="1" lang="zh-CN" altLang="en-US" sz="2400">
                <a:latin typeface="Times New Roman" pitchFamily="18" charset="0"/>
              </a:rPr>
              <a:t>则</a:t>
            </a:r>
          </a:p>
        </p:txBody>
      </p:sp>
      <p:graphicFrame>
        <p:nvGraphicFramePr>
          <p:cNvPr id="160795" name="Object 27"/>
          <p:cNvGraphicFramePr>
            <a:graphicFrameLocks noChangeAspect="1"/>
          </p:cNvGraphicFramePr>
          <p:nvPr/>
        </p:nvGraphicFramePr>
        <p:xfrm>
          <a:off x="2212975" y="4137025"/>
          <a:ext cx="2060575" cy="434975"/>
        </p:xfrm>
        <a:graphic>
          <a:graphicData uri="http://schemas.openxmlformats.org/presentationml/2006/ole">
            <p:oleObj spid="_x0000_s16394" name="公式" r:id="rId14" imgW="1143000" imgH="241200" progId="Equation.3">
              <p:embed/>
            </p:oleObj>
          </a:graphicData>
        </a:graphic>
      </p:graphicFrame>
      <p:sp>
        <p:nvSpPr>
          <p:cNvPr id="160796" name="Text Box 28"/>
          <p:cNvSpPr txBox="1">
            <a:spLocks noChangeArrowheads="1"/>
          </p:cNvSpPr>
          <p:nvPr/>
        </p:nvSpPr>
        <p:spPr bwMode="auto">
          <a:xfrm>
            <a:off x="1196975" y="4735513"/>
            <a:ext cx="990600" cy="493712"/>
          </a:xfrm>
          <a:prstGeom prst="rect">
            <a:avLst/>
          </a:prstGeom>
          <a:noFill/>
          <a:ln w="9525">
            <a:noFill/>
            <a:miter lim="800000"/>
            <a:headEnd/>
            <a:tailEnd/>
          </a:ln>
        </p:spPr>
        <p:txBody>
          <a:bodyPr>
            <a:spAutoFit/>
          </a:bodyPr>
          <a:lstStyle/>
          <a:p>
            <a:pPr algn="just">
              <a:lnSpc>
                <a:spcPct val="120000"/>
              </a:lnSpc>
            </a:pPr>
            <a:r>
              <a:rPr kumimoji="1" lang="zh-CN" altLang="en-US" sz="2400">
                <a:latin typeface="Times New Roman" pitchFamily="18" charset="0"/>
              </a:rPr>
              <a:t>而</a:t>
            </a:r>
          </a:p>
        </p:txBody>
      </p:sp>
      <p:graphicFrame>
        <p:nvGraphicFramePr>
          <p:cNvPr id="160797" name="Object 29"/>
          <p:cNvGraphicFramePr>
            <a:graphicFrameLocks noChangeAspect="1"/>
          </p:cNvGraphicFramePr>
          <p:nvPr/>
        </p:nvGraphicFramePr>
        <p:xfrm>
          <a:off x="1916113" y="4713288"/>
          <a:ext cx="1511300" cy="731837"/>
        </p:xfrm>
        <a:graphic>
          <a:graphicData uri="http://schemas.openxmlformats.org/presentationml/2006/ole">
            <p:oleObj spid="_x0000_s16395" name="公式" r:id="rId15" imgW="838080" imgH="406080" progId="Equation.3">
              <p:embed/>
            </p:oleObj>
          </a:graphicData>
        </a:graphic>
      </p:graphicFrame>
      <p:graphicFrame>
        <p:nvGraphicFramePr>
          <p:cNvPr id="160798" name="Object 30"/>
          <p:cNvGraphicFramePr>
            <a:graphicFrameLocks noChangeAspect="1"/>
          </p:cNvGraphicFramePr>
          <p:nvPr/>
        </p:nvGraphicFramePr>
        <p:xfrm>
          <a:off x="3671888" y="4691063"/>
          <a:ext cx="1511300" cy="754062"/>
        </p:xfrm>
        <a:graphic>
          <a:graphicData uri="http://schemas.openxmlformats.org/presentationml/2006/ole">
            <p:oleObj spid="_x0000_s16396" name="公式" r:id="rId16" imgW="838080" imgH="419040" progId="Equation.3">
              <p:embed/>
            </p:oleObj>
          </a:graphicData>
        </a:graphic>
      </p:graphicFrame>
      <p:sp>
        <p:nvSpPr>
          <p:cNvPr id="160799" name="Text Box 31"/>
          <p:cNvSpPr txBox="1">
            <a:spLocks noChangeArrowheads="1"/>
          </p:cNvSpPr>
          <p:nvPr/>
        </p:nvSpPr>
        <p:spPr bwMode="auto">
          <a:xfrm>
            <a:off x="5516563" y="4808538"/>
            <a:ext cx="990600" cy="493712"/>
          </a:xfrm>
          <a:prstGeom prst="rect">
            <a:avLst/>
          </a:prstGeom>
          <a:noFill/>
          <a:ln w="9525">
            <a:noFill/>
            <a:miter lim="800000"/>
            <a:headEnd/>
            <a:tailEnd/>
          </a:ln>
        </p:spPr>
        <p:txBody>
          <a:bodyPr>
            <a:spAutoFit/>
          </a:bodyPr>
          <a:lstStyle/>
          <a:p>
            <a:pPr algn="just">
              <a:lnSpc>
                <a:spcPct val="120000"/>
              </a:lnSpc>
            </a:pPr>
            <a:r>
              <a:rPr kumimoji="1" lang="zh-CN" altLang="en-US" sz="2400">
                <a:latin typeface="Times New Roman" pitchFamily="18" charset="0"/>
              </a:rPr>
              <a:t>则</a:t>
            </a:r>
          </a:p>
        </p:txBody>
      </p:sp>
      <p:graphicFrame>
        <p:nvGraphicFramePr>
          <p:cNvPr id="160800" name="Object 32"/>
          <p:cNvGraphicFramePr>
            <a:graphicFrameLocks noChangeAspect="1"/>
          </p:cNvGraphicFramePr>
          <p:nvPr/>
        </p:nvGraphicFramePr>
        <p:xfrm>
          <a:off x="6146800" y="4919663"/>
          <a:ext cx="1350963" cy="434975"/>
        </p:xfrm>
        <a:graphic>
          <a:graphicData uri="http://schemas.openxmlformats.org/presentationml/2006/ole">
            <p:oleObj spid="_x0000_s16397" name="公式" r:id="rId17" imgW="749160" imgH="241200" progId="Equation.3">
              <p:embed/>
            </p:oleObj>
          </a:graphicData>
        </a:graphic>
      </p:graphicFrame>
      <p:sp>
        <p:nvSpPr>
          <p:cNvPr id="160801" name="Text Box 33"/>
          <p:cNvSpPr txBox="1">
            <a:spLocks noChangeArrowheads="1"/>
          </p:cNvSpPr>
          <p:nvPr/>
        </p:nvSpPr>
        <p:spPr bwMode="auto">
          <a:xfrm>
            <a:off x="1116013" y="5489575"/>
            <a:ext cx="8064500" cy="493713"/>
          </a:xfrm>
          <a:prstGeom prst="rect">
            <a:avLst/>
          </a:prstGeom>
          <a:noFill/>
          <a:ln w="9525">
            <a:noFill/>
            <a:miter lim="800000"/>
            <a:headEnd/>
            <a:tailEnd/>
          </a:ln>
        </p:spPr>
        <p:txBody>
          <a:bodyPr>
            <a:spAutoFit/>
          </a:bodyPr>
          <a:lstStyle/>
          <a:p>
            <a:pPr algn="just">
              <a:lnSpc>
                <a:spcPct val="120000"/>
              </a:lnSpc>
            </a:pPr>
            <a:r>
              <a:rPr kumimoji="1" lang="zh-CN" altLang="en-US" sz="2400">
                <a:latin typeface="Times New Roman" pitchFamily="18" charset="0"/>
              </a:rPr>
              <a:t>所以，当 </a:t>
            </a:r>
            <a:r>
              <a:rPr kumimoji="1" lang="en-US" altLang="zh-CN" sz="2400" i="1">
                <a:solidFill>
                  <a:srgbClr val="FF6600"/>
                </a:solidFill>
                <a:latin typeface="Times New Roman" pitchFamily="18" charset="0"/>
              </a:rPr>
              <a:t>t</a:t>
            </a:r>
            <a:r>
              <a:rPr kumimoji="1" lang="en-US" altLang="zh-CN" sz="2400">
                <a:solidFill>
                  <a:srgbClr val="FF6600"/>
                </a:solidFill>
                <a:latin typeface="Times New Roman" pitchFamily="18" charset="0"/>
              </a:rPr>
              <a:t> =2s</a:t>
            </a:r>
            <a:r>
              <a:rPr kumimoji="1" lang="en-US" altLang="zh-CN" sz="2400">
                <a:latin typeface="Times New Roman" pitchFamily="18" charset="0"/>
              </a:rPr>
              <a:t> </a:t>
            </a:r>
            <a:r>
              <a:rPr kumimoji="1" lang="zh-CN" altLang="en-US" sz="2400">
                <a:latin typeface="Times New Roman" pitchFamily="18" charset="0"/>
              </a:rPr>
              <a:t>时，质点的速度和加速度分别为：</a:t>
            </a:r>
          </a:p>
        </p:txBody>
      </p:sp>
      <p:graphicFrame>
        <p:nvGraphicFramePr>
          <p:cNvPr id="160802" name="Object 34"/>
          <p:cNvGraphicFramePr>
            <a:graphicFrameLocks noChangeAspect="1"/>
          </p:cNvGraphicFramePr>
          <p:nvPr/>
        </p:nvGraphicFramePr>
        <p:xfrm>
          <a:off x="1547813" y="6089650"/>
          <a:ext cx="1878012" cy="434975"/>
        </p:xfrm>
        <a:graphic>
          <a:graphicData uri="http://schemas.openxmlformats.org/presentationml/2006/ole">
            <p:oleObj spid="_x0000_s16398" name="公式" r:id="rId18" imgW="1041120" imgH="241200" progId="Equation.3">
              <p:embed/>
            </p:oleObj>
          </a:graphicData>
        </a:graphic>
      </p:graphicFrame>
      <p:graphicFrame>
        <p:nvGraphicFramePr>
          <p:cNvPr id="160803" name="Object 35"/>
          <p:cNvGraphicFramePr>
            <a:graphicFrameLocks noChangeAspect="1"/>
          </p:cNvGraphicFramePr>
          <p:nvPr/>
        </p:nvGraphicFramePr>
        <p:xfrm>
          <a:off x="4716463" y="6089650"/>
          <a:ext cx="1876425" cy="434975"/>
        </p:xfrm>
        <a:graphic>
          <a:graphicData uri="http://schemas.openxmlformats.org/presentationml/2006/ole">
            <p:oleObj spid="_x0000_s16399" name="公式" r:id="rId19" imgW="1041120" imgH="2412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0772"/>
                                        </p:tgtEl>
                                        <p:attrNameLst>
                                          <p:attrName>style.visibility</p:attrName>
                                        </p:attrNameLst>
                                      </p:cBhvr>
                                      <p:to>
                                        <p:strVal val="visible"/>
                                      </p:to>
                                    </p:set>
                                    <p:animEffect transition="in" filter="wipe(left)">
                                      <p:cBhvr>
                                        <p:cTn id="12" dur="1000"/>
                                        <p:tgtEl>
                                          <p:spTgt spid="16077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0773"/>
                                        </p:tgtEl>
                                        <p:attrNameLst>
                                          <p:attrName>style.visibility</p:attrName>
                                        </p:attrNameLst>
                                      </p:cBhvr>
                                      <p:to>
                                        <p:strVal val="visible"/>
                                      </p:to>
                                    </p:set>
                                    <p:animEffect transition="in" filter="wipe(left)">
                                      <p:cBhvr>
                                        <p:cTn id="17" dur="1000"/>
                                        <p:tgtEl>
                                          <p:spTgt spid="16077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0783"/>
                                        </p:tgtEl>
                                        <p:attrNameLst>
                                          <p:attrName>style.visibility</p:attrName>
                                        </p:attrNameLst>
                                      </p:cBhvr>
                                      <p:to>
                                        <p:strVal val="visible"/>
                                      </p:to>
                                    </p:set>
                                    <p:animEffect transition="in" filter="wipe(left)">
                                      <p:cBhvr>
                                        <p:cTn id="22" dur="1000"/>
                                        <p:tgtEl>
                                          <p:spTgt spid="160783"/>
                                        </p:tgtEl>
                                      </p:cBhvr>
                                    </p:animEffect>
                                  </p:childTnLst>
                                </p:cTn>
                              </p:par>
                            </p:childTnLst>
                          </p:cTn>
                        </p:par>
                        <p:par>
                          <p:cTn id="23" fill="hold">
                            <p:stCondLst>
                              <p:cond delay="1000"/>
                            </p:stCondLst>
                            <p:childTnLst>
                              <p:par>
                                <p:cTn id="24" presetID="22" presetClass="entr" presetSubtype="8" fill="hold" nodeType="afterEffect">
                                  <p:stCondLst>
                                    <p:cond delay="0"/>
                                  </p:stCondLst>
                                  <p:childTnLst>
                                    <p:set>
                                      <p:cBhvr>
                                        <p:cTn id="25" dur="1" fill="hold">
                                          <p:stCondLst>
                                            <p:cond delay="0"/>
                                          </p:stCondLst>
                                        </p:cTn>
                                        <p:tgtEl>
                                          <p:spTgt spid="160782"/>
                                        </p:tgtEl>
                                        <p:attrNameLst>
                                          <p:attrName>style.visibility</p:attrName>
                                        </p:attrNameLst>
                                      </p:cBhvr>
                                      <p:to>
                                        <p:strVal val="visible"/>
                                      </p:to>
                                    </p:set>
                                    <p:animEffect transition="in" filter="wipe(left)">
                                      <p:cBhvr>
                                        <p:cTn id="26" dur="1000"/>
                                        <p:tgtEl>
                                          <p:spTgt spid="16078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60784"/>
                                        </p:tgtEl>
                                        <p:attrNameLst>
                                          <p:attrName>style.visibility</p:attrName>
                                        </p:attrNameLst>
                                      </p:cBhvr>
                                      <p:to>
                                        <p:strVal val="visible"/>
                                      </p:to>
                                    </p:set>
                                    <p:animEffect transition="in" filter="wipe(left)">
                                      <p:cBhvr>
                                        <p:cTn id="31" dur="1000"/>
                                        <p:tgtEl>
                                          <p:spTgt spid="160784"/>
                                        </p:tgtEl>
                                      </p:cBhvr>
                                    </p:animEffect>
                                  </p:childTnLst>
                                </p:cTn>
                              </p:par>
                            </p:childTnLst>
                          </p:cTn>
                        </p:par>
                        <p:par>
                          <p:cTn id="32" fill="hold">
                            <p:stCondLst>
                              <p:cond delay="1000"/>
                            </p:stCondLst>
                            <p:childTnLst>
                              <p:par>
                                <p:cTn id="33" presetID="22" presetClass="entr" presetSubtype="8" fill="hold" grpId="0" nodeType="afterEffect">
                                  <p:stCondLst>
                                    <p:cond delay="0"/>
                                  </p:stCondLst>
                                  <p:childTnLst>
                                    <p:set>
                                      <p:cBhvr>
                                        <p:cTn id="34" dur="1" fill="hold">
                                          <p:stCondLst>
                                            <p:cond delay="0"/>
                                          </p:stCondLst>
                                        </p:cTn>
                                        <p:tgtEl>
                                          <p:spTgt spid="160785"/>
                                        </p:tgtEl>
                                        <p:attrNameLst>
                                          <p:attrName>style.visibility</p:attrName>
                                        </p:attrNameLst>
                                      </p:cBhvr>
                                      <p:to>
                                        <p:strVal val="visible"/>
                                      </p:to>
                                    </p:set>
                                    <p:animEffect transition="in" filter="wipe(left)">
                                      <p:cBhvr>
                                        <p:cTn id="35" dur="1000"/>
                                        <p:tgtEl>
                                          <p:spTgt spid="160785"/>
                                        </p:tgtEl>
                                      </p:cBhvr>
                                    </p:animEffect>
                                  </p:childTnLst>
                                </p:cTn>
                              </p:par>
                            </p:childTnLst>
                          </p:cTn>
                        </p:par>
                        <p:par>
                          <p:cTn id="36" fill="hold">
                            <p:stCondLst>
                              <p:cond delay="2000"/>
                            </p:stCondLst>
                            <p:childTnLst>
                              <p:par>
                                <p:cTn id="37" presetID="22" presetClass="entr" presetSubtype="8" fill="hold" grpId="0" nodeType="afterEffect">
                                  <p:stCondLst>
                                    <p:cond delay="0"/>
                                  </p:stCondLst>
                                  <p:childTnLst>
                                    <p:set>
                                      <p:cBhvr>
                                        <p:cTn id="38" dur="1" fill="hold">
                                          <p:stCondLst>
                                            <p:cond delay="0"/>
                                          </p:stCondLst>
                                        </p:cTn>
                                        <p:tgtEl>
                                          <p:spTgt spid="160786"/>
                                        </p:tgtEl>
                                        <p:attrNameLst>
                                          <p:attrName>style.visibility</p:attrName>
                                        </p:attrNameLst>
                                      </p:cBhvr>
                                      <p:to>
                                        <p:strVal val="visible"/>
                                      </p:to>
                                    </p:set>
                                    <p:animEffect transition="in" filter="wipe(left)">
                                      <p:cBhvr>
                                        <p:cTn id="39" dur="1000"/>
                                        <p:tgtEl>
                                          <p:spTgt spid="16078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60787"/>
                                        </p:tgtEl>
                                        <p:attrNameLst>
                                          <p:attrName>style.visibility</p:attrName>
                                        </p:attrNameLst>
                                      </p:cBhvr>
                                      <p:to>
                                        <p:strVal val="visible"/>
                                      </p:to>
                                    </p:set>
                                    <p:animEffect transition="in" filter="wipe(left)">
                                      <p:cBhvr>
                                        <p:cTn id="44" dur="1000"/>
                                        <p:tgtEl>
                                          <p:spTgt spid="160787"/>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60788"/>
                                        </p:tgtEl>
                                        <p:attrNameLst>
                                          <p:attrName>style.visibility</p:attrName>
                                        </p:attrNameLst>
                                      </p:cBhvr>
                                      <p:to>
                                        <p:strVal val="visible"/>
                                      </p:to>
                                    </p:set>
                                    <p:animEffect transition="in" filter="wipe(left)">
                                      <p:cBhvr>
                                        <p:cTn id="49" dur="1000"/>
                                        <p:tgtEl>
                                          <p:spTgt spid="16078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60789"/>
                                        </p:tgtEl>
                                        <p:attrNameLst>
                                          <p:attrName>style.visibility</p:attrName>
                                        </p:attrNameLst>
                                      </p:cBhvr>
                                      <p:to>
                                        <p:strVal val="visible"/>
                                      </p:to>
                                    </p:set>
                                    <p:animEffect transition="in" filter="wipe(left)">
                                      <p:cBhvr>
                                        <p:cTn id="54" dur="1000"/>
                                        <p:tgtEl>
                                          <p:spTgt spid="160789"/>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60790"/>
                                        </p:tgtEl>
                                        <p:attrNameLst>
                                          <p:attrName>style.visibility</p:attrName>
                                        </p:attrNameLst>
                                      </p:cBhvr>
                                      <p:to>
                                        <p:strVal val="visible"/>
                                      </p:to>
                                    </p:set>
                                    <p:animEffect transition="in" filter="wipe(left)">
                                      <p:cBhvr>
                                        <p:cTn id="59" dur="1000"/>
                                        <p:tgtEl>
                                          <p:spTgt spid="160790"/>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160791"/>
                                        </p:tgtEl>
                                        <p:attrNameLst>
                                          <p:attrName>style.visibility</p:attrName>
                                        </p:attrNameLst>
                                      </p:cBhvr>
                                      <p:to>
                                        <p:strVal val="visible"/>
                                      </p:to>
                                    </p:set>
                                    <p:animEffect transition="in" filter="wipe(left)">
                                      <p:cBhvr>
                                        <p:cTn id="64" dur="1000"/>
                                        <p:tgtEl>
                                          <p:spTgt spid="160791"/>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160792"/>
                                        </p:tgtEl>
                                        <p:attrNameLst>
                                          <p:attrName>style.visibility</p:attrName>
                                        </p:attrNameLst>
                                      </p:cBhvr>
                                      <p:to>
                                        <p:strVal val="visible"/>
                                      </p:to>
                                    </p:set>
                                    <p:animEffect transition="in" filter="wipe(left)">
                                      <p:cBhvr>
                                        <p:cTn id="69" dur="1000"/>
                                        <p:tgtEl>
                                          <p:spTgt spid="160792"/>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160793"/>
                                        </p:tgtEl>
                                        <p:attrNameLst>
                                          <p:attrName>style.visibility</p:attrName>
                                        </p:attrNameLst>
                                      </p:cBhvr>
                                      <p:to>
                                        <p:strVal val="visible"/>
                                      </p:to>
                                    </p:set>
                                    <p:animEffect transition="in" filter="wipe(left)">
                                      <p:cBhvr>
                                        <p:cTn id="74" dur="1000"/>
                                        <p:tgtEl>
                                          <p:spTgt spid="160793"/>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60794"/>
                                        </p:tgtEl>
                                        <p:attrNameLst>
                                          <p:attrName>style.visibility</p:attrName>
                                        </p:attrNameLst>
                                      </p:cBhvr>
                                      <p:to>
                                        <p:strVal val="visible"/>
                                      </p:to>
                                    </p:set>
                                    <p:animEffect transition="in" filter="wipe(left)">
                                      <p:cBhvr>
                                        <p:cTn id="79" dur="1000"/>
                                        <p:tgtEl>
                                          <p:spTgt spid="160794"/>
                                        </p:tgtEl>
                                      </p:cBhvr>
                                    </p:animEffect>
                                  </p:childTnLst>
                                </p:cTn>
                              </p:par>
                            </p:childTnLst>
                          </p:cTn>
                        </p:par>
                        <p:par>
                          <p:cTn id="80" fill="hold">
                            <p:stCondLst>
                              <p:cond delay="1000"/>
                            </p:stCondLst>
                            <p:childTnLst>
                              <p:par>
                                <p:cTn id="81" presetID="22" presetClass="entr" presetSubtype="8" fill="hold" nodeType="afterEffect">
                                  <p:stCondLst>
                                    <p:cond delay="0"/>
                                  </p:stCondLst>
                                  <p:childTnLst>
                                    <p:set>
                                      <p:cBhvr>
                                        <p:cTn id="82" dur="1" fill="hold">
                                          <p:stCondLst>
                                            <p:cond delay="0"/>
                                          </p:stCondLst>
                                        </p:cTn>
                                        <p:tgtEl>
                                          <p:spTgt spid="160795"/>
                                        </p:tgtEl>
                                        <p:attrNameLst>
                                          <p:attrName>style.visibility</p:attrName>
                                        </p:attrNameLst>
                                      </p:cBhvr>
                                      <p:to>
                                        <p:strVal val="visible"/>
                                      </p:to>
                                    </p:set>
                                    <p:animEffect transition="in" filter="wipe(left)">
                                      <p:cBhvr>
                                        <p:cTn id="83" dur="1000"/>
                                        <p:tgtEl>
                                          <p:spTgt spid="160795"/>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160796"/>
                                        </p:tgtEl>
                                        <p:attrNameLst>
                                          <p:attrName>style.visibility</p:attrName>
                                        </p:attrNameLst>
                                      </p:cBhvr>
                                      <p:to>
                                        <p:strVal val="visible"/>
                                      </p:to>
                                    </p:set>
                                    <p:animEffect transition="in" filter="wipe(left)">
                                      <p:cBhvr>
                                        <p:cTn id="88" dur="1000"/>
                                        <p:tgtEl>
                                          <p:spTgt spid="160796"/>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160797"/>
                                        </p:tgtEl>
                                        <p:attrNameLst>
                                          <p:attrName>style.visibility</p:attrName>
                                        </p:attrNameLst>
                                      </p:cBhvr>
                                      <p:to>
                                        <p:strVal val="visible"/>
                                      </p:to>
                                    </p:set>
                                    <p:animEffect transition="in" filter="wipe(left)">
                                      <p:cBhvr>
                                        <p:cTn id="93" dur="1000"/>
                                        <p:tgtEl>
                                          <p:spTgt spid="160797"/>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160798"/>
                                        </p:tgtEl>
                                        <p:attrNameLst>
                                          <p:attrName>style.visibility</p:attrName>
                                        </p:attrNameLst>
                                      </p:cBhvr>
                                      <p:to>
                                        <p:strVal val="visible"/>
                                      </p:to>
                                    </p:set>
                                    <p:animEffect transition="in" filter="wipe(left)">
                                      <p:cBhvr>
                                        <p:cTn id="98" dur="1000"/>
                                        <p:tgtEl>
                                          <p:spTgt spid="160798"/>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160799"/>
                                        </p:tgtEl>
                                        <p:attrNameLst>
                                          <p:attrName>style.visibility</p:attrName>
                                        </p:attrNameLst>
                                      </p:cBhvr>
                                      <p:to>
                                        <p:strVal val="visible"/>
                                      </p:to>
                                    </p:set>
                                    <p:animEffect transition="in" filter="wipe(left)">
                                      <p:cBhvr>
                                        <p:cTn id="103" dur="1000"/>
                                        <p:tgtEl>
                                          <p:spTgt spid="160799"/>
                                        </p:tgtEl>
                                      </p:cBhvr>
                                    </p:animEffect>
                                  </p:childTnLst>
                                </p:cTn>
                              </p:par>
                            </p:childTnLst>
                          </p:cTn>
                        </p:par>
                        <p:par>
                          <p:cTn id="104" fill="hold">
                            <p:stCondLst>
                              <p:cond delay="1000"/>
                            </p:stCondLst>
                            <p:childTnLst>
                              <p:par>
                                <p:cTn id="105" presetID="22" presetClass="entr" presetSubtype="8" fill="hold" nodeType="afterEffect">
                                  <p:stCondLst>
                                    <p:cond delay="0"/>
                                  </p:stCondLst>
                                  <p:childTnLst>
                                    <p:set>
                                      <p:cBhvr>
                                        <p:cTn id="106" dur="1" fill="hold">
                                          <p:stCondLst>
                                            <p:cond delay="0"/>
                                          </p:stCondLst>
                                        </p:cTn>
                                        <p:tgtEl>
                                          <p:spTgt spid="160800"/>
                                        </p:tgtEl>
                                        <p:attrNameLst>
                                          <p:attrName>style.visibility</p:attrName>
                                        </p:attrNameLst>
                                      </p:cBhvr>
                                      <p:to>
                                        <p:strVal val="visible"/>
                                      </p:to>
                                    </p:set>
                                    <p:animEffect transition="in" filter="wipe(left)">
                                      <p:cBhvr>
                                        <p:cTn id="107" dur="1000"/>
                                        <p:tgtEl>
                                          <p:spTgt spid="160800"/>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160801"/>
                                        </p:tgtEl>
                                        <p:attrNameLst>
                                          <p:attrName>style.visibility</p:attrName>
                                        </p:attrNameLst>
                                      </p:cBhvr>
                                      <p:to>
                                        <p:strVal val="visible"/>
                                      </p:to>
                                    </p:set>
                                    <p:animEffect transition="in" filter="wipe(left)">
                                      <p:cBhvr>
                                        <p:cTn id="112" dur="1000"/>
                                        <p:tgtEl>
                                          <p:spTgt spid="160801"/>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nodeType="clickEffect">
                                  <p:stCondLst>
                                    <p:cond delay="0"/>
                                  </p:stCondLst>
                                  <p:childTnLst>
                                    <p:set>
                                      <p:cBhvr>
                                        <p:cTn id="116" dur="1" fill="hold">
                                          <p:stCondLst>
                                            <p:cond delay="0"/>
                                          </p:stCondLst>
                                        </p:cTn>
                                        <p:tgtEl>
                                          <p:spTgt spid="160802"/>
                                        </p:tgtEl>
                                        <p:attrNameLst>
                                          <p:attrName>style.visibility</p:attrName>
                                        </p:attrNameLst>
                                      </p:cBhvr>
                                      <p:to>
                                        <p:strVal val="visible"/>
                                      </p:to>
                                    </p:set>
                                    <p:animEffect transition="in" filter="wipe(left)">
                                      <p:cBhvr>
                                        <p:cTn id="117" dur="1000"/>
                                        <p:tgtEl>
                                          <p:spTgt spid="160802"/>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nodeType="clickEffect">
                                  <p:stCondLst>
                                    <p:cond delay="0"/>
                                  </p:stCondLst>
                                  <p:childTnLst>
                                    <p:set>
                                      <p:cBhvr>
                                        <p:cTn id="121" dur="1" fill="hold">
                                          <p:stCondLst>
                                            <p:cond delay="0"/>
                                          </p:stCondLst>
                                        </p:cTn>
                                        <p:tgtEl>
                                          <p:spTgt spid="160803"/>
                                        </p:tgtEl>
                                        <p:attrNameLst>
                                          <p:attrName>style.visibility</p:attrName>
                                        </p:attrNameLst>
                                      </p:cBhvr>
                                      <p:to>
                                        <p:strVal val="visible"/>
                                      </p:to>
                                    </p:set>
                                    <p:animEffect transition="in" filter="wipe(left)">
                                      <p:cBhvr>
                                        <p:cTn id="122" dur="1000"/>
                                        <p:tgtEl>
                                          <p:spTgt spid="1608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2" grpId="0"/>
      <p:bldP spid="160773" grpId="0"/>
      <p:bldP spid="160784" grpId="0" animBg="1"/>
      <p:bldP spid="160785" grpId="0" animBg="1"/>
      <p:bldP spid="160786" grpId="0"/>
      <p:bldP spid="160789" grpId="0"/>
      <p:bldP spid="160794" grpId="0"/>
      <p:bldP spid="160796" grpId="0"/>
      <p:bldP spid="160799" grpId="0"/>
      <p:bldP spid="16080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Text Box 2"/>
          <p:cNvSpPr txBox="1">
            <a:spLocks noChangeArrowheads="1"/>
          </p:cNvSpPr>
          <p:nvPr/>
        </p:nvSpPr>
        <p:spPr bwMode="auto">
          <a:xfrm>
            <a:off x="161925" y="476250"/>
            <a:ext cx="8624888" cy="1406525"/>
          </a:xfrm>
          <a:prstGeom prst="rect">
            <a:avLst/>
          </a:prstGeom>
          <a:noFill/>
          <a:ln w="9525">
            <a:noFill/>
            <a:miter lim="800000"/>
            <a:headEnd/>
            <a:tailEnd/>
          </a:ln>
        </p:spPr>
        <p:txBody>
          <a:bodyPr>
            <a:spAutoFit/>
          </a:bodyPr>
          <a:lstStyle/>
          <a:p>
            <a:pPr algn="just">
              <a:lnSpc>
                <a:spcPct val="120000"/>
              </a:lnSpc>
            </a:pPr>
            <a:r>
              <a:rPr kumimoji="1" lang="zh-CN" altLang="en-US" sz="2400">
                <a:solidFill>
                  <a:srgbClr val="FF0000"/>
                </a:solidFill>
                <a:latin typeface="Times New Roman" pitchFamily="18" charset="0"/>
                <a:cs typeface="Times New Roman" pitchFamily="18" charset="0"/>
              </a:rPr>
              <a:t>例 </a:t>
            </a:r>
            <a:r>
              <a:rPr kumimoji="1" lang="zh-CN" altLang="en-US" sz="2400">
                <a:latin typeface="Times New Roman" pitchFamily="18" charset="0"/>
                <a:cs typeface="Times New Roman" pitchFamily="18" charset="0"/>
              </a:rPr>
              <a:t>一质点沿直线运动，其加速度为 </a:t>
            </a:r>
            <a:r>
              <a:rPr kumimoji="1" lang="en-US" altLang="zh-CN" sz="2400" i="1">
                <a:solidFill>
                  <a:srgbClr val="FF6600"/>
                </a:solidFill>
                <a:latin typeface="Times New Roman" pitchFamily="18" charset="0"/>
                <a:cs typeface="Times New Roman" pitchFamily="18" charset="0"/>
              </a:rPr>
              <a:t>a</a:t>
            </a:r>
            <a:r>
              <a:rPr kumimoji="1" lang="en-US" altLang="zh-CN" sz="2400">
                <a:solidFill>
                  <a:srgbClr val="FF6600"/>
                </a:solidFill>
                <a:latin typeface="Times New Roman" pitchFamily="18" charset="0"/>
                <a:cs typeface="Times New Roman" pitchFamily="18" charset="0"/>
              </a:rPr>
              <a:t> = -2</a:t>
            </a:r>
            <a:r>
              <a:rPr kumimoji="1" lang="en-US" altLang="zh-CN" sz="2400" i="1">
                <a:solidFill>
                  <a:srgbClr val="FF6600"/>
                </a:solidFill>
                <a:latin typeface="Times New Roman" pitchFamily="18" charset="0"/>
                <a:cs typeface="Times New Roman" pitchFamily="18" charset="0"/>
              </a:rPr>
              <a:t>x</a:t>
            </a:r>
            <a:r>
              <a:rPr kumimoji="1" lang="en-US" altLang="zh-CN" sz="2400">
                <a:latin typeface="Times New Roman" pitchFamily="18" charset="0"/>
                <a:cs typeface="Times New Roman" pitchFamily="18" charset="0"/>
              </a:rPr>
              <a:t> </a:t>
            </a:r>
            <a:r>
              <a:rPr kumimoji="1" lang="zh-CN" altLang="en-US" sz="2400">
                <a:latin typeface="Times New Roman" pitchFamily="18" charset="0"/>
                <a:cs typeface="Times New Roman" pitchFamily="18" charset="0"/>
              </a:rPr>
              <a:t>，式中 </a:t>
            </a:r>
            <a:r>
              <a:rPr kumimoji="1" lang="en-US" altLang="zh-CN" sz="2400" i="1">
                <a:solidFill>
                  <a:srgbClr val="FF6600"/>
                </a:solidFill>
                <a:latin typeface="Times New Roman" pitchFamily="18" charset="0"/>
                <a:cs typeface="Times New Roman" pitchFamily="18" charset="0"/>
              </a:rPr>
              <a:t>x </a:t>
            </a:r>
            <a:r>
              <a:rPr kumimoji="1" lang="zh-CN" altLang="en-US" sz="2400">
                <a:latin typeface="Times New Roman" pitchFamily="18" charset="0"/>
                <a:cs typeface="Times New Roman" pitchFamily="18" charset="0"/>
              </a:rPr>
              <a:t>的单位为</a:t>
            </a:r>
            <a:r>
              <a:rPr kumimoji="1" lang="en-US" altLang="zh-CN" sz="2400">
                <a:solidFill>
                  <a:srgbClr val="FF6600"/>
                </a:solidFill>
                <a:latin typeface="Times New Roman" pitchFamily="18" charset="0"/>
                <a:cs typeface="Times New Roman" pitchFamily="18" charset="0"/>
              </a:rPr>
              <a:t>m</a:t>
            </a:r>
            <a:r>
              <a:rPr kumimoji="1" lang="zh-CN" altLang="en-US" sz="2400">
                <a:latin typeface="Times New Roman" pitchFamily="18" charset="0"/>
                <a:cs typeface="Times New Roman" pitchFamily="18" charset="0"/>
              </a:rPr>
              <a:t>，</a:t>
            </a:r>
            <a:r>
              <a:rPr kumimoji="1" lang="en-US" altLang="zh-CN" sz="2400" i="1">
                <a:solidFill>
                  <a:srgbClr val="FF6600"/>
                </a:solidFill>
                <a:latin typeface="Times New Roman" pitchFamily="18" charset="0"/>
                <a:cs typeface="Times New Roman" pitchFamily="18" charset="0"/>
              </a:rPr>
              <a:t>a </a:t>
            </a:r>
            <a:r>
              <a:rPr kumimoji="1" lang="zh-CN" altLang="en-US" sz="2400">
                <a:latin typeface="Times New Roman" pitchFamily="18" charset="0"/>
                <a:cs typeface="Times New Roman" pitchFamily="18" charset="0"/>
              </a:rPr>
              <a:t>的单位为 </a:t>
            </a:r>
            <a:r>
              <a:rPr kumimoji="1" lang="en-US" altLang="zh-CN" sz="2400">
                <a:solidFill>
                  <a:srgbClr val="FF6600"/>
                </a:solidFill>
                <a:latin typeface="Times New Roman" pitchFamily="18" charset="0"/>
                <a:cs typeface="Times New Roman" pitchFamily="18" charset="0"/>
              </a:rPr>
              <a:t>m/s</a:t>
            </a:r>
            <a:r>
              <a:rPr kumimoji="1" lang="en-US" altLang="zh-CN" sz="2400" baseline="30000">
                <a:solidFill>
                  <a:srgbClr val="FF6600"/>
                </a:solidFill>
                <a:latin typeface="Times New Roman" pitchFamily="18" charset="0"/>
                <a:cs typeface="Times New Roman" pitchFamily="18" charset="0"/>
              </a:rPr>
              <a:t>2 </a:t>
            </a:r>
            <a:r>
              <a:rPr kumimoji="1" lang="zh-CN" altLang="en-US" sz="2400">
                <a:latin typeface="Times New Roman" pitchFamily="18" charset="0"/>
                <a:cs typeface="Times New Roman" pitchFamily="18" charset="0"/>
              </a:rPr>
              <a:t>，试求该质点的速度 </a:t>
            </a:r>
            <a:r>
              <a:rPr kumimoji="1" lang="en-US" altLang="zh-CN" sz="2400" i="1">
                <a:solidFill>
                  <a:srgbClr val="FF6600"/>
                </a:solidFill>
                <a:latin typeface="Times New Roman" pitchFamily="18" charset="0"/>
                <a:cs typeface="Times New Roman" pitchFamily="18" charset="0"/>
              </a:rPr>
              <a:t>v</a:t>
            </a:r>
            <a:r>
              <a:rPr kumimoji="1" lang="en-US" altLang="zh-CN" sz="2400">
                <a:latin typeface="Times New Roman" pitchFamily="18" charset="0"/>
                <a:cs typeface="Times New Roman" pitchFamily="18" charset="0"/>
              </a:rPr>
              <a:t> </a:t>
            </a:r>
            <a:r>
              <a:rPr kumimoji="1" lang="zh-CN" altLang="en-US" sz="2400">
                <a:latin typeface="Times New Roman" pitchFamily="18" charset="0"/>
                <a:cs typeface="Times New Roman" pitchFamily="18" charset="0"/>
              </a:rPr>
              <a:t>与位置坐标 </a:t>
            </a:r>
            <a:r>
              <a:rPr kumimoji="1" lang="en-US" altLang="zh-CN" sz="2400" i="1">
                <a:solidFill>
                  <a:srgbClr val="FF6600"/>
                </a:solidFill>
                <a:latin typeface="Times New Roman" pitchFamily="18" charset="0"/>
                <a:cs typeface="Times New Roman" pitchFamily="18" charset="0"/>
              </a:rPr>
              <a:t>x</a:t>
            </a:r>
            <a:r>
              <a:rPr kumimoji="1" lang="en-US" altLang="zh-CN" sz="2400">
                <a:latin typeface="Times New Roman" pitchFamily="18" charset="0"/>
                <a:cs typeface="Times New Roman" pitchFamily="18" charset="0"/>
              </a:rPr>
              <a:t> </a:t>
            </a:r>
            <a:r>
              <a:rPr kumimoji="1" lang="zh-CN" altLang="en-US" sz="2400">
                <a:latin typeface="Times New Roman" pitchFamily="18" charset="0"/>
                <a:cs typeface="Times New Roman" pitchFamily="18" charset="0"/>
              </a:rPr>
              <a:t>之间的关系。设当 </a:t>
            </a:r>
            <a:r>
              <a:rPr kumimoji="1" lang="en-US" altLang="zh-CN" sz="2400" i="1">
                <a:solidFill>
                  <a:srgbClr val="FF6600"/>
                </a:solidFill>
                <a:latin typeface="Times New Roman" pitchFamily="18" charset="0"/>
                <a:cs typeface="Times New Roman" pitchFamily="18" charset="0"/>
              </a:rPr>
              <a:t>x</a:t>
            </a:r>
            <a:r>
              <a:rPr kumimoji="1" lang="en-US" altLang="zh-CN" sz="2400">
                <a:solidFill>
                  <a:srgbClr val="FF6600"/>
                </a:solidFill>
                <a:latin typeface="Times New Roman" pitchFamily="18" charset="0"/>
                <a:cs typeface="Times New Roman" pitchFamily="18" charset="0"/>
              </a:rPr>
              <a:t> =0</a:t>
            </a:r>
            <a:r>
              <a:rPr kumimoji="1" lang="en-US" altLang="zh-CN" sz="2400">
                <a:latin typeface="Times New Roman" pitchFamily="18" charset="0"/>
                <a:cs typeface="Times New Roman" pitchFamily="18" charset="0"/>
              </a:rPr>
              <a:t> </a:t>
            </a:r>
            <a:r>
              <a:rPr kumimoji="1" lang="zh-CN" altLang="en-US" sz="2400">
                <a:latin typeface="Times New Roman" pitchFamily="18" charset="0"/>
                <a:cs typeface="Times New Roman" pitchFamily="18" charset="0"/>
              </a:rPr>
              <a:t>时，</a:t>
            </a:r>
            <a:r>
              <a:rPr kumimoji="1" lang="en-US" altLang="zh-CN" sz="2400" i="1">
                <a:solidFill>
                  <a:srgbClr val="FF6600"/>
                </a:solidFill>
                <a:latin typeface="Times New Roman" pitchFamily="18" charset="0"/>
                <a:cs typeface="Times New Roman" pitchFamily="18" charset="0"/>
              </a:rPr>
              <a:t>v</a:t>
            </a:r>
            <a:r>
              <a:rPr kumimoji="1" lang="en-US" altLang="zh-CN" sz="2400" baseline="-25000">
                <a:solidFill>
                  <a:srgbClr val="FF6600"/>
                </a:solidFill>
                <a:latin typeface="Times New Roman" pitchFamily="18" charset="0"/>
                <a:cs typeface="Times New Roman" pitchFamily="18" charset="0"/>
              </a:rPr>
              <a:t>0</a:t>
            </a:r>
            <a:r>
              <a:rPr kumimoji="1" lang="en-US" altLang="zh-CN" sz="2400">
                <a:solidFill>
                  <a:srgbClr val="FF6600"/>
                </a:solidFill>
                <a:latin typeface="Times New Roman" pitchFamily="18" charset="0"/>
                <a:cs typeface="Times New Roman" pitchFamily="18" charset="0"/>
              </a:rPr>
              <a:t>=4 m/s</a:t>
            </a:r>
            <a:r>
              <a:rPr kumimoji="1" lang="zh-CN" altLang="en-US" sz="2400">
                <a:latin typeface="Times New Roman" pitchFamily="18" charset="0"/>
                <a:cs typeface="Times New Roman" pitchFamily="18" charset="0"/>
                <a:sym typeface="Wingdings" pitchFamily="2" charset="2"/>
              </a:rPr>
              <a:t>。</a:t>
            </a:r>
            <a:endParaRPr kumimoji="1" lang="zh-CN" altLang="en-US" sz="2400">
              <a:latin typeface="Times New Roman" pitchFamily="18" charset="0"/>
            </a:endParaRPr>
          </a:p>
        </p:txBody>
      </p:sp>
      <p:sp>
        <p:nvSpPr>
          <p:cNvPr id="162819" name="Text Box 3"/>
          <p:cNvSpPr txBox="1">
            <a:spLocks noChangeArrowheads="1"/>
          </p:cNvSpPr>
          <p:nvPr/>
        </p:nvSpPr>
        <p:spPr bwMode="auto">
          <a:xfrm>
            <a:off x="252413" y="2071688"/>
            <a:ext cx="722312" cy="457200"/>
          </a:xfrm>
          <a:prstGeom prst="rect">
            <a:avLst/>
          </a:prstGeom>
          <a:noFill/>
          <a:ln w="9525">
            <a:noFill/>
            <a:miter lim="800000"/>
            <a:headEnd/>
            <a:tailEnd/>
          </a:ln>
        </p:spPr>
        <p:txBody>
          <a:bodyPr lIns="0">
            <a:spAutoFit/>
          </a:bodyPr>
          <a:lstStyle/>
          <a:p>
            <a:pPr algn="just">
              <a:spcBef>
                <a:spcPct val="50000"/>
              </a:spcBef>
            </a:pPr>
            <a:r>
              <a:rPr kumimoji="1" lang="zh-CN" altLang="en-US" sz="2400">
                <a:solidFill>
                  <a:srgbClr val="FF0000"/>
                </a:solidFill>
                <a:latin typeface="Times New Roman" pitchFamily="18" charset="0"/>
              </a:rPr>
              <a:t>解</a:t>
            </a:r>
          </a:p>
        </p:txBody>
      </p:sp>
      <p:sp>
        <p:nvSpPr>
          <p:cNvPr id="162820" name="Text Box 4"/>
          <p:cNvSpPr txBox="1">
            <a:spLocks noChangeArrowheads="1"/>
          </p:cNvSpPr>
          <p:nvPr/>
        </p:nvSpPr>
        <p:spPr bwMode="auto">
          <a:xfrm>
            <a:off x="973138" y="2071688"/>
            <a:ext cx="1889125" cy="457200"/>
          </a:xfrm>
          <a:prstGeom prst="rect">
            <a:avLst/>
          </a:prstGeom>
          <a:noFill/>
          <a:ln w="9525">
            <a:noFill/>
            <a:miter lim="800000"/>
            <a:headEnd/>
            <a:tailEnd/>
          </a:ln>
        </p:spPr>
        <p:txBody>
          <a:bodyPr>
            <a:spAutoFit/>
          </a:bodyPr>
          <a:lstStyle/>
          <a:p>
            <a:pPr algn="just">
              <a:spcBef>
                <a:spcPct val="50000"/>
              </a:spcBef>
            </a:pPr>
            <a:r>
              <a:rPr kumimoji="1" lang="zh-CN" altLang="en-US" sz="2400">
                <a:latin typeface="Times New Roman" pitchFamily="18" charset="0"/>
              </a:rPr>
              <a:t>由题意，</a:t>
            </a:r>
          </a:p>
        </p:txBody>
      </p:sp>
      <p:graphicFrame>
        <p:nvGraphicFramePr>
          <p:cNvPr id="162821" name="Object 5"/>
          <p:cNvGraphicFramePr>
            <a:graphicFrameLocks noChangeAspect="1"/>
          </p:cNvGraphicFramePr>
          <p:nvPr/>
        </p:nvGraphicFramePr>
        <p:xfrm>
          <a:off x="1466850" y="2663825"/>
          <a:ext cx="811213" cy="690563"/>
        </p:xfrm>
        <a:graphic>
          <a:graphicData uri="http://schemas.openxmlformats.org/presentationml/2006/ole">
            <p:oleObj spid="_x0000_s17410" name="公式" r:id="rId3" imgW="469800" imgH="406080" progId="Equation.3">
              <p:embed/>
            </p:oleObj>
          </a:graphicData>
        </a:graphic>
      </p:graphicFrame>
      <p:graphicFrame>
        <p:nvGraphicFramePr>
          <p:cNvPr id="162822" name="Object 6"/>
          <p:cNvGraphicFramePr>
            <a:graphicFrameLocks noChangeAspect="1"/>
          </p:cNvGraphicFramePr>
          <p:nvPr/>
        </p:nvGraphicFramePr>
        <p:xfrm>
          <a:off x="2324100" y="2663825"/>
          <a:ext cx="987425" cy="690563"/>
        </p:xfrm>
        <a:graphic>
          <a:graphicData uri="http://schemas.openxmlformats.org/presentationml/2006/ole">
            <p:oleObj spid="_x0000_s17411" name="公式" r:id="rId4" imgW="571320" imgH="406080" progId="Equation.3">
              <p:embed/>
            </p:oleObj>
          </a:graphicData>
        </a:graphic>
      </p:graphicFrame>
      <p:graphicFrame>
        <p:nvGraphicFramePr>
          <p:cNvPr id="162823" name="Object 7"/>
          <p:cNvGraphicFramePr>
            <a:graphicFrameLocks noChangeAspect="1"/>
          </p:cNvGraphicFramePr>
          <p:nvPr/>
        </p:nvGraphicFramePr>
        <p:xfrm>
          <a:off x="3332163" y="2663825"/>
          <a:ext cx="790575" cy="690563"/>
        </p:xfrm>
        <a:graphic>
          <a:graphicData uri="http://schemas.openxmlformats.org/presentationml/2006/ole">
            <p:oleObj spid="_x0000_s17412" name="公式" r:id="rId5" imgW="457200" imgH="406080" progId="Equation.3">
              <p:embed/>
            </p:oleObj>
          </a:graphicData>
        </a:graphic>
      </p:graphicFrame>
      <p:graphicFrame>
        <p:nvGraphicFramePr>
          <p:cNvPr id="162824" name="Object 8"/>
          <p:cNvGraphicFramePr>
            <a:graphicFrameLocks noChangeAspect="1"/>
          </p:cNvGraphicFramePr>
          <p:nvPr/>
        </p:nvGraphicFramePr>
        <p:xfrm>
          <a:off x="4211638" y="2844800"/>
          <a:ext cx="744537" cy="301625"/>
        </p:xfrm>
        <a:graphic>
          <a:graphicData uri="http://schemas.openxmlformats.org/presentationml/2006/ole">
            <p:oleObj spid="_x0000_s17413" name="公式" r:id="rId6" imgW="431640" imgH="177480" progId="Equation.3">
              <p:embed/>
            </p:oleObj>
          </a:graphicData>
        </a:graphic>
      </p:graphicFrame>
      <p:graphicFrame>
        <p:nvGraphicFramePr>
          <p:cNvPr id="162825" name="Object 9"/>
          <p:cNvGraphicFramePr>
            <a:graphicFrameLocks noChangeAspect="1"/>
          </p:cNvGraphicFramePr>
          <p:nvPr/>
        </p:nvGraphicFramePr>
        <p:xfrm>
          <a:off x="2190750" y="3608388"/>
          <a:ext cx="2019300" cy="603250"/>
        </p:xfrm>
        <a:graphic>
          <a:graphicData uri="http://schemas.openxmlformats.org/presentationml/2006/ole">
            <p:oleObj spid="_x0000_s17414" name="公式" r:id="rId7" imgW="1168200" imgH="355320" progId="Equation.3">
              <p:embed/>
            </p:oleObj>
          </a:graphicData>
        </a:graphic>
      </p:graphicFrame>
      <p:sp>
        <p:nvSpPr>
          <p:cNvPr id="162826" name="Text Box 10"/>
          <p:cNvSpPr txBox="1">
            <a:spLocks noChangeArrowheads="1"/>
          </p:cNvSpPr>
          <p:nvPr/>
        </p:nvSpPr>
        <p:spPr bwMode="auto">
          <a:xfrm>
            <a:off x="1198563" y="3646488"/>
            <a:ext cx="1123950" cy="457200"/>
          </a:xfrm>
          <a:prstGeom prst="rect">
            <a:avLst/>
          </a:prstGeom>
          <a:noFill/>
          <a:ln w="9525">
            <a:noFill/>
            <a:miter lim="800000"/>
            <a:headEnd/>
            <a:tailEnd/>
          </a:ln>
        </p:spPr>
        <p:txBody>
          <a:bodyPr>
            <a:spAutoFit/>
          </a:bodyPr>
          <a:lstStyle/>
          <a:p>
            <a:pPr algn="just">
              <a:spcBef>
                <a:spcPct val="50000"/>
              </a:spcBef>
            </a:pPr>
            <a:r>
              <a:rPr kumimoji="1" lang="zh-CN" altLang="en-US" sz="2400">
                <a:latin typeface="Times New Roman" pitchFamily="18" charset="0"/>
              </a:rPr>
              <a:t>积分</a:t>
            </a:r>
          </a:p>
        </p:txBody>
      </p:sp>
      <p:sp>
        <p:nvSpPr>
          <p:cNvPr id="162827" name="AutoShape 11"/>
          <p:cNvSpPr>
            <a:spLocks noChangeArrowheads="1"/>
          </p:cNvSpPr>
          <p:nvPr/>
        </p:nvSpPr>
        <p:spPr bwMode="auto">
          <a:xfrm>
            <a:off x="5067300" y="2979738"/>
            <a:ext cx="1933575" cy="92075"/>
          </a:xfrm>
          <a:prstGeom prst="rightArrow">
            <a:avLst>
              <a:gd name="adj1" fmla="val 50000"/>
              <a:gd name="adj2" fmla="val 417375"/>
            </a:avLst>
          </a:prstGeom>
          <a:solidFill>
            <a:srgbClr val="3333FF"/>
          </a:solidFill>
          <a:ln w="9525" algn="ctr">
            <a:solidFill>
              <a:schemeClr val="tx1"/>
            </a:solidFill>
            <a:miter lim="800000"/>
            <a:headEnd/>
            <a:tailEnd/>
          </a:ln>
        </p:spPr>
        <p:txBody>
          <a:bodyPr wrap="none" anchor="ctr"/>
          <a:lstStyle/>
          <a:p>
            <a:endParaRPr lang="zh-CN" altLang="en-US" sz="2400">
              <a:latin typeface="Times New Roman" pitchFamily="18" charset="0"/>
            </a:endParaRPr>
          </a:p>
        </p:txBody>
      </p:sp>
      <p:sp>
        <p:nvSpPr>
          <p:cNvPr id="162828" name="Text Box 12"/>
          <p:cNvSpPr txBox="1">
            <a:spLocks noChangeArrowheads="1"/>
          </p:cNvSpPr>
          <p:nvPr/>
        </p:nvSpPr>
        <p:spPr bwMode="auto">
          <a:xfrm>
            <a:off x="5110163" y="2627313"/>
            <a:ext cx="1890712" cy="461962"/>
          </a:xfrm>
          <a:prstGeom prst="rect">
            <a:avLst/>
          </a:prstGeom>
          <a:noFill/>
          <a:ln w="9525" algn="ctr">
            <a:noFill/>
            <a:miter lim="800000"/>
            <a:headEnd/>
            <a:tailEnd/>
          </a:ln>
        </p:spPr>
        <p:txBody>
          <a:bodyPr>
            <a:spAutoFit/>
          </a:bodyPr>
          <a:lstStyle/>
          <a:p>
            <a:pPr>
              <a:spcBef>
                <a:spcPct val="50000"/>
              </a:spcBef>
            </a:pPr>
            <a:r>
              <a:rPr kumimoji="1" lang="zh-CN" altLang="en-US" sz="2400">
                <a:latin typeface="Times New Roman" pitchFamily="18" charset="0"/>
              </a:rPr>
              <a:t>分离变量</a:t>
            </a:r>
          </a:p>
        </p:txBody>
      </p:sp>
      <p:graphicFrame>
        <p:nvGraphicFramePr>
          <p:cNvPr id="162829" name="Object 13"/>
          <p:cNvGraphicFramePr>
            <a:graphicFrameLocks noChangeAspect="1"/>
          </p:cNvGraphicFramePr>
          <p:nvPr/>
        </p:nvGraphicFramePr>
        <p:xfrm>
          <a:off x="7000875" y="2857500"/>
          <a:ext cx="1511300" cy="301625"/>
        </p:xfrm>
        <a:graphic>
          <a:graphicData uri="http://schemas.openxmlformats.org/presentationml/2006/ole">
            <p:oleObj spid="_x0000_s17415" name="公式" r:id="rId8" imgW="876240" imgH="177480" progId="Equation.3">
              <p:embed/>
            </p:oleObj>
          </a:graphicData>
        </a:graphic>
      </p:graphicFrame>
      <p:sp>
        <p:nvSpPr>
          <p:cNvPr id="162830" name="Text Box 14"/>
          <p:cNvSpPr txBox="1">
            <a:spLocks noChangeArrowheads="1"/>
          </p:cNvSpPr>
          <p:nvPr/>
        </p:nvSpPr>
        <p:spPr bwMode="auto">
          <a:xfrm>
            <a:off x="1376363" y="4554538"/>
            <a:ext cx="1123950" cy="457200"/>
          </a:xfrm>
          <a:prstGeom prst="rect">
            <a:avLst/>
          </a:prstGeom>
          <a:noFill/>
          <a:ln w="9525">
            <a:noFill/>
            <a:miter lim="800000"/>
            <a:headEnd/>
            <a:tailEnd/>
          </a:ln>
        </p:spPr>
        <p:txBody>
          <a:bodyPr>
            <a:spAutoFit/>
          </a:bodyPr>
          <a:lstStyle/>
          <a:p>
            <a:pPr algn="just">
              <a:spcBef>
                <a:spcPct val="50000"/>
              </a:spcBef>
            </a:pPr>
            <a:r>
              <a:rPr kumimoji="1" lang="zh-CN" altLang="en-US" sz="2400">
                <a:latin typeface="Times New Roman" pitchFamily="18" charset="0"/>
              </a:rPr>
              <a:t>得</a:t>
            </a:r>
          </a:p>
        </p:txBody>
      </p:sp>
      <p:graphicFrame>
        <p:nvGraphicFramePr>
          <p:cNvPr id="162831" name="Object 15"/>
          <p:cNvGraphicFramePr>
            <a:graphicFrameLocks noChangeAspect="1"/>
          </p:cNvGraphicFramePr>
          <p:nvPr/>
        </p:nvGraphicFramePr>
        <p:xfrm>
          <a:off x="2141538" y="4449763"/>
          <a:ext cx="1905000" cy="688975"/>
        </p:xfrm>
        <a:graphic>
          <a:graphicData uri="http://schemas.openxmlformats.org/presentationml/2006/ole">
            <p:oleObj spid="_x0000_s17416" name="公式" r:id="rId9" imgW="1104840" imgH="406080" progId="Equation.3">
              <p:embed/>
            </p:oleObj>
          </a:graphicData>
        </a:graphic>
      </p:graphicFrame>
      <p:sp>
        <p:nvSpPr>
          <p:cNvPr id="162832" name="Text Box 16"/>
          <p:cNvSpPr txBox="1">
            <a:spLocks noChangeArrowheads="1"/>
          </p:cNvSpPr>
          <p:nvPr/>
        </p:nvSpPr>
        <p:spPr bwMode="auto">
          <a:xfrm>
            <a:off x="1150938" y="5440363"/>
            <a:ext cx="1123950" cy="457200"/>
          </a:xfrm>
          <a:prstGeom prst="rect">
            <a:avLst/>
          </a:prstGeom>
          <a:noFill/>
          <a:ln w="9525">
            <a:noFill/>
            <a:miter lim="800000"/>
            <a:headEnd/>
            <a:tailEnd/>
          </a:ln>
        </p:spPr>
        <p:txBody>
          <a:bodyPr>
            <a:spAutoFit/>
          </a:bodyPr>
          <a:lstStyle/>
          <a:p>
            <a:pPr algn="just">
              <a:spcBef>
                <a:spcPct val="50000"/>
              </a:spcBef>
            </a:pPr>
            <a:r>
              <a:rPr kumimoji="1" lang="zh-CN" altLang="en-US" sz="2400">
                <a:latin typeface="Times New Roman" pitchFamily="18" charset="0"/>
              </a:rPr>
              <a:t>则</a:t>
            </a:r>
          </a:p>
        </p:txBody>
      </p:sp>
      <p:graphicFrame>
        <p:nvGraphicFramePr>
          <p:cNvPr id="162833" name="Object 17"/>
          <p:cNvGraphicFramePr>
            <a:graphicFrameLocks noChangeAspect="1"/>
          </p:cNvGraphicFramePr>
          <p:nvPr/>
        </p:nvGraphicFramePr>
        <p:xfrm>
          <a:off x="2125663" y="5454650"/>
          <a:ext cx="1576387" cy="495300"/>
        </p:xfrm>
        <a:graphic>
          <a:graphicData uri="http://schemas.openxmlformats.org/presentationml/2006/ole">
            <p:oleObj spid="_x0000_s17417" name="公式" r:id="rId10" imgW="914400" imgH="291960" progId="Equation.3">
              <p:embed/>
            </p:oleObj>
          </a:graphicData>
        </a:graphic>
      </p:graphicFrame>
      <p:graphicFrame>
        <p:nvGraphicFramePr>
          <p:cNvPr id="162834" name="Object 18"/>
          <p:cNvGraphicFramePr>
            <a:graphicFrameLocks noChangeAspect="1"/>
          </p:cNvGraphicFramePr>
          <p:nvPr/>
        </p:nvGraphicFramePr>
        <p:xfrm>
          <a:off x="3671888" y="5427663"/>
          <a:ext cx="1905000" cy="431800"/>
        </p:xfrm>
        <a:graphic>
          <a:graphicData uri="http://schemas.openxmlformats.org/presentationml/2006/ole">
            <p:oleObj spid="_x0000_s17418" name="公式" r:id="rId11" imgW="1104840" imgH="2538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2818"/>
                                        </p:tgtEl>
                                        <p:attrNameLst>
                                          <p:attrName>style.visibility</p:attrName>
                                        </p:attrNameLst>
                                      </p:cBhvr>
                                      <p:to>
                                        <p:strVal val="visible"/>
                                      </p:to>
                                    </p:set>
                                    <p:animEffect transition="in" filter="wipe(left)">
                                      <p:cBhvr>
                                        <p:cTn id="7" dur="1000"/>
                                        <p:tgtEl>
                                          <p:spTgt spid="1628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2819"/>
                                        </p:tgtEl>
                                        <p:attrNameLst>
                                          <p:attrName>style.visibility</p:attrName>
                                        </p:attrNameLst>
                                      </p:cBhvr>
                                      <p:to>
                                        <p:strVal val="visible"/>
                                      </p:to>
                                    </p:set>
                                    <p:animEffect transition="in" filter="wipe(left)">
                                      <p:cBhvr>
                                        <p:cTn id="12" dur="500"/>
                                        <p:tgtEl>
                                          <p:spTgt spid="1628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2820"/>
                                        </p:tgtEl>
                                        <p:attrNameLst>
                                          <p:attrName>style.visibility</p:attrName>
                                        </p:attrNameLst>
                                      </p:cBhvr>
                                      <p:to>
                                        <p:strVal val="visible"/>
                                      </p:to>
                                    </p:set>
                                    <p:animEffect transition="in" filter="wipe(left)">
                                      <p:cBhvr>
                                        <p:cTn id="17" dur="500"/>
                                        <p:tgtEl>
                                          <p:spTgt spid="1628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2821"/>
                                        </p:tgtEl>
                                        <p:attrNameLst>
                                          <p:attrName>style.visibility</p:attrName>
                                        </p:attrNameLst>
                                      </p:cBhvr>
                                      <p:to>
                                        <p:strVal val="visible"/>
                                      </p:to>
                                    </p:set>
                                    <p:animEffect transition="in" filter="wipe(left)">
                                      <p:cBhvr>
                                        <p:cTn id="22" dur="500"/>
                                        <p:tgtEl>
                                          <p:spTgt spid="1628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2822"/>
                                        </p:tgtEl>
                                        <p:attrNameLst>
                                          <p:attrName>style.visibility</p:attrName>
                                        </p:attrNameLst>
                                      </p:cBhvr>
                                      <p:to>
                                        <p:strVal val="visible"/>
                                      </p:to>
                                    </p:set>
                                    <p:animEffect transition="in" filter="wipe(left)">
                                      <p:cBhvr>
                                        <p:cTn id="27" dur="500"/>
                                        <p:tgtEl>
                                          <p:spTgt spid="16282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62823"/>
                                        </p:tgtEl>
                                        <p:attrNameLst>
                                          <p:attrName>style.visibility</p:attrName>
                                        </p:attrNameLst>
                                      </p:cBhvr>
                                      <p:to>
                                        <p:strVal val="visible"/>
                                      </p:to>
                                    </p:set>
                                    <p:animEffect transition="in" filter="wipe(left)">
                                      <p:cBhvr>
                                        <p:cTn id="32" dur="500"/>
                                        <p:tgtEl>
                                          <p:spTgt spid="16282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2824"/>
                                        </p:tgtEl>
                                        <p:attrNameLst>
                                          <p:attrName>style.visibility</p:attrName>
                                        </p:attrNameLst>
                                      </p:cBhvr>
                                      <p:to>
                                        <p:strVal val="visible"/>
                                      </p:to>
                                    </p:set>
                                    <p:animEffect transition="in" filter="wipe(left)">
                                      <p:cBhvr>
                                        <p:cTn id="37" dur="500"/>
                                        <p:tgtEl>
                                          <p:spTgt spid="16282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2827"/>
                                        </p:tgtEl>
                                        <p:attrNameLst>
                                          <p:attrName>style.visibility</p:attrName>
                                        </p:attrNameLst>
                                      </p:cBhvr>
                                      <p:to>
                                        <p:strVal val="visible"/>
                                      </p:to>
                                    </p:set>
                                    <p:animEffect transition="in" filter="wipe(left)">
                                      <p:cBhvr>
                                        <p:cTn id="42" dur="1000"/>
                                        <p:tgtEl>
                                          <p:spTgt spid="162827"/>
                                        </p:tgtEl>
                                      </p:cBhvr>
                                    </p:animEffect>
                                  </p:childTnLst>
                                </p:cTn>
                              </p:par>
                            </p:childTnLst>
                          </p:cTn>
                        </p:par>
                        <p:par>
                          <p:cTn id="43" fill="hold">
                            <p:stCondLst>
                              <p:cond delay="1000"/>
                            </p:stCondLst>
                            <p:childTnLst>
                              <p:par>
                                <p:cTn id="44" presetID="22" presetClass="entr" presetSubtype="8" fill="hold" grpId="0" nodeType="afterEffect">
                                  <p:stCondLst>
                                    <p:cond delay="0"/>
                                  </p:stCondLst>
                                  <p:childTnLst>
                                    <p:set>
                                      <p:cBhvr>
                                        <p:cTn id="45" dur="1" fill="hold">
                                          <p:stCondLst>
                                            <p:cond delay="0"/>
                                          </p:stCondLst>
                                        </p:cTn>
                                        <p:tgtEl>
                                          <p:spTgt spid="162828"/>
                                        </p:tgtEl>
                                        <p:attrNameLst>
                                          <p:attrName>style.visibility</p:attrName>
                                        </p:attrNameLst>
                                      </p:cBhvr>
                                      <p:to>
                                        <p:strVal val="visible"/>
                                      </p:to>
                                    </p:set>
                                    <p:animEffect transition="in" filter="wipe(left)">
                                      <p:cBhvr>
                                        <p:cTn id="46" dur="1000"/>
                                        <p:tgtEl>
                                          <p:spTgt spid="16282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62829"/>
                                        </p:tgtEl>
                                        <p:attrNameLst>
                                          <p:attrName>style.visibility</p:attrName>
                                        </p:attrNameLst>
                                      </p:cBhvr>
                                      <p:to>
                                        <p:strVal val="visible"/>
                                      </p:to>
                                    </p:set>
                                    <p:animEffect transition="in" filter="wipe(left)">
                                      <p:cBhvr>
                                        <p:cTn id="51" dur="500"/>
                                        <p:tgtEl>
                                          <p:spTgt spid="162829"/>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62826"/>
                                        </p:tgtEl>
                                        <p:attrNameLst>
                                          <p:attrName>style.visibility</p:attrName>
                                        </p:attrNameLst>
                                      </p:cBhvr>
                                      <p:to>
                                        <p:strVal val="visible"/>
                                      </p:to>
                                    </p:set>
                                    <p:animEffect transition="in" filter="wipe(left)">
                                      <p:cBhvr>
                                        <p:cTn id="56" dur="500"/>
                                        <p:tgtEl>
                                          <p:spTgt spid="162826"/>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62825"/>
                                        </p:tgtEl>
                                        <p:attrNameLst>
                                          <p:attrName>style.visibility</p:attrName>
                                        </p:attrNameLst>
                                      </p:cBhvr>
                                      <p:to>
                                        <p:strVal val="visible"/>
                                      </p:to>
                                    </p:set>
                                    <p:animEffect transition="in" filter="wipe(left)">
                                      <p:cBhvr>
                                        <p:cTn id="61" dur="500"/>
                                        <p:tgtEl>
                                          <p:spTgt spid="162825"/>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62830"/>
                                        </p:tgtEl>
                                        <p:attrNameLst>
                                          <p:attrName>style.visibility</p:attrName>
                                        </p:attrNameLst>
                                      </p:cBhvr>
                                      <p:to>
                                        <p:strVal val="visible"/>
                                      </p:to>
                                    </p:set>
                                    <p:animEffect transition="in" filter="wipe(left)">
                                      <p:cBhvr>
                                        <p:cTn id="66" dur="500"/>
                                        <p:tgtEl>
                                          <p:spTgt spid="162830"/>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62831"/>
                                        </p:tgtEl>
                                        <p:attrNameLst>
                                          <p:attrName>style.visibility</p:attrName>
                                        </p:attrNameLst>
                                      </p:cBhvr>
                                      <p:to>
                                        <p:strVal val="visible"/>
                                      </p:to>
                                    </p:set>
                                    <p:animEffect transition="in" filter="wipe(left)">
                                      <p:cBhvr>
                                        <p:cTn id="71" dur="500"/>
                                        <p:tgtEl>
                                          <p:spTgt spid="162831"/>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62832"/>
                                        </p:tgtEl>
                                        <p:attrNameLst>
                                          <p:attrName>style.visibility</p:attrName>
                                        </p:attrNameLst>
                                      </p:cBhvr>
                                      <p:to>
                                        <p:strVal val="visible"/>
                                      </p:to>
                                    </p:set>
                                    <p:animEffect transition="in" filter="wipe(left)">
                                      <p:cBhvr>
                                        <p:cTn id="76" dur="500"/>
                                        <p:tgtEl>
                                          <p:spTgt spid="162832"/>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162833"/>
                                        </p:tgtEl>
                                        <p:attrNameLst>
                                          <p:attrName>style.visibility</p:attrName>
                                        </p:attrNameLst>
                                      </p:cBhvr>
                                      <p:to>
                                        <p:strVal val="visible"/>
                                      </p:to>
                                    </p:set>
                                    <p:animEffect transition="in" filter="wipe(left)">
                                      <p:cBhvr>
                                        <p:cTn id="81" dur="500"/>
                                        <p:tgtEl>
                                          <p:spTgt spid="162833"/>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162834"/>
                                        </p:tgtEl>
                                        <p:attrNameLst>
                                          <p:attrName>style.visibility</p:attrName>
                                        </p:attrNameLst>
                                      </p:cBhvr>
                                      <p:to>
                                        <p:strVal val="visible"/>
                                      </p:to>
                                    </p:set>
                                    <p:animEffect transition="in" filter="wipe(left)">
                                      <p:cBhvr>
                                        <p:cTn id="86" dur="500"/>
                                        <p:tgtEl>
                                          <p:spTgt spid="1628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8" grpId="0"/>
      <p:bldP spid="162819" grpId="0"/>
      <p:bldP spid="162820" grpId="0"/>
      <p:bldP spid="162826" grpId="0"/>
      <p:bldP spid="162827" grpId="0" animBg="1"/>
      <p:bldP spid="162828" grpId="0"/>
      <p:bldP spid="162830" grpId="0"/>
      <p:bldP spid="16283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3" name="Text Box 5"/>
          <p:cNvSpPr txBox="1">
            <a:spLocks noChangeArrowheads="1"/>
          </p:cNvSpPr>
          <p:nvPr/>
        </p:nvSpPr>
        <p:spPr bwMode="auto">
          <a:xfrm>
            <a:off x="179388" y="404813"/>
            <a:ext cx="5545137" cy="457200"/>
          </a:xfrm>
          <a:prstGeom prst="rect">
            <a:avLst/>
          </a:prstGeom>
          <a:noFill/>
          <a:ln w="9525" algn="ctr">
            <a:noFill/>
            <a:miter lim="800000"/>
            <a:headEnd type="none" w="sm" len="sm"/>
            <a:tailEnd type="none" w="sm" len="sm"/>
          </a:ln>
        </p:spPr>
        <p:txBody>
          <a:bodyPr>
            <a:spAutoFit/>
          </a:bodyPr>
          <a:lstStyle/>
          <a:p>
            <a:pPr>
              <a:spcBef>
                <a:spcPct val="50000"/>
              </a:spcBef>
            </a:pPr>
            <a:r>
              <a:rPr kumimoji="1" lang="en-US" altLang="zh-CN" sz="2400">
                <a:solidFill>
                  <a:srgbClr val="0000FF"/>
                </a:solidFill>
                <a:latin typeface="Times New Roman" pitchFamily="18" charset="0"/>
              </a:rPr>
              <a:t>1.4.3  </a:t>
            </a:r>
            <a:r>
              <a:rPr kumimoji="1" lang="zh-CN" altLang="en-US" sz="2400">
                <a:solidFill>
                  <a:srgbClr val="0000FF"/>
                </a:solidFill>
                <a:latin typeface="Times New Roman" pitchFamily="18" charset="0"/>
              </a:rPr>
              <a:t>自然坐标系下的曲线运动</a:t>
            </a:r>
          </a:p>
        </p:txBody>
      </p:sp>
      <p:pic>
        <p:nvPicPr>
          <p:cNvPr id="58375" name="Picture 7"/>
          <p:cNvPicPr>
            <a:picLocks noChangeAspect="1" noChangeArrowheads="1"/>
          </p:cNvPicPr>
          <p:nvPr/>
        </p:nvPicPr>
        <p:blipFill>
          <a:blip r:embed="rId4"/>
          <a:srcRect l="28053" t="51271" r="32632"/>
          <a:stretch>
            <a:fillRect/>
          </a:stretch>
        </p:blipFill>
        <p:spPr bwMode="auto">
          <a:xfrm>
            <a:off x="6372225" y="1857375"/>
            <a:ext cx="1512888" cy="1643063"/>
          </a:xfrm>
          <a:prstGeom prst="rect">
            <a:avLst/>
          </a:prstGeom>
          <a:noFill/>
          <a:ln w="9525">
            <a:noFill/>
            <a:miter lim="800000"/>
            <a:headEnd/>
            <a:tailEnd/>
          </a:ln>
        </p:spPr>
      </p:pic>
      <p:grpSp>
        <p:nvGrpSpPr>
          <p:cNvPr id="2" name="Group 8"/>
          <p:cNvGrpSpPr>
            <a:grpSpLocks/>
          </p:cNvGrpSpPr>
          <p:nvPr/>
        </p:nvGrpSpPr>
        <p:grpSpPr bwMode="auto">
          <a:xfrm>
            <a:off x="7091363" y="1497013"/>
            <a:ext cx="792162" cy="1223962"/>
            <a:chOff x="4830" y="754"/>
            <a:chExt cx="499" cy="771"/>
          </a:xfrm>
        </p:grpSpPr>
        <p:sp>
          <p:nvSpPr>
            <p:cNvPr id="18478" name="Oval 9"/>
            <p:cNvSpPr>
              <a:spLocks noChangeArrowheads="1"/>
            </p:cNvSpPr>
            <p:nvPr/>
          </p:nvSpPr>
          <p:spPr bwMode="auto">
            <a:xfrm>
              <a:off x="5193" y="1344"/>
              <a:ext cx="90" cy="90"/>
            </a:xfrm>
            <a:prstGeom prst="ellipse">
              <a:avLst/>
            </a:prstGeom>
            <a:solidFill>
              <a:srgbClr val="FF0000"/>
            </a:solidFill>
            <a:ln w="9525">
              <a:solidFill>
                <a:srgbClr val="FF0000"/>
              </a:solidFill>
              <a:round/>
              <a:headEnd/>
              <a:tailEnd/>
            </a:ln>
          </p:spPr>
          <p:txBody>
            <a:bodyPr wrap="none" anchor="ctr"/>
            <a:lstStyle/>
            <a:p>
              <a:endParaRPr lang="zh-CN" altLang="en-US" sz="2400">
                <a:latin typeface="Times New Roman" pitchFamily="18" charset="0"/>
              </a:endParaRPr>
            </a:p>
          </p:txBody>
        </p:sp>
        <p:sp>
          <p:nvSpPr>
            <p:cNvPr id="18479" name="Line 10"/>
            <p:cNvSpPr>
              <a:spLocks noChangeShapeType="1"/>
            </p:cNvSpPr>
            <p:nvPr/>
          </p:nvSpPr>
          <p:spPr bwMode="auto">
            <a:xfrm flipH="1" flipV="1">
              <a:off x="5057" y="890"/>
              <a:ext cx="181" cy="499"/>
            </a:xfrm>
            <a:prstGeom prst="line">
              <a:avLst/>
            </a:prstGeom>
            <a:noFill/>
            <a:ln w="38100">
              <a:solidFill>
                <a:srgbClr val="FF0000"/>
              </a:solidFill>
              <a:round/>
              <a:headEnd/>
              <a:tailEnd type="stealth" w="med" len="lg"/>
            </a:ln>
          </p:spPr>
          <p:txBody>
            <a:bodyPr/>
            <a:lstStyle/>
            <a:p>
              <a:endParaRPr lang="zh-CN" altLang="en-US"/>
            </a:p>
          </p:txBody>
        </p:sp>
        <p:sp>
          <p:nvSpPr>
            <p:cNvPr id="18480" name="Line 11"/>
            <p:cNvSpPr>
              <a:spLocks noChangeShapeType="1"/>
            </p:cNvSpPr>
            <p:nvPr/>
          </p:nvSpPr>
          <p:spPr bwMode="auto">
            <a:xfrm flipH="1">
              <a:off x="4830" y="1389"/>
              <a:ext cx="408" cy="136"/>
            </a:xfrm>
            <a:prstGeom prst="line">
              <a:avLst/>
            </a:prstGeom>
            <a:noFill/>
            <a:ln w="38100">
              <a:solidFill>
                <a:srgbClr val="FF0000"/>
              </a:solidFill>
              <a:round/>
              <a:headEnd/>
              <a:tailEnd type="stealth" w="med" len="lg"/>
            </a:ln>
          </p:spPr>
          <p:txBody>
            <a:bodyPr/>
            <a:lstStyle/>
            <a:p>
              <a:endParaRPr lang="zh-CN" altLang="en-US"/>
            </a:p>
          </p:txBody>
        </p:sp>
        <p:sp>
          <p:nvSpPr>
            <p:cNvPr id="18481" name="Rectangle 12"/>
            <p:cNvSpPr>
              <a:spLocks noChangeArrowheads="1"/>
            </p:cNvSpPr>
            <p:nvPr/>
          </p:nvSpPr>
          <p:spPr bwMode="auto">
            <a:xfrm rot="-1936539">
              <a:off x="5147" y="1299"/>
              <a:ext cx="91" cy="90"/>
            </a:xfrm>
            <a:prstGeom prst="rect">
              <a:avLst/>
            </a:prstGeom>
            <a:noFill/>
            <a:ln w="28575">
              <a:solidFill>
                <a:srgbClr val="FF0000"/>
              </a:solidFill>
              <a:miter lim="800000"/>
              <a:headEnd/>
              <a:tailEnd/>
            </a:ln>
          </p:spPr>
          <p:txBody>
            <a:bodyPr wrap="none" anchor="ctr"/>
            <a:lstStyle/>
            <a:p>
              <a:endParaRPr lang="zh-CN" altLang="en-US" sz="2400">
                <a:latin typeface="Times New Roman" pitchFamily="18" charset="0"/>
              </a:endParaRPr>
            </a:p>
          </p:txBody>
        </p:sp>
        <p:graphicFrame>
          <p:nvGraphicFramePr>
            <p:cNvPr id="18445" name="Object 13"/>
            <p:cNvGraphicFramePr>
              <a:graphicFrameLocks noChangeAspect="1"/>
            </p:cNvGraphicFramePr>
            <p:nvPr/>
          </p:nvGraphicFramePr>
          <p:xfrm>
            <a:off x="5094" y="754"/>
            <a:ext cx="235" cy="329"/>
          </p:xfrm>
          <a:graphic>
            <a:graphicData uri="http://schemas.openxmlformats.org/presentationml/2006/ole">
              <p:oleObj spid="_x0000_s18445" name="Equation" r:id="rId5" imgW="126720" imgH="177480" progId="Equation.DSMT4">
                <p:embed/>
              </p:oleObj>
            </a:graphicData>
          </a:graphic>
        </p:graphicFrame>
        <p:graphicFrame>
          <p:nvGraphicFramePr>
            <p:cNvPr id="18446" name="Object 14"/>
            <p:cNvGraphicFramePr>
              <a:graphicFrameLocks noChangeAspect="1"/>
            </p:cNvGraphicFramePr>
            <p:nvPr/>
          </p:nvGraphicFramePr>
          <p:xfrm>
            <a:off x="4830" y="1208"/>
            <a:ext cx="203" cy="284"/>
          </p:xfrm>
          <a:graphic>
            <a:graphicData uri="http://schemas.openxmlformats.org/presentationml/2006/ole">
              <p:oleObj spid="_x0000_s18446" name="Equation" r:id="rId6" imgW="126720" imgH="177480" progId="Equation.DSMT4">
                <p:embed/>
              </p:oleObj>
            </a:graphicData>
          </a:graphic>
        </p:graphicFrame>
      </p:grpSp>
      <p:grpSp>
        <p:nvGrpSpPr>
          <p:cNvPr id="3" name="Group 15"/>
          <p:cNvGrpSpPr>
            <a:grpSpLocks/>
          </p:cNvGrpSpPr>
          <p:nvPr/>
        </p:nvGrpSpPr>
        <p:grpSpPr bwMode="auto">
          <a:xfrm>
            <a:off x="755650" y="1858963"/>
            <a:ext cx="1874838" cy="1511300"/>
            <a:chOff x="839" y="982"/>
            <a:chExt cx="1181" cy="952"/>
          </a:xfrm>
        </p:grpSpPr>
        <p:pic>
          <p:nvPicPr>
            <p:cNvPr id="18475" name="Picture 16"/>
            <p:cNvPicPr>
              <a:picLocks noChangeAspect="1" noChangeArrowheads="1"/>
            </p:cNvPicPr>
            <p:nvPr/>
          </p:nvPicPr>
          <p:blipFill>
            <a:blip r:embed="rId4"/>
            <a:srcRect r="55074" b="55179"/>
            <a:stretch>
              <a:fillRect/>
            </a:stretch>
          </p:blipFill>
          <p:spPr bwMode="auto">
            <a:xfrm>
              <a:off x="885" y="982"/>
              <a:ext cx="1089" cy="952"/>
            </a:xfrm>
            <a:prstGeom prst="rect">
              <a:avLst/>
            </a:prstGeom>
            <a:noFill/>
            <a:ln w="9525">
              <a:noFill/>
              <a:miter lim="800000"/>
              <a:headEnd/>
              <a:tailEnd/>
            </a:ln>
          </p:spPr>
        </p:pic>
        <p:sp>
          <p:nvSpPr>
            <p:cNvPr id="18476" name="Line 17"/>
            <p:cNvSpPr>
              <a:spLocks noChangeShapeType="1"/>
            </p:cNvSpPr>
            <p:nvPr/>
          </p:nvSpPr>
          <p:spPr bwMode="auto">
            <a:xfrm>
              <a:off x="839" y="1889"/>
              <a:ext cx="1180" cy="0"/>
            </a:xfrm>
            <a:prstGeom prst="line">
              <a:avLst/>
            </a:prstGeom>
            <a:noFill/>
            <a:ln w="9525">
              <a:solidFill>
                <a:schemeClr val="accent2"/>
              </a:solidFill>
              <a:round/>
              <a:headEnd/>
              <a:tailEnd/>
            </a:ln>
          </p:spPr>
          <p:txBody>
            <a:bodyPr/>
            <a:lstStyle/>
            <a:p>
              <a:endParaRPr lang="zh-CN" altLang="en-US"/>
            </a:p>
          </p:txBody>
        </p:sp>
        <p:sp>
          <p:nvSpPr>
            <p:cNvPr id="18477" name="Line 18"/>
            <p:cNvSpPr>
              <a:spLocks noChangeShapeType="1"/>
            </p:cNvSpPr>
            <p:nvPr/>
          </p:nvSpPr>
          <p:spPr bwMode="auto">
            <a:xfrm>
              <a:off x="840" y="1934"/>
              <a:ext cx="1180" cy="0"/>
            </a:xfrm>
            <a:prstGeom prst="line">
              <a:avLst/>
            </a:prstGeom>
            <a:noFill/>
            <a:ln w="101600">
              <a:pattFill prst="wdUpDiag">
                <a:fgClr>
                  <a:schemeClr val="accent2"/>
                </a:fgClr>
                <a:bgClr>
                  <a:srgbClr val="FFFFFF"/>
                </a:bgClr>
              </a:pattFill>
              <a:round/>
              <a:headEnd/>
              <a:tailEnd/>
            </a:ln>
          </p:spPr>
          <p:txBody>
            <a:bodyPr/>
            <a:lstStyle/>
            <a:p>
              <a:endParaRPr lang="zh-CN" altLang="en-US"/>
            </a:p>
          </p:txBody>
        </p:sp>
      </p:grpSp>
      <p:grpSp>
        <p:nvGrpSpPr>
          <p:cNvPr id="4" name="Group 19"/>
          <p:cNvGrpSpPr>
            <a:grpSpLocks/>
          </p:cNvGrpSpPr>
          <p:nvPr/>
        </p:nvGrpSpPr>
        <p:grpSpPr bwMode="auto">
          <a:xfrm>
            <a:off x="1187450" y="1425575"/>
            <a:ext cx="506413" cy="1819275"/>
            <a:chOff x="1111" y="709"/>
            <a:chExt cx="319" cy="1146"/>
          </a:xfrm>
        </p:grpSpPr>
        <p:sp>
          <p:nvSpPr>
            <p:cNvPr id="18471" name="Oval 20"/>
            <p:cNvSpPr>
              <a:spLocks noChangeArrowheads="1"/>
            </p:cNvSpPr>
            <p:nvPr/>
          </p:nvSpPr>
          <p:spPr bwMode="auto">
            <a:xfrm>
              <a:off x="1113" y="1209"/>
              <a:ext cx="90" cy="90"/>
            </a:xfrm>
            <a:prstGeom prst="ellipse">
              <a:avLst/>
            </a:prstGeom>
            <a:solidFill>
              <a:srgbClr val="FF0000"/>
            </a:solidFill>
            <a:ln w="9525">
              <a:solidFill>
                <a:srgbClr val="FF0000"/>
              </a:solidFill>
              <a:round/>
              <a:headEnd/>
              <a:tailEnd/>
            </a:ln>
          </p:spPr>
          <p:txBody>
            <a:bodyPr wrap="none" anchor="ctr"/>
            <a:lstStyle/>
            <a:p>
              <a:endParaRPr lang="zh-CN" altLang="en-US" sz="2400">
                <a:latin typeface="Times New Roman" pitchFamily="18" charset="0"/>
              </a:endParaRPr>
            </a:p>
          </p:txBody>
        </p:sp>
        <p:sp>
          <p:nvSpPr>
            <p:cNvPr id="18472" name="Line 21"/>
            <p:cNvSpPr>
              <a:spLocks noChangeShapeType="1"/>
            </p:cNvSpPr>
            <p:nvPr/>
          </p:nvSpPr>
          <p:spPr bwMode="auto">
            <a:xfrm flipV="1">
              <a:off x="1158" y="846"/>
              <a:ext cx="272" cy="408"/>
            </a:xfrm>
            <a:prstGeom prst="line">
              <a:avLst/>
            </a:prstGeom>
            <a:noFill/>
            <a:ln w="38100">
              <a:solidFill>
                <a:srgbClr val="FF0000"/>
              </a:solidFill>
              <a:round/>
              <a:headEnd/>
              <a:tailEnd type="stealth" w="med" len="lg"/>
            </a:ln>
          </p:spPr>
          <p:txBody>
            <a:bodyPr/>
            <a:lstStyle/>
            <a:p>
              <a:endParaRPr lang="zh-CN" altLang="en-US"/>
            </a:p>
          </p:txBody>
        </p:sp>
        <p:sp>
          <p:nvSpPr>
            <p:cNvPr id="18473" name="Line 22"/>
            <p:cNvSpPr>
              <a:spLocks noChangeShapeType="1"/>
            </p:cNvSpPr>
            <p:nvPr/>
          </p:nvSpPr>
          <p:spPr bwMode="auto">
            <a:xfrm>
              <a:off x="1158" y="1254"/>
              <a:ext cx="0" cy="408"/>
            </a:xfrm>
            <a:prstGeom prst="line">
              <a:avLst/>
            </a:prstGeom>
            <a:noFill/>
            <a:ln w="38100">
              <a:solidFill>
                <a:srgbClr val="FF0000"/>
              </a:solidFill>
              <a:round/>
              <a:headEnd/>
              <a:tailEnd type="stealth" w="med" len="lg"/>
            </a:ln>
          </p:spPr>
          <p:txBody>
            <a:bodyPr/>
            <a:lstStyle/>
            <a:p>
              <a:endParaRPr lang="zh-CN" altLang="en-US"/>
            </a:p>
          </p:txBody>
        </p:sp>
        <p:sp>
          <p:nvSpPr>
            <p:cNvPr id="18474" name="Freeform 23"/>
            <p:cNvSpPr>
              <a:spLocks/>
            </p:cNvSpPr>
            <p:nvPr/>
          </p:nvSpPr>
          <p:spPr bwMode="auto">
            <a:xfrm>
              <a:off x="1152" y="1163"/>
              <a:ext cx="120" cy="239"/>
            </a:xfrm>
            <a:custGeom>
              <a:avLst/>
              <a:gdLst>
                <a:gd name="T0" fmla="*/ 95 w 120"/>
                <a:gd name="T1" fmla="*/ 0 h 239"/>
                <a:gd name="T2" fmla="*/ 104 w 120"/>
                <a:gd name="T3" fmla="*/ 164 h 239"/>
                <a:gd name="T4" fmla="*/ 0 w 120"/>
                <a:gd name="T5" fmla="*/ 239 h 239"/>
                <a:gd name="T6" fmla="*/ 0 60000 65536"/>
                <a:gd name="T7" fmla="*/ 0 60000 65536"/>
                <a:gd name="T8" fmla="*/ 0 60000 65536"/>
                <a:gd name="T9" fmla="*/ 0 w 120"/>
                <a:gd name="T10" fmla="*/ 0 h 239"/>
                <a:gd name="T11" fmla="*/ 120 w 120"/>
                <a:gd name="T12" fmla="*/ 239 h 239"/>
              </a:gdLst>
              <a:ahLst/>
              <a:cxnLst>
                <a:cxn ang="T6">
                  <a:pos x="T0" y="T1"/>
                </a:cxn>
                <a:cxn ang="T7">
                  <a:pos x="T2" y="T3"/>
                </a:cxn>
                <a:cxn ang="T8">
                  <a:pos x="T4" y="T5"/>
                </a:cxn>
              </a:cxnLst>
              <a:rect l="T9" t="T10" r="T11" b="T12"/>
              <a:pathLst>
                <a:path w="120" h="239">
                  <a:moveTo>
                    <a:pt x="95" y="0"/>
                  </a:moveTo>
                  <a:cubicBezTo>
                    <a:pt x="97" y="27"/>
                    <a:pt x="120" y="124"/>
                    <a:pt x="104" y="164"/>
                  </a:cubicBezTo>
                  <a:cubicBezTo>
                    <a:pt x="88" y="204"/>
                    <a:pt x="22" y="224"/>
                    <a:pt x="0" y="239"/>
                  </a:cubicBezTo>
                </a:path>
              </a:pathLst>
            </a:custGeom>
            <a:noFill/>
            <a:ln w="28575">
              <a:solidFill>
                <a:srgbClr val="FF0000"/>
              </a:solidFill>
              <a:round/>
              <a:headEnd/>
              <a:tailEnd/>
            </a:ln>
          </p:spPr>
          <p:txBody>
            <a:bodyPr/>
            <a:lstStyle/>
            <a:p>
              <a:endParaRPr lang="zh-CN" altLang="en-US" sz="2400">
                <a:latin typeface="Times New Roman" pitchFamily="18" charset="0"/>
              </a:endParaRPr>
            </a:p>
          </p:txBody>
        </p:sp>
        <p:graphicFrame>
          <p:nvGraphicFramePr>
            <p:cNvPr id="18442" name="Object 24"/>
            <p:cNvGraphicFramePr>
              <a:graphicFrameLocks noChangeAspect="1"/>
            </p:cNvGraphicFramePr>
            <p:nvPr/>
          </p:nvGraphicFramePr>
          <p:xfrm>
            <a:off x="1157" y="709"/>
            <a:ext cx="235" cy="329"/>
          </p:xfrm>
          <a:graphic>
            <a:graphicData uri="http://schemas.openxmlformats.org/presentationml/2006/ole">
              <p:oleObj spid="_x0000_s18442" name="Equation" r:id="rId7" imgW="126720" imgH="177480" progId="Equation.DSMT4">
                <p:embed/>
              </p:oleObj>
            </a:graphicData>
          </a:graphic>
        </p:graphicFrame>
        <p:graphicFrame>
          <p:nvGraphicFramePr>
            <p:cNvPr id="18443" name="Object 25"/>
            <p:cNvGraphicFramePr>
              <a:graphicFrameLocks noChangeAspect="1"/>
            </p:cNvGraphicFramePr>
            <p:nvPr/>
          </p:nvGraphicFramePr>
          <p:xfrm>
            <a:off x="1111" y="1571"/>
            <a:ext cx="203" cy="284"/>
          </p:xfrm>
          <a:graphic>
            <a:graphicData uri="http://schemas.openxmlformats.org/presentationml/2006/ole">
              <p:oleObj spid="_x0000_s18443" name="Equation" r:id="rId8" imgW="126720" imgH="177480" progId="Equation.DSMT4">
                <p:embed/>
              </p:oleObj>
            </a:graphicData>
          </a:graphic>
        </p:graphicFrame>
        <p:graphicFrame>
          <p:nvGraphicFramePr>
            <p:cNvPr id="18444" name="Object 26"/>
            <p:cNvGraphicFramePr>
              <a:graphicFrameLocks noChangeAspect="1"/>
            </p:cNvGraphicFramePr>
            <p:nvPr/>
          </p:nvGraphicFramePr>
          <p:xfrm>
            <a:off x="1247" y="1208"/>
            <a:ext cx="170" cy="238"/>
          </p:xfrm>
          <a:graphic>
            <a:graphicData uri="http://schemas.openxmlformats.org/presentationml/2006/ole">
              <p:oleObj spid="_x0000_s18444" name="Equation" r:id="rId9" imgW="126720" imgH="177480" progId="Equation.DSMT4">
                <p:embed/>
              </p:oleObj>
            </a:graphicData>
          </a:graphic>
        </p:graphicFrame>
      </p:grpSp>
      <p:grpSp>
        <p:nvGrpSpPr>
          <p:cNvPr id="5" name="Group 27"/>
          <p:cNvGrpSpPr>
            <a:grpSpLocks/>
          </p:cNvGrpSpPr>
          <p:nvPr/>
        </p:nvGrpSpPr>
        <p:grpSpPr bwMode="auto">
          <a:xfrm>
            <a:off x="3275013" y="1784350"/>
            <a:ext cx="1874837" cy="1512888"/>
            <a:chOff x="2426" y="935"/>
            <a:chExt cx="1181" cy="953"/>
          </a:xfrm>
        </p:grpSpPr>
        <p:pic>
          <p:nvPicPr>
            <p:cNvPr id="18468" name="Picture 28"/>
            <p:cNvPicPr>
              <a:picLocks noChangeAspect="1" noChangeArrowheads="1"/>
            </p:cNvPicPr>
            <p:nvPr/>
          </p:nvPicPr>
          <p:blipFill>
            <a:blip r:embed="rId4"/>
            <a:srcRect r="56972" b="55132"/>
            <a:stretch>
              <a:fillRect/>
            </a:stretch>
          </p:blipFill>
          <p:spPr bwMode="auto">
            <a:xfrm>
              <a:off x="2472" y="935"/>
              <a:ext cx="1043" cy="953"/>
            </a:xfrm>
            <a:prstGeom prst="rect">
              <a:avLst/>
            </a:prstGeom>
            <a:noFill/>
            <a:ln w="9525">
              <a:noFill/>
              <a:miter lim="800000"/>
              <a:headEnd/>
              <a:tailEnd/>
            </a:ln>
          </p:spPr>
        </p:pic>
        <p:sp>
          <p:nvSpPr>
            <p:cNvPr id="18469" name="Line 29"/>
            <p:cNvSpPr>
              <a:spLocks noChangeShapeType="1"/>
            </p:cNvSpPr>
            <p:nvPr/>
          </p:nvSpPr>
          <p:spPr bwMode="auto">
            <a:xfrm>
              <a:off x="2427" y="1887"/>
              <a:ext cx="1180" cy="0"/>
            </a:xfrm>
            <a:prstGeom prst="line">
              <a:avLst/>
            </a:prstGeom>
            <a:noFill/>
            <a:ln w="101600">
              <a:pattFill prst="wdUpDiag">
                <a:fgClr>
                  <a:schemeClr val="accent2"/>
                </a:fgClr>
                <a:bgClr>
                  <a:srgbClr val="FFFFFF"/>
                </a:bgClr>
              </a:pattFill>
              <a:round/>
              <a:headEnd/>
              <a:tailEnd/>
            </a:ln>
          </p:spPr>
          <p:txBody>
            <a:bodyPr/>
            <a:lstStyle/>
            <a:p>
              <a:endParaRPr lang="zh-CN" altLang="en-US"/>
            </a:p>
          </p:txBody>
        </p:sp>
        <p:sp>
          <p:nvSpPr>
            <p:cNvPr id="18470" name="Line 30"/>
            <p:cNvSpPr>
              <a:spLocks noChangeShapeType="1"/>
            </p:cNvSpPr>
            <p:nvPr/>
          </p:nvSpPr>
          <p:spPr bwMode="auto">
            <a:xfrm>
              <a:off x="2426" y="1842"/>
              <a:ext cx="1180" cy="0"/>
            </a:xfrm>
            <a:prstGeom prst="line">
              <a:avLst/>
            </a:prstGeom>
            <a:noFill/>
            <a:ln w="9525">
              <a:solidFill>
                <a:schemeClr val="accent2"/>
              </a:solidFill>
              <a:round/>
              <a:headEnd/>
              <a:tailEnd/>
            </a:ln>
          </p:spPr>
          <p:txBody>
            <a:bodyPr/>
            <a:lstStyle/>
            <a:p>
              <a:endParaRPr lang="zh-CN" altLang="en-US"/>
            </a:p>
          </p:txBody>
        </p:sp>
      </p:grpSp>
      <p:grpSp>
        <p:nvGrpSpPr>
          <p:cNvPr id="6" name="Group 31"/>
          <p:cNvGrpSpPr>
            <a:grpSpLocks/>
          </p:cNvGrpSpPr>
          <p:nvPr/>
        </p:nvGrpSpPr>
        <p:grpSpPr bwMode="auto">
          <a:xfrm>
            <a:off x="4283075" y="2071688"/>
            <a:ext cx="1165225" cy="1152525"/>
            <a:chOff x="3061" y="1116"/>
            <a:chExt cx="734" cy="726"/>
          </a:xfrm>
        </p:grpSpPr>
        <p:sp>
          <p:nvSpPr>
            <p:cNvPr id="18463" name="Oval 32"/>
            <p:cNvSpPr>
              <a:spLocks noChangeArrowheads="1"/>
            </p:cNvSpPr>
            <p:nvPr/>
          </p:nvSpPr>
          <p:spPr bwMode="auto">
            <a:xfrm>
              <a:off x="3243" y="1253"/>
              <a:ext cx="90" cy="90"/>
            </a:xfrm>
            <a:prstGeom prst="ellipse">
              <a:avLst/>
            </a:prstGeom>
            <a:solidFill>
              <a:srgbClr val="FF0000"/>
            </a:solidFill>
            <a:ln w="9525">
              <a:solidFill>
                <a:srgbClr val="FF0000"/>
              </a:solidFill>
              <a:round/>
              <a:headEnd/>
              <a:tailEnd/>
            </a:ln>
          </p:spPr>
          <p:txBody>
            <a:bodyPr wrap="none" anchor="ctr"/>
            <a:lstStyle/>
            <a:p>
              <a:endParaRPr lang="zh-CN" altLang="en-US" sz="2400">
                <a:latin typeface="Times New Roman" pitchFamily="18" charset="0"/>
              </a:endParaRPr>
            </a:p>
          </p:txBody>
        </p:sp>
        <p:sp>
          <p:nvSpPr>
            <p:cNvPr id="18464" name="Line 33"/>
            <p:cNvSpPr>
              <a:spLocks noChangeShapeType="1"/>
            </p:cNvSpPr>
            <p:nvPr/>
          </p:nvSpPr>
          <p:spPr bwMode="auto">
            <a:xfrm>
              <a:off x="3288" y="1298"/>
              <a:ext cx="0" cy="453"/>
            </a:xfrm>
            <a:prstGeom prst="line">
              <a:avLst/>
            </a:prstGeom>
            <a:noFill/>
            <a:ln w="38100">
              <a:solidFill>
                <a:srgbClr val="FF0000"/>
              </a:solidFill>
              <a:round/>
              <a:headEnd/>
              <a:tailEnd type="stealth" w="med" len="lg"/>
            </a:ln>
          </p:spPr>
          <p:txBody>
            <a:bodyPr/>
            <a:lstStyle/>
            <a:p>
              <a:endParaRPr lang="zh-CN" altLang="en-US"/>
            </a:p>
          </p:txBody>
        </p:sp>
        <p:sp>
          <p:nvSpPr>
            <p:cNvPr id="18465" name="Line 34"/>
            <p:cNvSpPr>
              <a:spLocks noChangeShapeType="1"/>
            </p:cNvSpPr>
            <p:nvPr/>
          </p:nvSpPr>
          <p:spPr bwMode="auto">
            <a:xfrm>
              <a:off x="3288" y="1298"/>
              <a:ext cx="318" cy="544"/>
            </a:xfrm>
            <a:prstGeom prst="line">
              <a:avLst/>
            </a:prstGeom>
            <a:noFill/>
            <a:ln w="38100">
              <a:solidFill>
                <a:srgbClr val="FF0000"/>
              </a:solidFill>
              <a:round/>
              <a:headEnd/>
              <a:tailEnd type="stealth" w="med" len="lg"/>
            </a:ln>
          </p:spPr>
          <p:txBody>
            <a:bodyPr/>
            <a:lstStyle/>
            <a:p>
              <a:endParaRPr lang="zh-CN" altLang="en-US"/>
            </a:p>
          </p:txBody>
        </p:sp>
        <p:sp>
          <p:nvSpPr>
            <p:cNvPr id="18466" name="Freeform 35"/>
            <p:cNvSpPr>
              <a:spLocks/>
            </p:cNvSpPr>
            <p:nvPr/>
          </p:nvSpPr>
          <p:spPr bwMode="auto">
            <a:xfrm>
              <a:off x="3288" y="1434"/>
              <a:ext cx="90" cy="79"/>
            </a:xfrm>
            <a:custGeom>
              <a:avLst/>
              <a:gdLst>
                <a:gd name="T0" fmla="*/ 0 w 90"/>
                <a:gd name="T1" fmla="*/ 45 h 79"/>
                <a:gd name="T2" fmla="*/ 69 w 90"/>
                <a:gd name="T3" fmla="*/ 72 h 79"/>
                <a:gd name="T4" fmla="*/ 90 w 90"/>
                <a:gd name="T5" fmla="*/ 0 h 79"/>
                <a:gd name="T6" fmla="*/ 0 60000 65536"/>
                <a:gd name="T7" fmla="*/ 0 60000 65536"/>
                <a:gd name="T8" fmla="*/ 0 60000 65536"/>
                <a:gd name="T9" fmla="*/ 0 w 90"/>
                <a:gd name="T10" fmla="*/ 0 h 79"/>
                <a:gd name="T11" fmla="*/ 90 w 90"/>
                <a:gd name="T12" fmla="*/ 79 h 79"/>
              </a:gdLst>
              <a:ahLst/>
              <a:cxnLst>
                <a:cxn ang="T6">
                  <a:pos x="T0" y="T1"/>
                </a:cxn>
                <a:cxn ang="T7">
                  <a:pos x="T2" y="T3"/>
                </a:cxn>
                <a:cxn ang="T8">
                  <a:pos x="T4" y="T5"/>
                </a:cxn>
              </a:cxnLst>
              <a:rect l="T9" t="T10" r="T11" b="T12"/>
              <a:pathLst>
                <a:path w="90" h="79">
                  <a:moveTo>
                    <a:pt x="0" y="45"/>
                  </a:moveTo>
                  <a:cubicBezTo>
                    <a:pt x="11" y="49"/>
                    <a:pt x="54" y="79"/>
                    <a:pt x="69" y="72"/>
                  </a:cubicBezTo>
                  <a:cubicBezTo>
                    <a:pt x="84" y="65"/>
                    <a:pt x="86" y="15"/>
                    <a:pt x="90" y="0"/>
                  </a:cubicBezTo>
                </a:path>
              </a:pathLst>
            </a:custGeom>
            <a:noFill/>
            <a:ln w="28575">
              <a:solidFill>
                <a:srgbClr val="FF0000"/>
              </a:solidFill>
              <a:round/>
              <a:headEnd/>
              <a:tailEnd/>
            </a:ln>
          </p:spPr>
          <p:txBody>
            <a:bodyPr/>
            <a:lstStyle/>
            <a:p>
              <a:endParaRPr lang="zh-CN" altLang="en-US" sz="2400">
                <a:latin typeface="Times New Roman" pitchFamily="18" charset="0"/>
              </a:endParaRPr>
            </a:p>
          </p:txBody>
        </p:sp>
        <p:graphicFrame>
          <p:nvGraphicFramePr>
            <p:cNvPr id="18439" name="Object 36"/>
            <p:cNvGraphicFramePr>
              <a:graphicFrameLocks noChangeAspect="1"/>
            </p:cNvGraphicFramePr>
            <p:nvPr/>
          </p:nvGraphicFramePr>
          <p:xfrm>
            <a:off x="3560" y="1479"/>
            <a:ext cx="235" cy="329"/>
          </p:xfrm>
          <a:graphic>
            <a:graphicData uri="http://schemas.openxmlformats.org/presentationml/2006/ole">
              <p:oleObj spid="_x0000_s18439" name="Equation" r:id="rId10" imgW="126720" imgH="177480" progId="Equation.DSMT4">
                <p:embed/>
              </p:oleObj>
            </a:graphicData>
          </a:graphic>
        </p:graphicFrame>
        <p:graphicFrame>
          <p:nvGraphicFramePr>
            <p:cNvPr id="18440" name="Object 37"/>
            <p:cNvGraphicFramePr>
              <a:graphicFrameLocks noChangeAspect="1"/>
            </p:cNvGraphicFramePr>
            <p:nvPr/>
          </p:nvGraphicFramePr>
          <p:xfrm>
            <a:off x="3061" y="1479"/>
            <a:ext cx="203" cy="284"/>
          </p:xfrm>
          <a:graphic>
            <a:graphicData uri="http://schemas.openxmlformats.org/presentationml/2006/ole">
              <p:oleObj spid="_x0000_s18440" name="Equation" r:id="rId11" imgW="126720" imgH="177480" progId="Equation.DSMT4">
                <p:embed/>
              </p:oleObj>
            </a:graphicData>
          </a:graphic>
        </p:graphicFrame>
        <p:graphicFrame>
          <p:nvGraphicFramePr>
            <p:cNvPr id="18441" name="Object 38"/>
            <p:cNvGraphicFramePr>
              <a:graphicFrameLocks noChangeAspect="1"/>
            </p:cNvGraphicFramePr>
            <p:nvPr/>
          </p:nvGraphicFramePr>
          <p:xfrm>
            <a:off x="3469" y="1116"/>
            <a:ext cx="170" cy="238"/>
          </p:xfrm>
          <a:graphic>
            <a:graphicData uri="http://schemas.openxmlformats.org/presentationml/2006/ole">
              <p:oleObj spid="_x0000_s18441" name="Equation" r:id="rId12" imgW="126720" imgH="177480" progId="Equation.DSMT4">
                <p:embed/>
              </p:oleObj>
            </a:graphicData>
          </a:graphic>
        </p:graphicFrame>
        <p:sp>
          <p:nvSpPr>
            <p:cNvPr id="18467" name="AutoShape 39"/>
            <p:cNvSpPr>
              <a:spLocks noChangeArrowheads="1"/>
            </p:cNvSpPr>
            <p:nvPr/>
          </p:nvSpPr>
          <p:spPr bwMode="auto">
            <a:xfrm>
              <a:off x="3378" y="1116"/>
              <a:ext cx="318" cy="227"/>
            </a:xfrm>
            <a:prstGeom prst="wedgeEllipseCallout">
              <a:avLst>
                <a:gd name="adj1" fmla="val -56602"/>
                <a:gd name="adj2" fmla="val 124009"/>
              </a:avLst>
            </a:prstGeom>
            <a:noFill/>
            <a:ln w="9525">
              <a:solidFill>
                <a:schemeClr val="tx1"/>
              </a:solidFill>
              <a:miter lim="800000"/>
              <a:headEnd/>
              <a:tailEnd/>
            </a:ln>
          </p:spPr>
          <p:txBody>
            <a:bodyPr/>
            <a:lstStyle/>
            <a:p>
              <a:pPr algn="ctr"/>
              <a:endParaRPr lang="zh-CN" altLang="en-US" sz="2400" b="0">
                <a:latin typeface="Times New Roman" pitchFamily="18" charset="0"/>
              </a:endParaRPr>
            </a:p>
          </p:txBody>
        </p:sp>
      </p:grpSp>
      <p:sp>
        <p:nvSpPr>
          <p:cNvPr id="58408" name="Text Box 40"/>
          <p:cNvSpPr txBox="1">
            <a:spLocks noChangeArrowheads="1"/>
          </p:cNvSpPr>
          <p:nvPr/>
        </p:nvSpPr>
        <p:spPr bwMode="auto">
          <a:xfrm>
            <a:off x="468313" y="914400"/>
            <a:ext cx="8424862" cy="461963"/>
          </a:xfrm>
          <a:prstGeom prst="rect">
            <a:avLst/>
          </a:prstGeom>
          <a:noFill/>
          <a:ln w="9525">
            <a:noFill/>
            <a:miter lim="800000"/>
            <a:headEnd/>
            <a:tailEnd/>
          </a:ln>
        </p:spPr>
        <p:txBody>
          <a:bodyPr>
            <a:spAutoFit/>
          </a:bodyPr>
          <a:lstStyle/>
          <a:p>
            <a:pPr>
              <a:spcBef>
                <a:spcPct val="50000"/>
              </a:spcBef>
            </a:pPr>
            <a:r>
              <a:rPr lang="zh-CN" altLang="en-US" sz="2400">
                <a:latin typeface="Times New Roman" pitchFamily="18" charset="0"/>
              </a:rPr>
              <a:t>质点在作曲线运动时，加速度的方向随时间不断地变化． </a:t>
            </a:r>
          </a:p>
        </p:txBody>
      </p:sp>
      <p:sp>
        <p:nvSpPr>
          <p:cNvPr id="58433" name="Text Box 65"/>
          <p:cNvSpPr txBox="1">
            <a:spLocks noChangeArrowheads="1"/>
          </p:cNvSpPr>
          <p:nvPr/>
        </p:nvSpPr>
        <p:spPr bwMode="auto">
          <a:xfrm>
            <a:off x="179388" y="3789363"/>
            <a:ext cx="3600450" cy="457200"/>
          </a:xfrm>
          <a:prstGeom prst="rect">
            <a:avLst/>
          </a:prstGeom>
          <a:noFill/>
          <a:ln w="9525" algn="ctr">
            <a:noFill/>
            <a:miter lim="800000"/>
            <a:headEnd/>
            <a:tailEnd/>
          </a:ln>
        </p:spPr>
        <p:txBody>
          <a:bodyPr>
            <a:spAutoFit/>
          </a:bodyPr>
          <a:lstStyle/>
          <a:p>
            <a:pPr>
              <a:spcBef>
                <a:spcPct val="50000"/>
              </a:spcBef>
            </a:pPr>
            <a:r>
              <a:rPr lang="zh-CN" altLang="en-US" sz="2400">
                <a:solidFill>
                  <a:srgbClr val="FF6600"/>
                </a:solidFill>
                <a:latin typeface="Times New Roman" pitchFamily="18" charset="0"/>
              </a:rPr>
              <a:t>自然坐标系：      </a:t>
            </a:r>
          </a:p>
        </p:txBody>
      </p:sp>
      <p:sp>
        <p:nvSpPr>
          <p:cNvPr id="58434" name="Text Box 66"/>
          <p:cNvSpPr txBox="1">
            <a:spLocks noChangeArrowheads="1"/>
          </p:cNvSpPr>
          <p:nvPr/>
        </p:nvSpPr>
        <p:spPr bwMode="auto">
          <a:xfrm>
            <a:off x="2051050" y="3789363"/>
            <a:ext cx="6842125" cy="1200150"/>
          </a:xfrm>
          <a:prstGeom prst="rect">
            <a:avLst/>
          </a:prstGeom>
          <a:noFill/>
          <a:ln w="9525" algn="ctr">
            <a:noFill/>
            <a:miter lim="800000"/>
            <a:headEnd/>
            <a:tailEnd/>
          </a:ln>
        </p:spPr>
        <p:txBody>
          <a:bodyPr>
            <a:spAutoFit/>
          </a:bodyPr>
          <a:lstStyle/>
          <a:p>
            <a:pPr>
              <a:spcBef>
                <a:spcPct val="50000"/>
              </a:spcBef>
            </a:pPr>
            <a:r>
              <a:rPr lang="zh-CN" altLang="en-US" sz="2400">
                <a:latin typeface="Times New Roman" pitchFamily="18" charset="0"/>
              </a:rPr>
              <a:t>将质点运动的轨迹曲线作为一维坐标的轴线，质点的位置可用它离轨迹上</a:t>
            </a:r>
            <a:r>
              <a:rPr lang="zh-CN" altLang="en-US" sz="2400">
                <a:solidFill>
                  <a:srgbClr val="FF6600"/>
                </a:solidFill>
                <a:latin typeface="Times New Roman" pitchFamily="18" charset="0"/>
              </a:rPr>
              <a:t>某定点 </a:t>
            </a:r>
            <a:r>
              <a:rPr lang="en-US" altLang="zh-CN" sz="2400" i="1">
                <a:solidFill>
                  <a:srgbClr val="FF6600"/>
                </a:solidFill>
                <a:latin typeface="Times New Roman" pitchFamily="18" charset="0"/>
              </a:rPr>
              <a:t>O </a:t>
            </a:r>
            <a:r>
              <a:rPr lang="zh-CN" altLang="en-US" sz="2400">
                <a:latin typeface="Times New Roman" pitchFamily="18" charset="0"/>
              </a:rPr>
              <a:t>的</a:t>
            </a:r>
            <a:r>
              <a:rPr lang="zh-CN" altLang="en-US" sz="2400">
                <a:solidFill>
                  <a:srgbClr val="FF6600"/>
                </a:solidFill>
                <a:latin typeface="Times New Roman" pitchFamily="18" charset="0"/>
              </a:rPr>
              <a:t>曲线长度 </a:t>
            </a:r>
            <a:r>
              <a:rPr lang="en-US" altLang="zh-CN" sz="2400" i="1">
                <a:solidFill>
                  <a:srgbClr val="FF6600"/>
                </a:solidFill>
                <a:latin typeface="Times New Roman" pitchFamily="18" charset="0"/>
              </a:rPr>
              <a:t>s </a:t>
            </a:r>
            <a:r>
              <a:rPr lang="zh-CN" altLang="en-US" sz="2400">
                <a:latin typeface="Times New Roman" pitchFamily="18" charset="0"/>
              </a:rPr>
              <a:t>来表示。 </a:t>
            </a:r>
          </a:p>
        </p:txBody>
      </p:sp>
      <p:sp>
        <p:nvSpPr>
          <p:cNvPr id="58435" name="Freeform 67"/>
          <p:cNvSpPr>
            <a:spLocks/>
          </p:cNvSpPr>
          <p:nvPr/>
        </p:nvSpPr>
        <p:spPr bwMode="auto">
          <a:xfrm>
            <a:off x="4346575" y="4713288"/>
            <a:ext cx="4329113" cy="1668462"/>
          </a:xfrm>
          <a:custGeom>
            <a:avLst/>
            <a:gdLst>
              <a:gd name="T0" fmla="*/ 2147483647 w 2727"/>
              <a:gd name="T1" fmla="*/ 52922472 h 1051"/>
              <a:gd name="T2" fmla="*/ 2147483647 w 2727"/>
              <a:gd name="T3" fmla="*/ 259575201 h 1051"/>
              <a:gd name="T4" fmla="*/ 2147483647 w 2727"/>
              <a:gd name="T5" fmla="*/ 1086186117 h 1051"/>
              <a:gd name="T6" fmla="*/ 2147483647 w 2727"/>
              <a:gd name="T7" fmla="*/ 1943038984 h 1051"/>
              <a:gd name="T8" fmla="*/ 2147483647 w 2727"/>
              <a:gd name="T9" fmla="*/ 2069046700 h 1051"/>
              <a:gd name="T10" fmla="*/ 2147483647 w 2727"/>
              <a:gd name="T11" fmla="*/ 2147483647 h 1051"/>
              <a:gd name="T12" fmla="*/ 2147483647 w 2727"/>
              <a:gd name="T13" fmla="*/ 2147483647 h 1051"/>
              <a:gd name="T14" fmla="*/ 2147483647 w 2727"/>
              <a:gd name="T15" fmla="*/ 2147483647 h 1051"/>
              <a:gd name="T16" fmla="*/ 2147483647 w 2727"/>
              <a:gd name="T17" fmla="*/ 2147483647 h 1051"/>
              <a:gd name="T18" fmla="*/ 2026205927 w 2727"/>
              <a:gd name="T19" fmla="*/ 2147483647 h 1051"/>
              <a:gd name="T20" fmla="*/ 1633061251 w 2727"/>
              <a:gd name="T21" fmla="*/ 2119449786 h 1051"/>
              <a:gd name="T22" fmla="*/ 453628213 w 2727"/>
              <a:gd name="T23" fmla="*/ 2001001739 h 1051"/>
              <a:gd name="T24" fmla="*/ 332660644 w 2727"/>
              <a:gd name="T25" fmla="*/ 1970759888 h 1051"/>
              <a:gd name="T26" fmla="*/ 151209388 w 2727"/>
              <a:gd name="T27" fmla="*/ 1912797132 h 1051"/>
              <a:gd name="T28" fmla="*/ 0 w 2727"/>
              <a:gd name="T29" fmla="*/ 1587697621 h 1051"/>
              <a:gd name="T30" fmla="*/ 211693173 w 2727"/>
              <a:gd name="T31" fmla="*/ 703122461 h 1051"/>
              <a:gd name="T32" fmla="*/ 483870081 w 2727"/>
              <a:gd name="T33" fmla="*/ 438507051 h 1051"/>
              <a:gd name="T34" fmla="*/ 846772691 w 2727"/>
              <a:gd name="T35" fmla="*/ 171370544 h 1051"/>
              <a:gd name="T36" fmla="*/ 1512093780 w 2727"/>
              <a:gd name="T37" fmla="*/ 143648052 h 1051"/>
              <a:gd name="T38" fmla="*/ 1814512854 w 2727"/>
              <a:gd name="T39" fmla="*/ 113406200 h 1051"/>
              <a:gd name="T40" fmla="*/ 2147483647 w 2727"/>
              <a:gd name="T41" fmla="*/ 40322482 h 1051"/>
              <a:gd name="T42" fmla="*/ 2147483647 w 2727"/>
              <a:gd name="T43" fmla="*/ 2519361 h 1051"/>
              <a:gd name="T44" fmla="*/ 2147483647 w 2727"/>
              <a:gd name="T45" fmla="*/ 75604655 h 1051"/>
              <a:gd name="T46" fmla="*/ 2147483647 w 2727"/>
              <a:gd name="T47" fmla="*/ 143648052 h 1051"/>
              <a:gd name="T48" fmla="*/ 2147483647 w 2727"/>
              <a:gd name="T49" fmla="*/ 52922472 h 105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727"/>
              <a:gd name="T76" fmla="*/ 0 h 1051"/>
              <a:gd name="T77" fmla="*/ 2727 w 2727"/>
              <a:gd name="T78" fmla="*/ 1051 h 105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727" h="1051">
                <a:moveTo>
                  <a:pt x="2376" y="21"/>
                </a:moveTo>
                <a:cubicBezTo>
                  <a:pt x="2457" y="35"/>
                  <a:pt x="2524" y="59"/>
                  <a:pt x="2592" y="103"/>
                </a:cubicBezTo>
                <a:cubicBezTo>
                  <a:pt x="2661" y="205"/>
                  <a:pt x="2699" y="311"/>
                  <a:pt x="2724" y="431"/>
                </a:cubicBezTo>
                <a:cubicBezTo>
                  <a:pt x="2714" y="518"/>
                  <a:pt x="2727" y="706"/>
                  <a:pt x="2652" y="771"/>
                </a:cubicBezTo>
                <a:cubicBezTo>
                  <a:pt x="2577" y="834"/>
                  <a:pt x="2614" y="792"/>
                  <a:pt x="2523" y="821"/>
                </a:cubicBezTo>
                <a:cubicBezTo>
                  <a:pt x="2455" y="852"/>
                  <a:pt x="2419" y="833"/>
                  <a:pt x="2307" y="897"/>
                </a:cubicBezTo>
                <a:cubicBezTo>
                  <a:pt x="2195" y="961"/>
                  <a:pt x="2227" y="981"/>
                  <a:pt x="2136" y="1016"/>
                </a:cubicBezTo>
                <a:cubicBezTo>
                  <a:pt x="2045" y="1051"/>
                  <a:pt x="1992" y="1024"/>
                  <a:pt x="1920" y="1028"/>
                </a:cubicBezTo>
                <a:cubicBezTo>
                  <a:pt x="1630" y="1021"/>
                  <a:pt x="1504" y="1012"/>
                  <a:pt x="1260" y="993"/>
                </a:cubicBezTo>
                <a:cubicBezTo>
                  <a:pt x="1111" y="944"/>
                  <a:pt x="960" y="918"/>
                  <a:pt x="804" y="899"/>
                </a:cubicBezTo>
                <a:cubicBezTo>
                  <a:pt x="754" y="883"/>
                  <a:pt x="699" y="851"/>
                  <a:pt x="648" y="841"/>
                </a:cubicBezTo>
                <a:cubicBezTo>
                  <a:pt x="490" y="807"/>
                  <a:pt x="345" y="802"/>
                  <a:pt x="180" y="794"/>
                </a:cubicBezTo>
                <a:cubicBezTo>
                  <a:pt x="164" y="790"/>
                  <a:pt x="148" y="787"/>
                  <a:pt x="132" y="782"/>
                </a:cubicBezTo>
                <a:cubicBezTo>
                  <a:pt x="108" y="775"/>
                  <a:pt x="60" y="759"/>
                  <a:pt x="60" y="759"/>
                </a:cubicBezTo>
                <a:cubicBezTo>
                  <a:pt x="1" y="672"/>
                  <a:pt x="18" y="716"/>
                  <a:pt x="0" y="630"/>
                </a:cubicBezTo>
                <a:cubicBezTo>
                  <a:pt x="12" y="540"/>
                  <a:pt x="10" y="360"/>
                  <a:pt x="84" y="279"/>
                </a:cubicBezTo>
                <a:cubicBezTo>
                  <a:pt x="118" y="242"/>
                  <a:pt x="164" y="215"/>
                  <a:pt x="192" y="174"/>
                </a:cubicBezTo>
                <a:cubicBezTo>
                  <a:pt x="220" y="132"/>
                  <a:pt x="281" y="72"/>
                  <a:pt x="336" y="68"/>
                </a:cubicBezTo>
                <a:cubicBezTo>
                  <a:pt x="424" y="61"/>
                  <a:pt x="512" y="60"/>
                  <a:pt x="600" y="57"/>
                </a:cubicBezTo>
                <a:cubicBezTo>
                  <a:pt x="640" y="53"/>
                  <a:pt x="680" y="52"/>
                  <a:pt x="720" y="45"/>
                </a:cubicBezTo>
                <a:cubicBezTo>
                  <a:pt x="745" y="40"/>
                  <a:pt x="921" y="23"/>
                  <a:pt x="945" y="16"/>
                </a:cubicBezTo>
                <a:cubicBezTo>
                  <a:pt x="1042" y="9"/>
                  <a:pt x="1186" y="0"/>
                  <a:pt x="1302" y="1"/>
                </a:cubicBezTo>
                <a:cubicBezTo>
                  <a:pt x="1418" y="2"/>
                  <a:pt x="1352" y="20"/>
                  <a:pt x="1491" y="30"/>
                </a:cubicBezTo>
                <a:cubicBezTo>
                  <a:pt x="1797" y="114"/>
                  <a:pt x="1884" y="64"/>
                  <a:pt x="2136" y="57"/>
                </a:cubicBezTo>
                <a:cubicBezTo>
                  <a:pt x="2226" y="27"/>
                  <a:pt x="2282" y="21"/>
                  <a:pt x="2376" y="21"/>
                </a:cubicBezTo>
                <a:close/>
              </a:path>
            </a:pathLst>
          </a:custGeom>
          <a:solidFill>
            <a:srgbClr val="33E3C1">
              <a:alpha val="38039"/>
            </a:srgbClr>
          </a:solidFill>
          <a:ln w="9525">
            <a:solidFill>
              <a:schemeClr val="bg1"/>
            </a:solidFill>
            <a:round/>
            <a:headEnd/>
            <a:tailEnd/>
          </a:ln>
        </p:spPr>
        <p:txBody>
          <a:bodyPr wrap="none" anchor="ctr"/>
          <a:lstStyle/>
          <a:p>
            <a:endParaRPr lang="zh-CN" altLang="en-US"/>
          </a:p>
        </p:txBody>
      </p:sp>
      <p:pic>
        <p:nvPicPr>
          <p:cNvPr id="58436" name="Picture 68"/>
          <p:cNvPicPr>
            <a:picLocks noChangeAspect="1" noChangeArrowheads="1"/>
          </p:cNvPicPr>
          <p:nvPr/>
        </p:nvPicPr>
        <p:blipFill>
          <a:blip r:embed="rId13"/>
          <a:srcRect/>
          <a:stretch>
            <a:fillRect/>
          </a:stretch>
        </p:blipFill>
        <p:spPr bwMode="auto">
          <a:xfrm>
            <a:off x="4727575" y="5084763"/>
            <a:ext cx="3779838" cy="785812"/>
          </a:xfrm>
          <a:prstGeom prst="rect">
            <a:avLst/>
          </a:prstGeom>
          <a:noFill/>
          <a:ln w="9525">
            <a:noFill/>
            <a:miter lim="800000"/>
            <a:headEnd/>
            <a:tailEnd/>
          </a:ln>
        </p:spPr>
      </p:pic>
      <p:sp>
        <p:nvSpPr>
          <p:cNvPr id="58437" name="Rectangle 69"/>
          <p:cNvSpPr>
            <a:spLocks noChangeArrowheads="1"/>
          </p:cNvSpPr>
          <p:nvPr/>
        </p:nvSpPr>
        <p:spPr bwMode="auto">
          <a:xfrm>
            <a:off x="6740525" y="5464175"/>
            <a:ext cx="344488" cy="641350"/>
          </a:xfrm>
          <a:prstGeom prst="rect">
            <a:avLst/>
          </a:prstGeom>
          <a:noFill/>
          <a:ln w="9525">
            <a:noFill/>
            <a:miter lim="800000"/>
            <a:headEnd/>
            <a:tailEnd/>
          </a:ln>
        </p:spPr>
        <p:txBody>
          <a:bodyPr wrap="none" anchor="ctr">
            <a:spAutoFit/>
          </a:bodyPr>
          <a:lstStyle/>
          <a:p>
            <a:pPr algn="ctr"/>
            <a:r>
              <a:rPr kumimoji="1" lang="en-US" altLang="zh-CN" sz="3600">
                <a:solidFill>
                  <a:schemeClr val="tx2"/>
                </a:solidFill>
                <a:latin typeface="Times New Roman" pitchFamily="18" charset="0"/>
              </a:rPr>
              <a:t>•</a:t>
            </a:r>
          </a:p>
        </p:txBody>
      </p:sp>
      <p:sp>
        <p:nvSpPr>
          <p:cNvPr id="58438" name="Rectangle 70"/>
          <p:cNvSpPr>
            <a:spLocks noChangeArrowheads="1"/>
          </p:cNvSpPr>
          <p:nvPr/>
        </p:nvSpPr>
        <p:spPr bwMode="auto">
          <a:xfrm>
            <a:off x="5718175" y="4818063"/>
            <a:ext cx="361950" cy="701675"/>
          </a:xfrm>
          <a:prstGeom prst="rect">
            <a:avLst/>
          </a:prstGeom>
          <a:noFill/>
          <a:ln w="9525">
            <a:noFill/>
            <a:miter lim="800000"/>
            <a:headEnd/>
            <a:tailEnd/>
          </a:ln>
        </p:spPr>
        <p:txBody>
          <a:bodyPr wrap="none" anchor="ctr">
            <a:spAutoFit/>
          </a:bodyPr>
          <a:lstStyle/>
          <a:p>
            <a:pPr algn="ctr"/>
            <a:r>
              <a:rPr kumimoji="1" lang="en-US" altLang="zh-CN" sz="4000">
                <a:solidFill>
                  <a:srgbClr val="0000FF"/>
                </a:solidFill>
                <a:latin typeface="Times New Roman" pitchFamily="18" charset="0"/>
              </a:rPr>
              <a:t>•</a:t>
            </a:r>
          </a:p>
        </p:txBody>
      </p:sp>
      <p:sp>
        <p:nvSpPr>
          <p:cNvPr id="58439" name="Line 71"/>
          <p:cNvSpPr>
            <a:spLocks noChangeShapeType="1"/>
          </p:cNvSpPr>
          <p:nvPr/>
        </p:nvSpPr>
        <p:spPr bwMode="auto">
          <a:xfrm>
            <a:off x="6175375" y="5160963"/>
            <a:ext cx="381000" cy="304800"/>
          </a:xfrm>
          <a:prstGeom prst="line">
            <a:avLst/>
          </a:prstGeom>
          <a:noFill/>
          <a:ln w="38100">
            <a:solidFill>
              <a:srgbClr val="CC0099"/>
            </a:solidFill>
            <a:round/>
            <a:headEnd/>
            <a:tailEnd type="triangle" w="med" len="lg"/>
          </a:ln>
        </p:spPr>
        <p:txBody>
          <a:bodyPr wrap="none" anchor="ctr"/>
          <a:lstStyle/>
          <a:p>
            <a:endParaRPr lang="zh-CN" altLang="en-US"/>
          </a:p>
        </p:txBody>
      </p:sp>
      <p:graphicFrame>
        <p:nvGraphicFramePr>
          <p:cNvPr id="58440" name="Object 72"/>
          <p:cNvGraphicFramePr>
            <a:graphicFrameLocks/>
          </p:cNvGraphicFramePr>
          <p:nvPr/>
        </p:nvGraphicFramePr>
        <p:xfrm>
          <a:off x="5651500" y="5286375"/>
          <a:ext cx="215900" cy="280988"/>
        </p:xfrm>
        <a:graphic>
          <a:graphicData uri="http://schemas.openxmlformats.org/presentationml/2006/ole">
            <p:oleObj spid="_x0000_s18434" name="Equation" r:id="rId14" imgW="152280" imgH="177480" progId="Equation.3">
              <p:embed/>
            </p:oleObj>
          </a:graphicData>
        </a:graphic>
      </p:graphicFrame>
      <p:graphicFrame>
        <p:nvGraphicFramePr>
          <p:cNvPr id="58441" name="Object 73"/>
          <p:cNvGraphicFramePr>
            <a:graphicFrameLocks noChangeAspect="1"/>
          </p:cNvGraphicFramePr>
          <p:nvPr/>
        </p:nvGraphicFramePr>
        <p:xfrm>
          <a:off x="6175375" y="5541963"/>
          <a:ext cx="288925" cy="349250"/>
        </p:xfrm>
        <a:graphic>
          <a:graphicData uri="http://schemas.openxmlformats.org/presentationml/2006/ole">
            <p:oleObj spid="_x0000_s18435" name="Equation" r:id="rId15" imgW="126720" imgH="152280" progId="Equation.3">
              <p:embed/>
            </p:oleObj>
          </a:graphicData>
        </a:graphic>
      </p:graphicFrame>
      <p:graphicFrame>
        <p:nvGraphicFramePr>
          <p:cNvPr id="58442" name="Object 74"/>
          <p:cNvGraphicFramePr>
            <a:graphicFrameLocks noChangeAspect="1"/>
          </p:cNvGraphicFramePr>
          <p:nvPr/>
        </p:nvGraphicFramePr>
        <p:xfrm>
          <a:off x="6704013" y="5965825"/>
          <a:ext cx="315912" cy="342900"/>
        </p:xfrm>
        <a:graphic>
          <a:graphicData uri="http://schemas.openxmlformats.org/presentationml/2006/ole">
            <p:oleObj spid="_x0000_s18436" name="Equation" r:id="rId16" imgW="152280" imgH="164880" progId="Equation.3">
              <p:embed/>
            </p:oleObj>
          </a:graphicData>
        </a:graphic>
      </p:graphicFrame>
      <p:graphicFrame>
        <p:nvGraphicFramePr>
          <p:cNvPr id="58443" name="Object 75"/>
          <p:cNvGraphicFramePr>
            <a:graphicFrameLocks noChangeAspect="1"/>
          </p:cNvGraphicFramePr>
          <p:nvPr/>
        </p:nvGraphicFramePr>
        <p:xfrm>
          <a:off x="6572250" y="5164138"/>
          <a:ext cx="441325" cy="530225"/>
        </p:xfrm>
        <a:graphic>
          <a:graphicData uri="http://schemas.openxmlformats.org/presentationml/2006/ole">
            <p:oleObj spid="_x0000_s18437" name="Equation" r:id="rId17" imgW="190440" imgH="228600" progId="Equation.3">
              <p:embed/>
            </p:oleObj>
          </a:graphicData>
        </a:graphic>
      </p:graphicFrame>
      <p:graphicFrame>
        <p:nvGraphicFramePr>
          <p:cNvPr id="58444" name="Object 76"/>
          <p:cNvGraphicFramePr>
            <a:graphicFrameLocks noChangeAspect="1"/>
          </p:cNvGraphicFramePr>
          <p:nvPr/>
        </p:nvGraphicFramePr>
        <p:xfrm>
          <a:off x="1331913" y="5137150"/>
          <a:ext cx="1512887" cy="596900"/>
        </p:xfrm>
        <a:graphic>
          <a:graphicData uri="http://schemas.openxmlformats.org/presentationml/2006/ole">
            <p:oleObj spid="_x0000_s18438" name="公式" r:id="rId18" imgW="507960" imgH="203040" progId="Equation.3">
              <p:embed/>
            </p:oleObj>
          </a:graphicData>
        </a:graphic>
      </p:graphicFrame>
      <p:sp>
        <p:nvSpPr>
          <p:cNvPr id="58445" name="Text Box 77"/>
          <p:cNvSpPr txBox="1">
            <a:spLocks noChangeArrowheads="1"/>
          </p:cNvSpPr>
          <p:nvPr/>
        </p:nvSpPr>
        <p:spPr bwMode="auto">
          <a:xfrm>
            <a:off x="4356100" y="5351463"/>
            <a:ext cx="1439863" cy="396875"/>
          </a:xfrm>
          <a:prstGeom prst="rect">
            <a:avLst/>
          </a:prstGeom>
          <a:noFill/>
          <a:ln w="9525">
            <a:noFill/>
            <a:miter lim="800000"/>
            <a:headEnd/>
            <a:tailEnd/>
          </a:ln>
        </p:spPr>
        <p:txBody>
          <a:bodyPr>
            <a:spAutoFit/>
          </a:bodyPr>
          <a:lstStyle/>
          <a:p>
            <a:pPr>
              <a:spcBef>
                <a:spcPct val="50000"/>
              </a:spcBef>
            </a:pPr>
            <a:r>
              <a:rPr kumimoji="1" lang="zh-CN" altLang="en-US" sz="2000">
                <a:solidFill>
                  <a:srgbClr val="0000FF"/>
                </a:solidFill>
                <a:latin typeface="Times New Roman" pitchFamily="18" charset="0"/>
                <a:ea typeface="楷体_GB2312" pitchFamily="49" charset="-122"/>
              </a:rPr>
              <a:t>参考物</a:t>
            </a:r>
            <a:endParaRPr kumimoji="1" lang="zh-CN" altLang="en-US" sz="2000" b="0">
              <a:solidFill>
                <a:srgbClr val="0000FF"/>
              </a:solidFill>
              <a:latin typeface="Times New Roman" pitchFamily="18"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373"/>
                                        </p:tgtEl>
                                        <p:attrNameLst>
                                          <p:attrName>style.visibility</p:attrName>
                                        </p:attrNameLst>
                                      </p:cBhvr>
                                      <p:to>
                                        <p:strVal val="visible"/>
                                      </p:to>
                                    </p:set>
                                    <p:animEffect transition="in" filter="wipe(left)">
                                      <p:cBhvr>
                                        <p:cTn id="7" dur="1000"/>
                                        <p:tgtEl>
                                          <p:spTgt spid="5837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8408"/>
                                        </p:tgtEl>
                                        <p:attrNameLst>
                                          <p:attrName>style.visibility</p:attrName>
                                        </p:attrNameLst>
                                      </p:cBhvr>
                                      <p:to>
                                        <p:strVal val="visible"/>
                                      </p:to>
                                    </p:set>
                                    <p:animEffect transition="in" filter="wipe(left)">
                                      <p:cBhvr>
                                        <p:cTn id="12" dur="1000"/>
                                        <p:tgtEl>
                                          <p:spTgt spid="5840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ox(out)">
                                      <p:cBhvr>
                                        <p:cTn id="17" dur="1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ox(out)">
                                      <p:cBhvr>
                                        <p:cTn id="22" dur="20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ox(out)">
                                      <p:cBhvr>
                                        <p:cTn id="27" dur="10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ox(out)">
                                      <p:cBhvr>
                                        <p:cTn id="32" dur="2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8375"/>
                                        </p:tgtEl>
                                        <p:attrNameLst>
                                          <p:attrName>style.visibility</p:attrName>
                                        </p:attrNameLst>
                                      </p:cBhvr>
                                      <p:to>
                                        <p:strVal val="visible"/>
                                      </p:to>
                                    </p:set>
                                    <p:animEffect transition="in" filter="wipe(left)">
                                      <p:cBhvr>
                                        <p:cTn id="37" dur="1000"/>
                                        <p:tgtEl>
                                          <p:spTgt spid="58375"/>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box(out)">
                                      <p:cBhvr>
                                        <p:cTn id="42" dur="20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8433"/>
                                        </p:tgtEl>
                                        <p:attrNameLst>
                                          <p:attrName>style.visibility</p:attrName>
                                        </p:attrNameLst>
                                      </p:cBhvr>
                                      <p:to>
                                        <p:strVal val="visible"/>
                                      </p:to>
                                    </p:set>
                                    <p:animEffect transition="in" filter="wipe(left)">
                                      <p:cBhvr>
                                        <p:cTn id="47" dur="1000"/>
                                        <p:tgtEl>
                                          <p:spTgt spid="5843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8434"/>
                                        </p:tgtEl>
                                        <p:attrNameLst>
                                          <p:attrName>style.visibility</p:attrName>
                                        </p:attrNameLst>
                                      </p:cBhvr>
                                      <p:to>
                                        <p:strVal val="visible"/>
                                      </p:to>
                                    </p:set>
                                    <p:animEffect transition="in" filter="wipe(left)">
                                      <p:cBhvr>
                                        <p:cTn id="52" dur="1000"/>
                                        <p:tgtEl>
                                          <p:spTgt spid="58434"/>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58435"/>
                                        </p:tgtEl>
                                        <p:attrNameLst>
                                          <p:attrName>style.visibility</p:attrName>
                                        </p:attrNameLst>
                                      </p:cBhvr>
                                      <p:to>
                                        <p:strVal val="visible"/>
                                      </p:to>
                                    </p:set>
                                    <p:animEffect transition="in" filter="box(out)">
                                      <p:cBhvr>
                                        <p:cTn id="57" dur="500"/>
                                        <p:tgtEl>
                                          <p:spTgt spid="58435"/>
                                        </p:tgtEl>
                                      </p:cBhvr>
                                    </p:animEffect>
                                  </p:childTnLst>
                                </p:cTn>
                              </p:par>
                            </p:childTnLst>
                          </p:cTn>
                        </p:par>
                        <p:par>
                          <p:cTn id="58" fill="hold">
                            <p:stCondLst>
                              <p:cond delay="500"/>
                            </p:stCondLst>
                            <p:childTnLst>
                              <p:par>
                                <p:cTn id="59" presetID="22" presetClass="entr" presetSubtype="8" fill="hold" grpId="0" nodeType="afterEffect">
                                  <p:stCondLst>
                                    <p:cond delay="0"/>
                                  </p:stCondLst>
                                  <p:childTnLst>
                                    <p:set>
                                      <p:cBhvr>
                                        <p:cTn id="60" dur="1" fill="hold">
                                          <p:stCondLst>
                                            <p:cond delay="0"/>
                                          </p:stCondLst>
                                        </p:cTn>
                                        <p:tgtEl>
                                          <p:spTgt spid="58445"/>
                                        </p:tgtEl>
                                        <p:attrNameLst>
                                          <p:attrName>style.visibility</p:attrName>
                                        </p:attrNameLst>
                                      </p:cBhvr>
                                      <p:to>
                                        <p:strVal val="visible"/>
                                      </p:to>
                                    </p:set>
                                    <p:animEffect transition="in" filter="wipe(left)">
                                      <p:cBhvr>
                                        <p:cTn id="61" dur="500"/>
                                        <p:tgtEl>
                                          <p:spTgt spid="58445"/>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58436"/>
                                        </p:tgtEl>
                                        <p:attrNameLst>
                                          <p:attrName>style.visibility</p:attrName>
                                        </p:attrNameLst>
                                      </p:cBhvr>
                                      <p:to>
                                        <p:strVal val="visible"/>
                                      </p:to>
                                    </p:set>
                                    <p:animEffect transition="in" filter="wipe(left)">
                                      <p:cBhvr>
                                        <p:cTn id="66" dur="2000"/>
                                        <p:tgtEl>
                                          <p:spTgt spid="58436"/>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58438"/>
                                        </p:tgtEl>
                                        <p:attrNameLst>
                                          <p:attrName>style.visibility</p:attrName>
                                        </p:attrNameLst>
                                      </p:cBhvr>
                                      <p:to>
                                        <p:strVal val="visible"/>
                                      </p:to>
                                    </p:set>
                                  </p:childTnLst>
                                </p:cTn>
                              </p:par>
                            </p:childTnLst>
                          </p:cTn>
                        </p:par>
                        <p:par>
                          <p:cTn id="71" fill="hold">
                            <p:stCondLst>
                              <p:cond delay="1000"/>
                            </p:stCondLst>
                            <p:childTnLst>
                              <p:par>
                                <p:cTn id="72" presetID="1" presetClass="entr" presetSubtype="0" fill="hold" nodeType="afterEffect">
                                  <p:stCondLst>
                                    <p:cond delay="0"/>
                                  </p:stCondLst>
                                  <p:childTnLst>
                                    <p:set>
                                      <p:cBhvr>
                                        <p:cTn id="73" dur="1" fill="hold">
                                          <p:stCondLst>
                                            <p:cond delay="499"/>
                                          </p:stCondLst>
                                        </p:cTn>
                                        <p:tgtEl>
                                          <p:spTgt spid="58440"/>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58439"/>
                                        </p:tgtEl>
                                        <p:attrNameLst>
                                          <p:attrName>style.visibility</p:attrName>
                                        </p:attrNameLst>
                                      </p:cBhvr>
                                      <p:to>
                                        <p:strVal val="visible"/>
                                      </p:to>
                                    </p:set>
                                    <p:animEffect transition="in" filter="wipe(left)">
                                      <p:cBhvr>
                                        <p:cTn id="78" dur="500"/>
                                        <p:tgtEl>
                                          <p:spTgt spid="58439"/>
                                        </p:tgtEl>
                                      </p:cBhvr>
                                    </p:animEffect>
                                  </p:childTnLst>
                                </p:cTn>
                              </p:par>
                            </p:childTnLst>
                          </p:cTn>
                        </p:par>
                        <p:par>
                          <p:cTn id="79" fill="hold">
                            <p:stCondLst>
                              <p:cond delay="1000"/>
                            </p:stCondLst>
                            <p:childTnLst>
                              <p:par>
                                <p:cTn id="80" presetID="1" presetClass="entr" presetSubtype="0" fill="hold" nodeType="afterEffect">
                                  <p:stCondLst>
                                    <p:cond delay="0"/>
                                  </p:stCondLst>
                                  <p:childTnLst>
                                    <p:set>
                                      <p:cBhvr>
                                        <p:cTn id="81" dur="1" fill="hold">
                                          <p:stCondLst>
                                            <p:cond delay="499"/>
                                          </p:stCondLst>
                                        </p:cTn>
                                        <p:tgtEl>
                                          <p:spTgt spid="58443"/>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499"/>
                                          </p:stCondLst>
                                        </p:cTn>
                                        <p:tgtEl>
                                          <p:spTgt spid="58437"/>
                                        </p:tgtEl>
                                        <p:attrNameLst>
                                          <p:attrName>style.visibility</p:attrName>
                                        </p:attrNameLst>
                                      </p:cBhvr>
                                      <p:to>
                                        <p:strVal val="visible"/>
                                      </p:to>
                                    </p:set>
                                  </p:childTnLst>
                                </p:cTn>
                              </p:par>
                            </p:childTnLst>
                          </p:cTn>
                        </p:par>
                        <p:par>
                          <p:cTn id="86" fill="hold">
                            <p:stCondLst>
                              <p:cond delay="500"/>
                            </p:stCondLst>
                            <p:childTnLst>
                              <p:par>
                                <p:cTn id="87" presetID="1" presetClass="entr" presetSubtype="0" fill="hold" nodeType="afterEffect">
                                  <p:stCondLst>
                                    <p:cond delay="0"/>
                                  </p:stCondLst>
                                  <p:childTnLst>
                                    <p:set>
                                      <p:cBhvr>
                                        <p:cTn id="88" dur="1" fill="hold">
                                          <p:stCondLst>
                                            <p:cond delay="499"/>
                                          </p:stCondLst>
                                        </p:cTn>
                                        <p:tgtEl>
                                          <p:spTgt spid="58442"/>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499"/>
                                          </p:stCondLst>
                                        </p:cTn>
                                        <p:tgtEl>
                                          <p:spTgt spid="58441"/>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23" presetClass="entr" presetSubtype="16" fill="hold" nodeType="clickEffect">
                                  <p:stCondLst>
                                    <p:cond delay="0"/>
                                  </p:stCondLst>
                                  <p:childTnLst>
                                    <p:set>
                                      <p:cBhvr>
                                        <p:cTn id="96" dur="1" fill="hold">
                                          <p:stCondLst>
                                            <p:cond delay="0"/>
                                          </p:stCondLst>
                                        </p:cTn>
                                        <p:tgtEl>
                                          <p:spTgt spid="58444"/>
                                        </p:tgtEl>
                                        <p:attrNameLst>
                                          <p:attrName>style.visibility</p:attrName>
                                        </p:attrNameLst>
                                      </p:cBhvr>
                                      <p:to>
                                        <p:strVal val="visible"/>
                                      </p:to>
                                    </p:set>
                                    <p:anim calcmode="lin" valueType="num">
                                      <p:cBhvr>
                                        <p:cTn id="97" dur="500" fill="hold"/>
                                        <p:tgtEl>
                                          <p:spTgt spid="58444"/>
                                        </p:tgtEl>
                                        <p:attrNameLst>
                                          <p:attrName>ppt_w</p:attrName>
                                        </p:attrNameLst>
                                      </p:cBhvr>
                                      <p:tavLst>
                                        <p:tav tm="0">
                                          <p:val>
                                            <p:fltVal val="0"/>
                                          </p:val>
                                        </p:tav>
                                        <p:tav tm="100000">
                                          <p:val>
                                            <p:strVal val="#ppt_w"/>
                                          </p:val>
                                        </p:tav>
                                      </p:tavLst>
                                    </p:anim>
                                    <p:anim calcmode="lin" valueType="num">
                                      <p:cBhvr>
                                        <p:cTn id="98" dur="500" fill="hold"/>
                                        <p:tgtEl>
                                          <p:spTgt spid="5844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3" grpId="0"/>
      <p:bldP spid="58408" grpId="0"/>
      <p:bldP spid="58433" grpId="0"/>
      <p:bldP spid="58434" grpId="0"/>
      <p:bldP spid="58435" grpId="0" animBg="1"/>
      <p:bldP spid="58437" grpId="0" autoUpdateAnimBg="0"/>
      <p:bldP spid="58438" grpId="0" autoUpdateAnimBg="0"/>
      <p:bldP spid="58439" grpId="0" animBg="1"/>
      <p:bldP spid="58445"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Text Box 2"/>
          <p:cNvSpPr txBox="1">
            <a:spLocks noChangeArrowheads="1"/>
          </p:cNvSpPr>
          <p:nvPr/>
        </p:nvSpPr>
        <p:spPr bwMode="auto">
          <a:xfrm>
            <a:off x="685800" y="423863"/>
            <a:ext cx="7773988" cy="493712"/>
          </a:xfrm>
          <a:prstGeom prst="rect">
            <a:avLst/>
          </a:prstGeom>
          <a:noFill/>
          <a:ln w="9525">
            <a:noFill/>
            <a:miter lim="800000"/>
            <a:headEnd/>
            <a:tailEnd/>
          </a:ln>
        </p:spPr>
        <p:txBody>
          <a:bodyPr>
            <a:spAutoFit/>
          </a:bodyPr>
          <a:lstStyle/>
          <a:p>
            <a:pPr>
              <a:lnSpc>
                <a:spcPct val="120000"/>
              </a:lnSpc>
              <a:spcBef>
                <a:spcPct val="50000"/>
              </a:spcBef>
            </a:pPr>
            <a:r>
              <a:rPr kumimoji="1" lang="zh-CN" altLang="en-US" sz="2400">
                <a:latin typeface="Times New Roman" pitchFamily="18" charset="0"/>
              </a:rPr>
              <a:t>一质点作匀速圆周运动，半径为</a:t>
            </a:r>
            <a:r>
              <a:rPr kumimoji="1" lang="en-US" altLang="zh-CN" sz="2400" i="1">
                <a:solidFill>
                  <a:srgbClr val="FF6600"/>
                </a:solidFill>
                <a:latin typeface="Times New Roman" pitchFamily="18" charset="0"/>
              </a:rPr>
              <a:t>r </a:t>
            </a:r>
            <a:r>
              <a:rPr kumimoji="1" lang="zh-CN" altLang="en-US" sz="2400">
                <a:latin typeface="Times New Roman" pitchFamily="18" charset="0"/>
              </a:rPr>
              <a:t>，角速度为</a:t>
            </a:r>
            <a:r>
              <a:rPr kumimoji="1" lang="zh-CN" altLang="en-US" sz="2400" i="1">
                <a:solidFill>
                  <a:srgbClr val="FF6600"/>
                </a:solidFill>
                <a:latin typeface="Times New Roman" pitchFamily="18" charset="0"/>
                <a:sym typeface="Symbol" pitchFamily="18" charset="2"/>
              </a:rPr>
              <a:t> </a:t>
            </a:r>
            <a:r>
              <a:rPr kumimoji="1" lang="zh-CN" altLang="en-US" sz="2400">
                <a:latin typeface="Times New Roman" pitchFamily="18" charset="0"/>
              </a:rPr>
              <a:t>。</a:t>
            </a:r>
            <a:endParaRPr kumimoji="1" lang="zh-CN" altLang="en-US" sz="2400" b="0">
              <a:latin typeface="Times New Roman" pitchFamily="18" charset="0"/>
            </a:endParaRPr>
          </a:p>
        </p:txBody>
      </p:sp>
      <p:sp>
        <p:nvSpPr>
          <p:cNvPr id="152579" name="Text Box 3"/>
          <p:cNvSpPr txBox="1">
            <a:spLocks noChangeArrowheads="1"/>
          </p:cNvSpPr>
          <p:nvPr/>
        </p:nvSpPr>
        <p:spPr bwMode="auto">
          <a:xfrm>
            <a:off x="685800" y="1724025"/>
            <a:ext cx="4822825" cy="1920875"/>
          </a:xfrm>
          <a:prstGeom prst="rect">
            <a:avLst/>
          </a:prstGeom>
          <a:noFill/>
          <a:ln w="9525">
            <a:noFill/>
            <a:miter lim="800000"/>
            <a:headEnd/>
            <a:tailEnd/>
          </a:ln>
        </p:spPr>
        <p:txBody>
          <a:bodyPr>
            <a:spAutoFit/>
          </a:bodyPr>
          <a:lstStyle/>
          <a:p>
            <a:pPr>
              <a:lnSpc>
                <a:spcPct val="125000"/>
              </a:lnSpc>
            </a:pPr>
            <a:r>
              <a:rPr kumimoji="1" lang="zh-CN" altLang="en-US" sz="2400">
                <a:latin typeface="Times New Roman" pitchFamily="18" charset="0"/>
              </a:rPr>
              <a:t>以圆心</a:t>
            </a:r>
            <a:r>
              <a:rPr kumimoji="1" lang="en-US" altLang="zh-CN" sz="2400" i="1">
                <a:solidFill>
                  <a:srgbClr val="FF6600"/>
                </a:solidFill>
                <a:latin typeface="Times New Roman" pitchFamily="18" charset="0"/>
              </a:rPr>
              <a:t>O </a:t>
            </a:r>
            <a:r>
              <a:rPr kumimoji="1" lang="zh-CN" altLang="en-US" sz="2400">
                <a:latin typeface="Times New Roman" pitchFamily="18" charset="0"/>
              </a:rPr>
              <a:t>为原点。建立直角坐标系</a:t>
            </a:r>
            <a:r>
              <a:rPr kumimoji="1" lang="en-US" altLang="zh-CN" sz="2400" i="1">
                <a:solidFill>
                  <a:srgbClr val="FF6600"/>
                </a:solidFill>
                <a:latin typeface="Times New Roman" pitchFamily="18" charset="0"/>
              </a:rPr>
              <a:t>Oxy</a:t>
            </a:r>
            <a:r>
              <a:rPr kumimoji="1" lang="en-US" altLang="zh-CN" sz="2400">
                <a:solidFill>
                  <a:srgbClr val="FF6600"/>
                </a:solidFill>
                <a:latin typeface="Times New Roman" pitchFamily="18" charset="0"/>
              </a:rPr>
              <a:t> </a:t>
            </a:r>
            <a:r>
              <a:rPr kumimoji="1" lang="zh-CN" altLang="en-US" sz="2400">
                <a:latin typeface="Times New Roman" pitchFamily="18" charset="0"/>
              </a:rPr>
              <a:t>，</a:t>
            </a:r>
            <a:r>
              <a:rPr kumimoji="1" lang="en-US" altLang="zh-CN" sz="2400" i="1">
                <a:solidFill>
                  <a:srgbClr val="FF6600"/>
                </a:solidFill>
                <a:latin typeface="Times New Roman" pitchFamily="18" charset="0"/>
              </a:rPr>
              <a:t>O</a:t>
            </a:r>
            <a:r>
              <a:rPr kumimoji="1" lang="en-US" altLang="zh-CN" sz="2400">
                <a:solidFill>
                  <a:srgbClr val="FF6600"/>
                </a:solidFill>
                <a:latin typeface="Times New Roman" pitchFamily="18" charset="0"/>
                <a:sym typeface="Symbol" pitchFamily="18" charset="2"/>
              </a:rPr>
              <a:t></a:t>
            </a:r>
            <a:r>
              <a:rPr kumimoji="1" lang="zh-CN" altLang="en-US" sz="2400">
                <a:latin typeface="Times New Roman" pitchFamily="18" charset="0"/>
              </a:rPr>
              <a:t>点为起始时刻，设</a:t>
            </a:r>
            <a:r>
              <a:rPr kumimoji="1" lang="en-US" altLang="zh-CN" sz="2400" i="1">
                <a:solidFill>
                  <a:srgbClr val="FF6600"/>
                </a:solidFill>
                <a:latin typeface="Times New Roman" pitchFamily="18" charset="0"/>
              </a:rPr>
              <a:t>t </a:t>
            </a:r>
            <a:r>
              <a:rPr kumimoji="1" lang="zh-CN" altLang="en-US" sz="2400">
                <a:latin typeface="Times New Roman" pitchFamily="18" charset="0"/>
              </a:rPr>
              <a:t>时刻质点位于</a:t>
            </a:r>
            <a:r>
              <a:rPr kumimoji="1" lang="en-US" altLang="zh-CN" sz="2400" i="1">
                <a:solidFill>
                  <a:srgbClr val="FF6600"/>
                </a:solidFill>
                <a:latin typeface="Times New Roman" pitchFamily="18" charset="0"/>
              </a:rPr>
              <a:t>P</a:t>
            </a:r>
            <a:r>
              <a:rPr kumimoji="1" lang="zh-CN" altLang="en-US" sz="2400">
                <a:solidFill>
                  <a:srgbClr val="FF6600"/>
                </a:solidFill>
                <a:latin typeface="Times New Roman" pitchFamily="18" charset="0"/>
              </a:rPr>
              <a:t>（</a:t>
            </a:r>
            <a:r>
              <a:rPr kumimoji="1" lang="en-US" altLang="zh-CN" sz="2400" i="1">
                <a:solidFill>
                  <a:srgbClr val="FF6600"/>
                </a:solidFill>
                <a:latin typeface="Times New Roman" pitchFamily="18" charset="0"/>
              </a:rPr>
              <a:t>x</a:t>
            </a:r>
            <a:r>
              <a:rPr kumimoji="1" lang="en-US" altLang="zh-CN" sz="2400">
                <a:solidFill>
                  <a:srgbClr val="FF6600"/>
                </a:solidFill>
                <a:latin typeface="Times New Roman" pitchFamily="18" charset="0"/>
              </a:rPr>
              <a:t> , </a:t>
            </a:r>
            <a:r>
              <a:rPr kumimoji="1" lang="en-US" altLang="zh-CN" sz="2400" i="1">
                <a:solidFill>
                  <a:srgbClr val="FF6600"/>
                </a:solidFill>
                <a:latin typeface="Times New Roman" pitchFamily="18" charset="0"/>
              </a:rPr>
              <a:t>y</a:t>
            </a:r>
            <a:r>
              <a:rPr kumimoji="1" lang="zh-CN" altLang="en-US" sz="2400">
                <a:solidFill>
                  <a:srgbClr val="FF6600"/>
                </a:solidFill>
                <a:latin typeface="Times New Roman" pitchFamily="18" charset="0"/>
              </a:rPr>
              <a:t>）</a:t>
            </a:r>
            <a:r>
              <a:rPr kumimoji="1" lang="zh-CN" altLang="en-US" sz="2400">
                <a:latin typeface="Times New Roman" pitchFamily="18" charset="0"/>
              </a:rPr>
              <a:t>，用直角坐标表示的质点运动学方程为</a:t>
            </a:r>
          </a:p>
        </p:txBody>
      </p:sp>
      <p:graphicFrame>
        <p:nvGraphicFramePr>
          <p:cNvPr id="152580" name="Object 2"/>
          <p:cNvGraphicFramePr>
            <a:graphicFrameLocks noChangeAspect="1"/>
          </p:cNvGraphicFramePr>
          <p:nvPr/>
        </p:nvGraphicFramePr>
        <p:xfrm>
          <a:off x="1557338" y="3833813"/>
          <a:ext cx="3059112" cy="363537"/>
        </p:xfrm>
        <a:graphic>
          <a:graphicData uri="http://schemas.openxmlformats.org/presentationml/2006/ole">
            <p:oleObj spid="_x0000_s19458" name="公式" r:id="rId3" imgW="1726920" imgH="203040" progId="Equation.3">
              <p:embed/>
            </p:oleObj>
          </a:graphicData>
        </a:graphic>
      </p:graphicFrame>
      <p:graphicFrame>
        <p:nvGraphicFramePr>
          <p:cNvPr id="152581" name="Object 3"/>
          <p:cNvGraphicFramePr>
            <a:graphicFrameLocks noChangeAspect="1"/>
          </p:cNvGraphicFramePr>
          <p:nvPr/>
        </p:nvGraphicFramePr>
        <p:xfrm>
          <a:off x="3357563" y="5859463"/>
          <a:ext cx="1096962" cy="298450"/>
        </p:xfrm>
        <a:graphic>
          <a:graphicData uri="http://schemas.openxmlformats.org/presentationml/2006/ole">
            <p:oleObj spid="_x0000_s19459" name="公式" r:id="rId4" imgW="495000" imgH="164880" progId="Equation.3">
              <p:embed/>
            </p:oleObj>
          </a:graphicData>
        </a:graphic>
      </p:graphicFrame>
      <p:sp>
        <p:nvSpPr>
          <p:cNvPr id="152582" name="Text Box 6"/>
          <p:cNvSpPr txBox="1">
            <a:spLocks noChangeArrowheads="1"/>
          </p:cNvSpPr>
          <p:nvPr/>
        </p:nvSpPr>
        <p:spPr bwMode="auto">
          <a:xfrm>
            <a:off x="708025" y="4343400"/>
            <a:ext cx="3454400" cy="457200"/>
          </a:xfrm>
          <a:prstGeom prst="rect">
            <a:avLst/>
          </a:prstGeom>
          <a:noFill/>
          <a:ln w="9525">
            <a:noFill/>
            <a:miter lim="800000"/>
            <a:headEnd/>
            <a:tailEnd/>
          </a:ln>
        </p:spPr>
        <p:txBody>
          <a:bodyPr>
            <a:spAutoFit/>
          </a:bodyPr>
          <a:lstStyle/>
          <a:p>
            <a:pPr>
              <a:spcBef>
                <a:spcPct val="50000"/>
              </a:spcBef>
            </a:pPr>
            <a:r>
              <a:rPr kumimoji="1" lang="zh-CN" altLang="en-US" sz="2400">
                <a:latin typeface="Times New Roman" pitchFamily="18" charset="0"/>
              </a:rPr>
              <a:t>位矢表示为</a:t>
            </a:r>
          </a:p>
        </p:txBody>
      </p:sp>
      <p:sp>
        <p:nvSpPr>
          <p:cNvPr id="152583" name="Text Box 7"/>
          <p:cNvSpPr txBox="1">
            <a:spLocks noChangeArrowheads="1"/>
          </p:cNvSpPr>
          <p:nvPr/>
        </p:nvSpPr>
        <p:spPr bwMode="auto">
          <a:xfrm>
            <a:off x="708025" y="5734050"/>
            <a:ext cx="2590800" cy="457200"/>
          </a:xfrm>
          <a:prstGeom prst="rect">
            <a:avLst/>
          </a:prstGeom>
          <a:noFill/>
          <a:ln w="9525">
            <a:noFill/>
            <a:miter lim="800000"/>
            <a:headEnd/>
            <a:tailEnd/>
          </a:ln>
        </p:spPr>
        <p:txBody>
          <a:bodyPr>
            <a:spAutoFit/>
          </a:bodyPr>
          <a:lstStyle/>
          <a:p>
            <a:pPr>
              <a:spcBef>
                <a:spcPct val="50000"/>
              </a:spcBef>
            </a:pPr>
            <a:r>
              <a:rPr kumimoji="1" lang="zh-CN" altLang="en-US" sz="2400">
                <a:latin typeface="Times New Roman" pitchFamily="18" charset="0"/>
              </a:rPr>
              <a:t>自然坐标表示为</a:t>
            </a:r>
          </a:p>
        </p:txBody>
      </p:sp>
      <p:sp>
        <p:nvSpPr>
          <p:cNvPr id="152584" name="Oval 8"/>
          <p:cNvSpPr>
            <a:spLocks noChangeArrowheads="1"/>
          </p:cNvSpPr>
          <p:nvPr/>
        </p:nvSpPr>
        <p:spPr bwMode="auto">
          <a:xfrm>
            <a:off x="5546725" y="2809875"/>
            <a:ext cx="2058988" cy="2058988"/>
          </a:xfrm>
          <a:prstGeom prst="ellipse">
            <a:avLst/>
          </a:prstGeom>
          <a:noFill/>
          <a:ln w="38100">
            <a:solidFill>
              <a:schemeClr val="tx2"/>
            </a:solidFill>
            <a:round/>
            <a:headEnd/>
            <a:tailEnd/>
          </a:ln>
        </p:spPr>
        <p:txBody>
          <a:bodyPr wrap="none" anchor="ctr"/>
          <a:lstStyle/>
          <a:p>
            <a:endParaRPr lang="zh-CN" altLang="en-US"/>
          </a:p>
        </p:txBody>
      </p:sp>
      <p:sp>
        <p:nvSpPr>
          <p:cNvPr id="152585" name="Line 9"/>
          <p:cNvSpPr>
            <a:spLocks noChangeShapeType="1"/>
          </p:cNvSpPr>
          <p:nvPr/>
        </p:nvSpPr>
        <p:spPr bwMode="auto">
          <a:xfrm flipV="1">
            <a:off x="6575425" y="1933575"/>
            <a:ext cx="0" cy="1905000"/>
          </a:xfrm>
          <a:prstGeom prst="line">
            <a:avLst/>
          </a:prstGeom>
          <a:noFill/>
          <a:ln w="28575">
            <a:solidFill>
              <a:srgbClr val="0000FF"/>
            </a:solidFill>
            <a:round/>
            <a:headEnd/>
            <a:tailEnd type="triangle" w="med" len="lg"/>
          </a:ln>
        </p:spPr>
        <p:txBody>
          <a:bodyPr wrap="none" anchor="ctr"/>
          <a:lstStyle/>
          <a:p>
            <a:endParaRPr lang="zh-CN" altLang="en-US"/>
          </a:p>
        </p:txBody>
      </p:sp>
      <p:sp>
        <p:nvSpPr>
          <p:cNvPr id="152586" name="Line 10"/>
          <p:cNvSpPr>
            <a:spLocks noChangeShapeType="1"/>
          </p:cNvSpPr>
          <p:nvPr/>
        </p:nvSpPr>
        <p:spPr bwMode="auto">
          <a:xfrm flipV="1">
            <a:off x="6575425" y="3152775"/>
            <a:ext cx="762000" cy="685800"/>
          </a:xfrm>
          <a:prstGeom prst="line">
            <a:avLst/>
          </a:prstGeom>
          <a:noFill/>
          <a:ln w="38100">
            <a:solidFill>
              <a:srgbClr val="990033"/>
            </a:solidFill>
            <a:round/>
            <a:headEnd/>
            <a:tailEnd type="triangle" w="med" len="med"/>
          </a:ln>
        </p:spPr>
        <p:txBody>
          <a:bodyPr wrap="none" anchor="ctr"/>
          <a:lstStyle/>
          <a:p>
            <a:endParaRPr lang="zh-CN" altLang="en-US"/>
          </a:p>
        </p:txBody>
      </p:sp>
      <p:graphicFrame>
        <p:nvGraphicFramePr>
          <p:cNvPr id="152587" name="Object 4"/>
          <p:cNvGraphicFramePr>
            <a:graphicFrameLocks noChangeAspect="1"/>
          </p:cNvGraphicFramePr>
          <p:nvPr/>
        </p:nvGraphicFramePr>
        <p:xfrm>
          <a:off x="8307388" y="3913188"/>
          <a:ext cx="280987" cy="280987"/>
        </p:xfrm>
        <a:graphic>
          <a:graphicData uri="http://schemas.openxmlformats.org/presentationml/2006/ole">
            <p:oleObj spid="_x0000_s19460" name="公式" r:id="rId5" imgW="139680" imgH="139680" progId="Equation.3">
              <p:embed/>
            </p:oleObj>
          </a:graphicData>
        </a:graphic>
      </p:graphicFrame>
      <p:graphicFrame>
        <p:nvGraphicFramePr>
          <p:cNvPr id="152588" name="Object 5"/>
          <p:cNvGraphicFramePr>
            <a:graphicFrameLocks noChangeAspect="1"/>
          </p:cNvGraphicFramePr>
          <p:nvPr/>
        </p:nvGraphicFramePr>
        <p:xfrm>
          <a:off x="6273800" y="1943100"/>
          <a:ext cx="277813" cy="331788"/>
        </p:xfrm>
        <a:graphic>
          <a:graphicData uri="http://schemas.openxmlformats.org/presentationml/2006/ole">
            <p:oleObj spid="_x0000_s19461" name="公式" r:id="rId6" imgW="139680" imgH="164880" progId="Equation.3">
              <p:embed/>
            </p:oleObj>
          </a:graphicData>
        </a:graphic>
      </p:graphicFrame>
      <p:sp>
        <p:nvSpPr>
          <p:cNvPr id="152589" name="Line 13"/>
          <p:cNvSpPr>
            <a:spLocks noChangeShapeType="1"/>
          </p:cNvSpPr>
          <p:nvPr/>
        </p:nvSpPr>
        <p:spPr bwMode="auto">
          <a:xfrm>
            <a:off x="7337425" y="3152775"/>
            <a:ext cx="0" cy="685800"/>
          </a:xfrm>
          <a:prstGeom prst="line">
            <a:avLst/>
          </a:prstGeom>
          <a:noFill/>
          <a:ln w="19050">
            <a:solidFill>
              <a:srgbClr val="990033"/>
            </a:solidFill>
            <a:prstDash val="sysDot"/>
            <a:round/>
            <a:headEnd/>
            <a:tailEnd/>
          </a:ln>
        </p:spPr>
        <p:txBody>
          <a:bodyPr wrap="none" anchor="ctr"/>
          <a:lstStyle/>
          <a:p>
            <a:endParaRPr lang="zh-CN" altLang="en-US"/>
          </a:p>
        </p:txBody>
      </p:sp>
      <p:sp>
        <p:nvSpPr>
          <p:cNvPr id="152590" name="Line 14"/>
          <p:cNvSpPr>
            <a:spLocks noChangeShapeType="1"/>
          </p:cNvSpPr>
          <p:nvPr/>
        </p:nvSpPr>
        <p:spPr bwMode="auto">
          <a:xfrm flipH="1">
            <a:off x="6575425" y="3152775"/>
            <a:ext cx="762000" cy="0"/>
          </a:xfrm>
          <a:prstGeom prst="line">
            <a:avLst/>
          </a:prstGeom>
          <a:noFill/>
          <a:ln w="19050">
            <a:solidFill>
              <a:srgbClr val="990033"/>
            </a:solidFill>
            <a:prstDash val="sysDot"/>
            <a:round/>
            <a:headEnd/>
            <a:tailEnd/>
          </a:ln>
        </p:spPr>
        <p:txBody>
          <a:bodyPr wrap="none" anchor="ctr"/>
          <a:lstStyle/>
          <a:p>
            <a:endParaRPr lang="zh-CN" altLang="en-US"/>
          </a:p>
        </p:txBody>
      </p:sp>
      <p:graphicFrame>
        <p:nvGraphicFramePr>
          <p:cNvPr id="152591" name="Object 6"/>
          <p:cNvGraphicFramePr>
            <a:graphicFrameLocks noChangeAspect="1"/>
          </p:cNvGraphicFramePr>
          <p:nvPr/>
        </p:nvGraphicFramePr>
        <p:xfrm>
          <a:off x="7378700" y="2843213"/>
          <a:ext cx="298450" cy="298450"/>
        </p:xfrm>
        <a:graphic>
          <a:graphicData uri="http://schemas.openxmlformats.org/presentationml/2006/ole">
            <p:oleObj spid="_x0000_s19462" name="公式" r:id="rId7" imgW="164880" imgH="164880" progId="Equation.3">
              <p:embed/>
            </p:oleObj>
          </a:graphicData>
        </a:graphic>
      </p:graphicFrame>
      <p:graphicFrame>
        <p:nvGraphicFramePr>
          <p:cNvPr id="152592" name="Object 7"/>
          <p:cNvGraphicFramePr>
            <a:graphicFrameLocks noChangeAspect="1"/>
          </p:cNvGraphicFramePr>
          <p:nvPr/>
        </p:nvGraphicFramePr>
        <p:xfrm>
          <a:off x="6821488" y="3563938"/>
          <a:ext cx="366712" cy="298450"/>
        </p:xfrm>
        <a:graphic>
          <a:graphicData uri="http://schemas.openxmlformats.org/presentationml/2006/ole">
            <p:oleObj spid="_x0000_s19463" name="公式" r:id="rId8" imgW="203040" imgH="164880" progId="Equation.3">
              <p:embed/>
            </p:oleObj>
          </a:graphicData>
        </a:graphic>
      </p:graphicFrame>
      <p:graphicFrame>
        <p:nvGraphicFramePr>
          <p:cNvPr id="152593" name="Object 8"/>
          <p:cNvGraphicFramePr>
            <a:graphicFrameLocks noChangeAspect="1"/>
          </p:cNvGraphicFramePr>
          <p:nvPr/>
        </p:nvGraphicFramePr>
        <p:xfrm>
          <a:off x="7227888" y="3851275"/>
          <a:ext cx="252412" cy="252413"/>
        </p:xfrm>
        <a:graphic>
          <a:graphicData uri="http://schemas.openxmlformats.org/presentationml/2006/ole">
            <p:oleObj spid="_x0000_s19464" name="公式" r:id="rId9" imgW="139680" imgH="139680" progId="Equation.3">
              <p:embed/>
            </p:oleObj>
          </a:graphicData>
        </a:graphic>
      </p:graphicFrame>
      <p:graphicFrame>
        <p:nvGraphicFramePr>
          <p:cNvPr id="152594" name="Object 9"/>
          <p:cNvGraphicFramePr>
            <a:graphicFrameLocks noChangeAspect="1"/>
          </p:cNvGraphicFramePr>
          <p:nvPr/>
        </p:nvGraphicFramePr>
        <p:xfrm>
          <a:off x="6299200" y="3068638"/>
          <a:ext cx="252413" cy="298450"/>
        </p:xfrm>
        <a:graphic>
          <a:graphicData uri="http://schemas.openxmlformats.org/presentationml/2006/ole">
            <p:oleObj spid="_x0000_s19465" name="公式" r:id="rId10" imgW="139680" imgH="164880" progId="Equation.3">
              <p:embed/>
            </p:oleObj>
          </a:graphicData>
        </a:graphic>
      </p:graphicFrame>
      <p:graphicFrame>
        <p:nvGraphicFramePr>
          <p:cNvPr id="152595" name="Object 10"/>
          <p:cNvGraphicFramePr>
            <a:graphicFrameLocks noChangeAspect="1"/>
          </p:cNvGraphicFramePr>
          <p:nvPr/>
        </p:nvGraphicFramePr>
        <p:xfrm>
          <a:off x="6281738" y="3833813"/>
          <a:ext cx="331787" cy="357187"/>
        </p:xfrm>
        <a:graphic>
          <a:graphicData uri="http://schemas.openxmlformats.org/presentationml/2006/ole">
            <p:oleObj spid="_x0000_s19466" name="公式" r:id="rId11" imgW="164880" imgH="177480" progId="Equation.3">
              <p:embed/>
            </p:oleObj>
          </a:graphicData>
        </a:graphic>
      </p:graphicFrame>
      <p:graphicFrame>
        <p:nvGraphicFramePr>
          <p:cNvPr id="152596" name="Object 11"/>
          <p:cNvGraphicFramePr>
            <a:graphicFrameLocks noChangeAspect="1"/>
          </p:cNvGraphicFramePr>
          <p:nvPr/>
        </p:nvGraphicFramePr>
        <p:xfrm>
          <a:off x="6821488" y="3203575"/>
          <a:ext cx="230187" cy="298450"/>
        </p:xfrm>
        <a:graphic>
          <a:graphicData uri="http://schemas.openxmlformats.org/presentationml/2006/ole">
            <p:oleObj spid="_x0000_s19467" name="公式" r:id="rId12" imgW="126720" imgH="164880" progId="Equation.3">
              <p:embed/>
            </p:oleObj>
          </a:graphicData>
        </a:graphic>
      </p:graphicFrame>
      <p:sp>
        <p:nvSpPr>
          <p:cNvPr id="152597" name="Arc 21"/>
          <p:cNvSpPr>
            <a:spLocks/>
          </p:cNvSpPr>
          <p:nvPr/>
        </p:nvSpPr>
        <p:spPr bwMode="auto">
          <a:xfrm rot="8376906" flipH="1">
            <a:off x="7351713" y="3368675"/>
            <a:ext cx="398462" cy="427038"/>
          </a:xfrm>
          <a:custGeom>
            <a:avLst/>
            <a:gdLst>
              <a:gd name="T0" fmla="*/ 79500630 w 21600"/>
              <a:gd name="T1" fmla="*/ 0 h 17590"/>
              <a:gd name="T2" fmla="*/ 135597935 w 21600"/>
              <a:gd name="T3" fmla="*/ 251690890 h 17590"/>
              <a:gd name="T4" fmla="*/ 0 w 21600"/>
              <a:gd name="T5" fmla="*/ 250374283 h 17590"/>
              <a:gd name="T6" fmla="*/ 0 60000 65536"/>
              <a:gd name="T7" fmla="*/ 0 60000 65536"/>
              <a:gd name="T8" fmla="*/ 0 60000 65536"/>
              <a:gd name="T9" fmla="*/ 0 w 21600"/>
              <a:gd name="T10" fmla="*/ 0 h 17590"/>
              <a:gd name="T11" fmla="*/ 21600 w 21600"/>
              <a:gd name="T12" fmla="*/ 17590 h 17590"/>
            </a:gdLst>
            <a:ahLst/>
            <a:cxnLst>
              <a:cxn ang="T6">
                <a:pos x="T0" y="T1"/>
              </a:cxn>
              <a:cxn ang="T7">
                <a:pos x="T2" y="T3"/>
              </a:cxn>
              <a:cxn ang="T8">
                <a:pos x="T4" y="T5"/>
              </a:cxn>
            </a:cxnLst>
            <a:rect l="T9" t="T10" r="T11" b="T12"/>
            <a:pathLst>
              <a:path w="21600" h="17590" fill="none" extrusionOk="0">
                <a:moveTo>
                  <a:pt x="12664" y="-1"/>
                </a:moveTo>
                <a:cubicBezTo>
                  <a:pt x="18276" y="4061"/>
                  <a:pt x="21600" y="10569"/>
                  <a:pt x="21600" y="17498"/>
                </a:cubicBezTo>
                <a:cubicBezTo>
                  <a:pt x="21600" y="17528"/>
                  <a:pt x="21599" y="17559"/>
                  <a:pt x="21599" y="17589"/>
                </a:cubicBezTo>
              </a:path>
              <a:path w="21600" h="17590" stroke="0" extrusionOk="0">
                <a:moveTo>
                  <a:pt x="12664" y="-1"/>
                </a:moveTo>
                <a:cubicBezTo>
                  <a:pt x="18276" y="4061"/>
                  <a:pt x="21600" y="10569"/>
                  <a:pt x="21600" y="17498"/>
                </a:cubicBezTo>
                <a:cubicBezTo>
                  <a:pt x="21600" y="17528"/>
                  <a:pt x="21599" y="17559"/>
                  <a:pt x="21599" y="17589"/>
                </a:cubicBezTo>
                <a:lnTo>
                  <a:pt x="0" y="17498"/>
                </a:lnTo>
                <a:close/>
              </a:path>
            </a:pathLst>
          </a:custGeom>
          <a:noFill/>
          <a:ln w="28575">
            <a:solidFill>
              <a:srgbClr val="990033"/>
            </a:solidFill>
            <a:round/>
            <a:headEnd/>
            <a:tailEnd type="triangle" w="med" len="med"/>
          </a:ln>
        </p:spPr>
        <p:txBody>
          <a:bodyPr wrap="none" anchor="ctr"/>
          <a:lstStyle/>
          <a:p>
            <a:endParaRPr lang="zh-CN" altLang="en-US"/>
          </a:p>
        </p:txBody>
      </p:sp>
      <p:graphicFrame>
        <p:nvGraphicFramePr>
          <p:cNvPr id="152598" name="Object 12"/>
          <p:cNvGraphicFramePr>
            <a:graphicFrameLocks noChangeAspect="1"/>
          </p:cNvGraphicFramePr>
          <p:nvPr/>
        </p:nvGraphicFramePr>
        <p:xfrm>
          <a:off x="7337425" y="3435350"/>
          <a:ext cx="204788" cy="252413"/>
        </p:xfrm>
        <a:graphic>
          <a:graphicData uri="http://schemas.openxmlformats.org/presentationml/2006/ole">
            <p:oleObj spid="_x0000_s19468" name="公式" r:id="rId13" imgW="114120" imgH="139680" progId="Equation.3">
              <p:embed/>
            </p:oleObj>
          </a:graphicData>
        </a:graphic>
      </p:graphicFrame>
      <p:sp>
        <p:nvSpPr>
          <p:cNvPr id="152599" name="Line 23"/>
          <p:cNvSpPr>
            <a:spLocks noChangeShapeType="1"/>
          </p:cNvSpPr>
          <p:nvPr/>
        </p:nvSpPr>
        <p:spPr bwMode="auto">
          <a:xfrm>
            <a:off x="6575425" y="3859213"/>
            <a:ext cx="1981200" cy="0"/>
          </a:xfrm>
          <a:prstGeom prst="line">
            <a:avLst/>
          </a:prstGeom>
          <a:noFill/>
          <a:ln w="28575">
            <a:solidFill>
              <a:srgbClr val="0000FF"/>
            </a:solidFill>
            <a:round/>
            <a:headEnd/>
            <a:tailEnd type="triangle" w="med" len="lg"/>
          </a:ln>
        </p:spPr>
        <p:txBody>
          <a:bodyPr wrap="none" anchor="ctr"/>
          <a:lstStyle/>
          <a:p>
            <a:endParaRPr lang="zh-CN" altLang="en-US"/>
          </a:p>
        </p:txBody>
      </p:sp>
      <p:sp>
        <p:nvSpPr>
          <p:cNvPr id="152600" name="Rectangle 24"/>
          <p:cNvSpPr>
            <a:spLocks noChangeArrowheads="1"/>
          </p:cNvSpPr>
          <p:nvPr/>
        </p:nvSpPr>
        <p:spPr bwMode="auto">
          <a:xfrm>
            <a:off x="161925" y="450850"/>
            <a:ext cx="492125" cy="457200"/>
          </a:xfrm>
          <a:prstGeom prst="rect">
            <a:avLst/>
          </a:prstGeom>
          <a:noFill/>
          <a:ln w="9525">
            <a:noFill/>
            <a:miter lim="800000"/>
            <a:headEnd/>
            <a:tailEnd/>
          </a:ln>
        </p:spPr>
        <p:txBody>
          <a:bodyPr wrap="none" anchor="ctr">
            <a:spAutoFit/>
          </a:bodyPr>
          <a:lstStyle/>
          <a:p>
            <a:pPr algn="ctr"/>
            <a:r>
              <a:rPr kumimoji="1" lang="zh-CN" altLang="en-US" sz="2400">
                <a:solidFill>
                  <a:srgbClr val="FF0000"/>
                </a:solidFill>
                <a:latin typeface="Times New Roman" pitchFamily="18" charset="0"/>
              </a:rPr>
              <a:t>例</a:t>
            </a:r>
          </a:p>
        </p:txBody>
      </p:sp>
      <p:sp>
        <p:nvSpPr>
          <p:cNvPr id="152601" name="Rectangle 25"/>
          <p:cNvSpPr>
            <a:spLocks noChangeArrowheads="1"/>
          </p:cNvSpPr>
          <p:nvPr/>
        </p:nvSpPr>
        <p:spPr bwMode="auto">
          <a:xfrm>
            <a:off x="161925" y="1801813"/>
            <a:ext cx="492125" cy="457200"/>
          </a:xfrm>
          <a:prstGeom prst="rect">
            <a:avLst/>
          </a:prstGeom>
          <a:noFill/>
          <a:ln w="9525">
            <a:noFill/>
            <a:miter lim="800000"/>
            <a:headEnd/>
            <a:tailEnd/>
          </a:ln>
        </p:spPr>
        <p:txBody>
          <a:bodyPr wrap="none" anchor="ctr">
            <a:spAutoFit/>
          </a:bodyPr>
          <a:lstStyle/>
          <a:p>
            <a:pPr algn="ctr"/>
            <a:r>
              <a:rPr kumimoji="1" lang="zh-CN" altLang="en-US" sz="2400">
                <a:solidFill>
                  <a:srgbClr val="FF0000"/>
                </a:solidFill>
                <a:latin typeface="Times New Roman" pitchFamily="18" charset="0"/>
              </a:rPr>
              <a:t>解</a:t>
            </a:r>
          </a:p>
        </p:txBody>
      </p:sp>
      <p:graphicFrame>
        <p:nvGraphicFramePr>
          <p:cNvPr id="152602" name="Object 13"/>
          <p:cNvGraphicFramePr>
            <a:graphicFrameLocks noChangeAspect="1"/>
          </p:cNvGraphicFramePr>
          <p:nvPr/>
        </p:nvGraphicFramePr>
        <p:xfrm>
          <a:off x="7024688" y="2432050"/>
          <a:ext cx="273050" cy="252413"/>
        </p:xfrm>
        <a:graphic>
          <a:graphicData uri="http://schemas.openxmlformats.org/presentationml/2006/ole">
            <p:oleObj spid="_x0000_s19469" name="公式" r:id="rId14" imgW="152280" imgH="139680" progId="Equation.3">
              <p:embed/>
            </p:oleObj>
          </a:graphicData>
        </a:graphic>
      </p:graphicFrame>
      <p:graphicFrame>
        <p:nvGraphicFramePr>
          <p:cNvPr id="152603" name="Object 14"/>
          <p:cNvGraphicFramePr>
            <a:graphicFrameLocks noChangeAspect="1"/>
          </p:cNvGraphicFramePr>
          <p:nvPr/>
        </p:nvGraphicFramePr>
        <p:xfrm>
          <a:off x="7205663" y="2963863"/>
          <a:ext cx="261937" cy="292100"/>
        </p:xfrm>
        <a:graphic>
          <a:graphicData uri="http://schemas.openxmlformats.org/presentationml/2006/ole">
            <p:oleObj spid="_x0000_s19470" name="Equation" r:id="rId15" imgW="114120" imgH="126720" progId="Equation.3">
              <p:embed/>
            </p:oleObj>
          </a:graphicData>
        </a:graphic>
      </p:graphicFrame>
      <p:graphicFrame>
        <p:nvGraphicFramePr>
          <p:cNvPr id="152604" name="Object 15"/>
          <p:cNvGraphicFramePr>
            <a:graphicFrameLocks noChangeAspect="1"/>
          </p:cNvGraphicFramePr>
          <p:nvPr/>
        </p:nvGraphicFramePr>
        <p:xfrm>
          <a:off x="7586663" y="2790825"/>
          <a:ext cx="712787" cy="368300"/>
        </p:xfrm>
        <a:graphic>
          <a:graphicData uri="http://schemas.openxmlformats.org/presentationml/2006/ole">
            <p:oleObj spid="_x0000_s19471" name="公式" r:id="rId16" imgW="393480" imgH="203040" progId="Equation.3">
              <p:embed/>
            </p:oleObj>
          </a:graphicData>
        </a:graphic>
      </p:graphicFrame>
      <p:sp>
        <p:nvSpPr>
          <p:cNvPr id="152605" name="Arc 29"/>
          <p:cNvSpPr>
            <a:spLocks/>
          </p:cNvSpPr>
          <p:nvPr/>
        </p:nvSpPr>
        <p:spPr bwMode="auto">
          <a:xfrm rot="4918070" flipH="1">
            <a:off x="6651625" y="2660650"/>
            <a:ext cx="711200" cy="654050"/>
          </a:xfrm>
          <a:custGeom>
            <a:avLst/>
            <a:gdLst>
              <a:gd name="T0" fmla="*/ 439020202 w 21411"/>
              <a:gd name="T1" fmla="*/ 0 h 17974"/>
              <a:gd name="T2" fmla="*/ 784695496 w 21411"/>
              <a:gd name="T3" fmla="*/ 728727099 h 17974"/>
              <a:gd name="T4" fmla="*/ 0 w 21411"/>
              <a:gd name="T5" fmla="*/ 866050321 h 17974"/>
              <a:gd name="T6" fmla="*/ 0 60000 65536"/>
              <a:gd name="T7" fmla="*/ 0 60000 65536"/>
              <a:gd name="T8" fmla="*/ 0 60000 65536"/>
              <a:gd name="T9" fmla="*/ 0 w 21411"/>
              <a:gd name="T10" fmla="*/ 0 h 17974"/>
              <a:gd name="T11" fmla="*/ 21411 w 21411"/>
              <a:gd name="T12" fmla="*/ 17974 h 17974"/>
            </a:gdLst>
            <a:ahLst/>
            <a:cxnLst>
              <a:cxn ang="T6">
                <a:pos x="T0" y="T1"/>
              </a:cxn>
              <a:cxn ang="T7">
                <a:pos x="T2" y="T3"/>
              </a:cxn>
              <a:cxn ang="T8">
                <a:pos x="T4" y="T5"/>
              </a:cxn>
            </a:cxnLst>
            <a:rect l="T9" t="T10" r="T11" b="T12"/>
            <a:pathLst>
              <a:path w="21411" h="17974" fill="none" extrusionOk="0">
                <a:moveTo>
                  <a:pt x="11978" y="0"/>
                </a:moveTo>
                <a:cubicBezTo>
                  <a:pt x="17153" y="3448"/>
                  <a:pt x="20590" y="8959"/>
                  <a:pt x="21411" y="15123"/>
                </a:cubicBezTo>
              </a:path>
              <a:path w="21411" h="17974" stroke="0" extrusionOk="0">
                <a:moveTo>
                  <a:pt x="11978" y="0"/>
                </a:moveTo>
                <a:cubicBezTo>
                  <a:pt x="17153" y="3448"/>
                  <a:pt x="20590" y="8959"/>
                  <a:pt x="21411" y="15123"/>
                </a:cubicBezTo>
                <a:lnTo>
                  <a:pt x="0" y="17974"/>
                </a:lnTo>
                <a:close/>
              </a:path>
            </a:pathLst>
          </a:custGeom>
          <a:noFill/>
          <a:ln w="28575">
            <a:solidFill>
              <a:srgbClr val="990033"/>
            </a:solidFill>
            <a:round/>
            <a:headEnd/>
            <a:tailEnd type="triangle" w="med" len="med"/>
          </a:ln>
        </p:spPr>
        <p:txBody>
          <a:bodyPr wrap="none" anchor="ctr"/>
          <a:lstStyle/>
          <a:p>
            <a:endParaRPr lang="zh-CN" altLang="en-US"/>
          </a:p>
        </p:txBody>
      </p:sp>
      <p:graphicFrame>
        <p:nvGraphicFramePr>
          <p:cNvPr id="152606" name="Object 16"/>
          <p:cNvGraphicFramePr>
            <a:graphicFrameLocks noChangeAspect="1"/>
          </p:cNvGraphicFramePr>
          <p:nvPr/>
        </p:nvGraphicFramePr>
        <p:xfrm>
          <a:off x="7632700" y="3924300"/>
          <a:ext cx="346075" cy="320675"/>
        </p:xfrm>
        <a:graphic>
          <a:graphicData uri="http://schemas.openxmlformats.org/presentationml/2006/ole">
            <p:oleObj spid="_x0000_s19472" name="公式" r:id="rId17" imgW="190440" imgH="177480" progId="Equation.3">
              <p:embed/>
            </p:oleObj>
          </a:graphicData>
        </a:graphic>
      </p:graphicFrame>
      <p:graphicFrame>
        <p:nvGraphicFramePr>
          <p:cNvPr id="152607" name="Object 17"/>
          <p:cNvGraphicFramePr>
            <a:graphicFrameLocks noChangeAspect="1"/>
          </p:cNvGraphicFramePr>
          <p:nvPr/>
        </p:nvGraphicFramePr>
        <p:xfrm>
          <a:off x="6477000" y="3725863"/>
          <a:ext cx="204788" cy="228600"/>
        </p:xfrm>
        <a:graphic>
          <a:graphicData uri="http://schemas.openxmlformats.org/presentationml/2006/ole">
            <p:oleObj spid="_x0000_s19473" name="Equation" r:id="rId18" imgW="114120" imgH="126720" progId="Equation.3">
              <p:embed/>
            </p:oleObj>
          </a:graphicData>
        </a:graphic>
      </p:graphicFrame>
      <p:graphicFrame>
        <p:nvGraphicFramePr>
          <p:cNvPr id="152608" name="Object 18"/>
          <p:cNvGraphicFramePr>
            <a:graphicFrameLocks noChangeAspect="1"/>
          </p:cNvGraphicFramePr>
          <p:nvPr/>
        </p:nvGraphicFramePr>
        <p:xfrm>
          <a:off x="7532688" y="3762375"/>
          <a:ext cx="173037" cy="192088"/>
        </p:xfrm>
        <a:graphic>
          <a:graphicData uri="http://schemas.openxmlformats.org/presentationml/2006/ole">
            <p:oleObj spid="_x0000_s19474" name="Equation" r:id="rId19" imgW="114120" imgH="126720" progId="Equation.3">
              <p:embed/>
            </p:oleObj>
          </a:graphicData>
        </a:graphic>
      </p:graphicFrame>
      <p:graphicFrame>
        <p:nvGraphicFramePr>
          <p:cNvPr id="152609" name="Object 19"/>
          <p:cNvGraphicFramePr>
            <a:graphicFrameLocks noChangeAspect="1"/>
          </p:cNvGraphicFramePr>
          <p:nvPr/>
        </p:nvGraphicFramePr>
        <p:xfrm>
          <a:off x="1557338" y="4914900"/>
          <a:ext cx="4052887" cy="434975"/>
        </p:xfrm>
        <a:graphic>
          <a:graphicData uri="http://schemas.openxmlformats.org/presentationml/2006/ole">
            <p:oleObj spid="_x0000_s19475" name="公式" r:id="rId20" imgW="2044440" imgH="241200" progId="Equation.3">
              <p:embed/>
            </p:oleObj>
          </a:graphicData>
        </a:graphic>
      </p:graphicFrame>
      <p:sp>
        <p:nvSpPr>
          <p:cNvPr id="152610" name="Rectangle 34"/>
          <p:cNvSpPr>
            <a:spLocks noChangeArrowheads="1"/>
          </p:cNvSpPr>
          <p:nvPr/>
        </p:nvSpPr>
        <p:spPr bwMode="auto">
          <a:xfrm>
            <a:off x="161925" y="1100138"/>
            <a:ext cx="492125" cy="457200"/>
          </a:xfrm>
          <a:prstGeom prst="rect">
            <a:avLst/>
          </a:prstGeom>
          <a:noFill/>
          <a:ln w="9525">
            <a:noFill/>
            <a:miter lim="800000"/>
            <a:headEnd/>
            <a:tailEnd/>
          </a:ln>
        </p:spPr>
        <p:txBody>
          <a:bodyPr wrap="none" anchor="ctr">
            <a:spAutoFit/>
          </a:bodyPr>
          <a:lstStyle/>
          <a:p>
            <a:pPr algn="ctr"/>
            <a:r>
              <a:rPr kumimoji="1" lang="zh-CN" altLang="en-US" sz="2400">
                <a:solidFill>
                  <a:srgbClr val="FF0000"/>
                </a:solidFill>
                <a:latin typeface="Times New Roman" pitchFamily="18" charset="0"/>
              </a:rPr>
              <a:t>求</a:t>
            </a:r>
          </a:p>
        </p:txBody>
      </p:sp>
      <p:sp>
        <p:nvSpPr>
          <p:cNvPr id="152611" name="Rectangle 35"/>
          <p:cNvSpPr>
            <a:spLocks noChangeArrowheads="1"/>
          </p:cNvSpPr>
          <p:nvPr/>
        </p:nvSpPr>
        <p:spPr bwMode="auto">
          <a:xfrm>
            <a:off x="704850" y="1100138"/>
            <a:ext cx="8097838" cy="457200"/>
          </a:xfrm>
          <a:prstGeom prst="rect">
            <a:avLst/>
          </a:prstGeom>
          <a:noFill/>
          <a:ln w="9525">
            <a:noFill/>
            <a:miter lim="800000"/>
            <a:headEnd/>
            <a:tailEnd/>
          </a:ln>
        </p:spPr>
        <p:txBody>
          <a:bodyPr anchor="ctr">
            <a:spAutoFit/>
          </a:bodyPr>
          <a:lstStyle/>
          <a:p>
            <a:r>
              <a:rPr kumimoji="1" lang="zh-CN" altLang="en-US" sz="2400">
                <a:latin typeface="Times New Roman" pitchFamily="18" charset="0"/>
              </a:rPr>
              <a:t>用直角坐标、位矢、自然坐标表示的质点运动学方程。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26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52578">
                                            <p:txEl>
                                              <p:pRg st="0" end="0"/>
                                            </p:txEl>
                                          </p:spTgt>
                                        </p:tgtEl>
                                        <p:attrNameLst>
                                          <p:attrName>style.visibility</p:attrName>
                                        </p:attrNameLst>
                                      </p:cBhvr>
                                      <p:to>
                                        <p:strVal val="visible"/>
                                      </p:to>
                                    </p:set>
                                    <p:animEffect transition="in" filter="wipe(left)">
                                      <p:cBhvr>
                                        <p:cTn id="11" dur="500"/>
                                        <p:tgtEl>
                                          <p:spTgt spid="152578">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499"/>
                                          </p:stCondLst>
                                        </p:cTn>
                                        <p:tgtEl>
                                          <p:spTgt spid="152603"/>
                                        </p:tgtEl>
                                        <p:attrNameLst>
                                          <p:attrName>style.visibility</p:attrName>
                                        </p:attrNameLst>
                                      </p:cBhvr>
                                      <p:to>
                                        <p:strVal val="visible"/>
                                      </p:to>
                                    </p:set>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499"/>
                                          </p:stCondLst>
                                        </p:cTn>
                                        <p:tgtEl>
                                          <p:spTgt spid="15259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52584"/>
                                        </p:tgtEl>
                                        <p:attrNameLst>
                                          <p:attrName>style.visibility</p:attrName>
                                        </p:attrNameLst>
                                      </p:cBhvr>
                                      <p:to>
                                        <p:strVal val="visible"/>
                                      </p:to>
                                    </p:set>
                                    <p:anim calcmode="lin" valueType="num">
                                      <p:cBhvr>
                                        <p:cTn id="23" dur="500" fill="hold"/>
                                        <p:tgtEl>
                                          <p:spTgt spid="152584"/>
                                        </p:tgtEl>
                                        <p:attrNameLst>
                                          <p:attrName>ppt_w</p:attrName>
                                        </p:attrNameLst>
                                      </p:cBhvr>
                                      <p:tavLst>
                                        <p:tav tm="0">
                                          <p:val>
                                            <p:fltVal val="0"/>
                                          </p:val>
                                        </p:tav>
                                        <p:tav tm="100000">
                                          <p:val>
                                            <p:strVal val="#ppt_w"/>
                                          </p:val>
                                        </p:tav>
                                      </p:tavLst>
                                    </p:anim>
                                    <p:anim calcmode="lin" valueType="num">
                                      <p:cBhvr>
                                        <p:cTn id="24" dur="500" fill="hold"/>
                                        <p:tgtEl>
                                          <p:spTgt spid="152584"/>
                                        </p:tgtEl>
                                        <p:attrNameLst>
                                          <p:attrName>ppt_h</p:attrName>
                                        </p:attrNameLst>
                                      </p:cBhvr>
                                      <p:tavLst>
                                        <p:tav tm="0">
                                          <p:val>
                                            <p:fltVal val="0"/>
                                          </p:val>
                                        </p:tav>
                                        <p:tav tm="100000">
                                          <p:val>
                                            <p:strVal val="#ppt_h"/>
                                          </p:val>
                                        </p:tav>
                                      </p:tavLst>
                                    </p:anim>
                                  </p:childTnLst>
                                </p:cTn>
                              </p:par>
                            </p:childTnLst>
                          </p:cTn>
                        </p:par>
                        <p:par>
                          <p:cTn id="25" fill="hold">
                            <p:stCondLst>
                              <p:cond delay="500"/>
                            </p:stCondLst>
                            <p:childTnLst>
                              <p:par>
                                <p:cTn id="26" presetID="1" presetClass="entr" presetSubtype="0" fill="hold" nodeType="afterEffect">
                                  <p:stCondLst>
                                    <p:cond delay="0"/>
                                  </p:stCondLst>
                                  <p:childTnLst>
                                    <p:set>
                                      <p:cBhvr>
                                        <p:cTn id="27" dur="1" fill="hold">
                                          <p:stCondLst>
                                            <p:cond delay="499"/>
                                          </p:stCondLst>
                                        </p:cTn>
                                        <p:tgtEl>
                                          <p:spTgt spid="152607"/>
                                        </p:tgtEl>
                                        <p:attrNameLst>
                                          <p:attrName>style.visibility</p:attrName>
                                        </p:attrNameLst>
                                      </p:cBhvr>
                                      <p:to>
                                        <p:strVal val="visible"/>
                                      </p:to>
                                    </p:set>
                                  </p:childTnLst>
                                </p:cTn>
                              </p:par>
                            </p:childTnLst>
                          </p:cTn>
                        </p:par>
                        <p:par>
                          <p:cTn id="28" fill="hold">
                            <p:stCondLst>
                              <p:cond delay="1000"/>
                            </p:stCondLst>
                            <p:childTnLst>
                              <p:par>
                                <p:cTn id="29" presetID="1" presetClass="entr" presetSubtype="0" fill="hold" nodeType="afterEffect">
                                  <p:stCondLst>
                                    <p:cond delay="0"/>
                                  </p:stCondLst>
                                  <p:childTnLst>
                                    <p:set>
                                      <p:cBhvr>
                                        <p:cTn id="30" dur="1" fill="hold">
                                          <p:stCondLst>
                                            <p:cond delay="499"/>
                                          </p:stCondLst>
                                        </p:cTn>
                                        <p:tgtEl>
                                          <p:spTgt spid="15259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52586"/>
                                        </p:tgtEl>
                                        <p:attrNameLst>
                                          <p:attrName>style.visibility</p:attrName>
                                        </p:attrNameLst>
                                      </p:cBhvr>
                                      <p:to>
                                        <p:strVal val="visible"/>
                                      </p:to>
                                    </p:set>
                                    <p:animEffect transition="in" filter="wipe(left)">
                                      <p:cBhvr>
                                        <p:cTn id="35" dur="500"/>
                                        <p:tgtEl>
                                          <p:spTgt spid="152586"/>
                                        </p:tgtEl>
                                      </p:cBhvr>
                                    </p:animEffect>
                                  </p:childTnLst>
                                </p:cTn>
                              </p:par>
                            </p:childTnLst>
                          </p:cTn>
                        </p:par>
                        <p:par>
                          <p:cTn id="36" fill="hold">
                            <p:stCondLst>
                              <p:cond delay="500"/>
                            </p:stCondLst>
                            <p:childTnLst>
                              <p:par>
                                <p:cTn id="37" presetID="1" presetClass="entr" presetSubtype="0" fill="hold" nodeType="afterEffect">
                                  <p:stCondLst>
                                    <p:cond delay="0"/>
                                  </p:stCondLst>
                                  <p:childTnLst>
                                    <p:set>
                                      <p:cBhvr>
                                        <p:cTn id="38" dur="1" fill="hold">
                                          <p:stCondLst>
                                            <p:cond delay="499"/>
                                          </p:stCondLst>
                                        </p:cTn>
                                        <p:tgtEl>
                                          <p:spTgt spid="15259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52605"/>
                                        </p:tgtEl>
                                        <p:attrNameLst>
                                          <p:attrName>style.visibility</p:attrName>
                                        </p:attrNameLst>
                                      </p:cBhvr>
                                      <p:to>
                                        <p:strVal val="visible"/>
                                      </p:to>
                                    </p:set>
                                  </p:childTnLst>
                                </p:cTn>
                              </p:par>
                            </p:childTnLst>
                          </p:cTn>
                        </p:par>
                        <p:par>
                          <p:cTn id="43" fill="hold">
                            <p:stCondLst>
                              <p:cond delay="500"/>
                            </p:stCondLst>
                            <p:childTnLst>
                              <p:par>
                                <p:cTn id="44" presetID="1" presetClass="entr" presetSubtype="0" fill="hold" nodeType="afterEffect">
                                  <p:stCondLst>
                                    <p:cond delay="0"/>
                                  </p:stCondLst>
                                  <p:childTnLst>
                                    <p:set>
                                      <p:cBhvr>
                                        <p:cTn id="45" dur="1" fill="hold">
                                          <p:stCondLst>
                                            <p:cond delay="499"/>
                                          </p:stCondLst>
                                        </p:cTn>
                                        <p:tgtEl>
                                          <p:spTgt spid="15260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52610">
                                            <p:txEl>
                                              <p:pRg st="0" end="0"/>
                                            </p:txEl>
                                          </p:spTgt>
                                        </p:tgtEl>
                                        <p:attrNameLst>
                                          <p:attrName>style.visibility</p:attrName>
                                        </p:attrNameLst>
                                      </p:cBhvr>
                                      <p:to>
                                        <p:strVal val="visible"/>
                                      </p:to>
                                    </p:set>
                                    <p:animEffect transition="in" filter="wipe(left)">
                                      <p:cBhvr>
                                        <p:cTn id="50" dur="500"/>
                                        <p:tgtEl>
                                          <p:spTgt spid="152610">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52611">
                                            <p:txEl>
                                              <p:pRg st="0" end="0"/>
                                            </p:txEl>
                                          </p:spTgt>
                                        </p:tgtEl>
                                        <p:attrNameLst>
                                          <p:attrName>style.visibility</p:attrName>
                                        </p:attrNameLst>
                                      </p:cBhvr>
                                      <p:to>
                                        <p:strVal val="visible"/>
                                      </p:to>
                                    </p:set>
                                    <p:animEffect transition="in" filter="wipe(left)">
                                      <p:cBhvr>
                                        <p:cTn id="55" dur="500"/>
                                        <p:tgtEl>
                                          <p:spTgt spid="152611">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499"/>
                                          </p:stCondLst>
                                        </p:cTn>
                                        <p:tgtEl>
                                          <p:spTgt spid="152601"/>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52579">
                                            <p:txEl>
                                              <p:pRg st="0" end="0"/>
                                            </p:txEl>
                                          </p:spTgt>
                                        </p:tgtEl>
                                        <p:attrNameLst>
                                          <p:attrName>style.visibility</p:attrName>
                                        </p:attrNameLst>
                                      </p:cBhvr>
                                      <p:to>
                                        <p:strVal val="visible"/>
                                      </p:to>
                                    </p:set>
                                    <p:animEffect transition="in" filter="wipe(left)">
                                      <p:cBhvr>
                                        <p:cTn id="64" dur="500"/>
                                        <p:tgtEl>
                                          <p:spTgt spid="152579">
                                            <p:txEl>
                                              <p:pRg st="0" end="0"/>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499"/>
                                          </p:stCondLst>
                                        </p:cTn>
                                        <p:tgtEl>
                                          <p:spTgt spid="152606"/>
                                        </p:tgtEl>
                                        <p:attrNameLst>
                                          <p:attrName>style.visibility</p:attrName>
                                        </p:attrNameLst>
                                      </p:cBhvr>
                                      <p:to>
                                        <p:strVal val="visible"/>
                                      </p:to>
                                    </p:set>
                                  </p:childTnLst>
                                </p:cTn>
                              </p:par>
                            </p:childTnLst>
                          </p:cTn>
                        </p:par>
                        <p:par>
                          <p:cTn id="69" fill="hold">
                            <p:stCondLst>
                              <p:cond delay="500"/>
                            </p:stCondLst>
                            <p:childTnLst>
                              <p:par>
                                <p:cTn id="70" presetID="22" presetClass="entr" presetSubtype="8" fill="hold" grpId="0" nodeType="afterEffect">
                                  <p:stCondLst>
                                    <p:cond delay="0"/>
                                  </p:stCondLst>
                                  <p:childTnLst>
                                    <p:set>
                                      <p:cBhvr>
                                        <p:cTn id="71" dur="1" fill="hold">
                                          <p:stCondLst>
                                            <p:cond delay="0"/>
                                          </p:stCondLst>
                                        </p:cTn>
                                        <p:tgtEl>
                                          <p:spTgt spid="152599"/>
                                        </p:tgtEl>
                                        <p:attrNameLst>
                                          <p:attrName>style.visibility</p:attrName>
                                        </p:attrNameLst>
                                      </p:cBhvr>
                                      <p:to>
                                        <p:strVal val="visible"/>
                                      </p:to>
                                    </p:set>
                                    <p:animEffect transition="in" filter="wipe(left)">
                                      <p:cBhvr>
                                        <p:cTn id="72" dur="500"/>
                                        <p:tgtEl>
                                          <p:spTgt spid="152599"/>
                                        </p:tgtEl>
                                      </p:cBhvr>
                                    </p:animEffect>
                                  </p:childTnLst>
                                </p:cTn>
                              </p:par>
                            </p:childTnLst>
                          </p:cTn>
                        </p:par>
                        <p:par>
                          <p:cTn id="73" fill="hold">
                            <p:stCondLst>
                              <p:cond delay="1000"/>
                            </p:stCondLst>
                            <p:childTnLst>
                              <p:par>
                                <p:cTn id="74" presetID="1" presetClass="entr" presetSubtype="0" fill="hold" nodeType="afterEffect">
                                  <p:stCondLst>
                                    <p:cond delay="0"/>
                                  </p:stCondLst>
                                  <p:childTnLst>
                                    <p:set>
                                      <p:cBhvr>
                                        <p:cTn id="75" dur="1" fill="hold">
                                          <p:stCondLst>
                                            <p:cond delay="499"/>
                                          </p:stCondLst>
                                        </p:cTn>
                                        <p:tgtEl>
                                          <p:spTgt spid="152587"/>
                                        </p:tgtEl>
                                        <p:attrNameLst>
                                          <p:attrName>style.visibility</p:attrName>
                                        </p:attrNameLst>
                                      </p:cBhvr>
                                      <p:to>
                                        <p:strVal val="visible"/>
                                      </p:to>
                                    </p:set>
                                  </p:childTnLst>
                                </p:cTn>
                              </p:par>
                            </p:childTnLst>
                          </p:cTn>
                        </p:par>
                        <p:par>
                          <p:cTn id="76" fill="hold">
                            <p:stCondLst>
                              <p:cond delay="1500"/>
                            </p:stCondLst>
                            <p:childTnLst>
                              <p:par>
                                <p:cTn id="77" presetID="22" presetClass="entr" presetSubtype="4" fill="hold" grpId="0" nodeType="afterEffect">
                                  <p:stCondLst>
                                    <p:cond delay="0"/>
                                  </p:stCondLst>
                                  <p:childTnLst>
                                    <p:set>
                                      <p:cBhvr>
                                        <p:cTn id="78" dur="1" fill="hold">
                                          <p:stCondLst>
                                            <p:cond delay="0"/>
                                          </p:stCondLst>
                                        </p:cTn>
                                        <p:tgtEl>
                                          <p:spTgt spid="152585"/>
                                        </p:tgtEl>
                                        <p:attrNameLst>
                                          <p:attrName>style.visibility</p:attrName>
                                        </p:attrNameLst>
                                      </p:cBhvr>
                                      <p:to>
                                        <p:strVal val="visible"/>
                                      </p:to>
                                    </p:set>
                                    <p:animEffect transition="in" filter="wipe(down)">
                                      <p:cBhvr>
                                        <p:cTn id="79" dur="500"/>
                                        <p:tgtEl>
                                          <p:spTgt spid="152585"/>
                                        </p:tgtEl>
                                      </p:cBhvr>
                                    </p:animEffect>
                                  </p:childTnLst>
                                </p:cTn>
                              </p:par>
                            </p:childTnLst>
                          </p:cTn>
                        </p:par>
                        <p:par>
                          <p:cTn id="80" fill="hold">
                            <p:stCondLst>
                              <p:cond delay="2000"/>
                            </p:stCondLst>
                            <p:childTnLst>
                              <p:par>
                                <p:cTn id="81" presetID="1" presetClass="entr" presetSubtype="0" fill="hold" nodeType="afterEffect">
                                  <p:stCondLst>
                                    <p:cond delay="0"/>
                                  </p:stCondLst>
                                  <p:childTnLst>
                                    <p:set>
                                      <p:cBhvr>
                                        <p:cTn id="82" dur="1" fill="hold">
                                          <p:stCondLst>
                                            <p:cond delay="499"/>
                                          </p:stCondLst>
                                        </p:cTn>
                                        <p:tgtEl>
                                          <p:spTgt spid="15258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499"/>
                                          </p:stCondLst>
                                        </p:cTn>
                                        <p:tgtEl>
                                          <p:spTgt spid="152589"/>
                                        </p:tgtEl>
                                        <p:attrNameLst>
                                          <p:attrName>style.visibility</p:attrName>
                                        </p:attrNameLst>
                                      </p:cBhvr>
                                      <p:to>
                                        <p:strVal val="visible"/>
                                      </p:to>
                                    </p:set>
                                  </p:childTnLst>
                                </p:cTn>
                              </p:par>
                            </p:childTnLst>
                          </p:cTn>
                        </p:par>
                        <p:par>
                          <p:cTn id="87" fill="hold">
                            <p:stCondLst>
                              <p:cond delay="500"/>
                            </p:stCondLst>
                            <p:childTnLst>
                              <p:par>
                                <p:cTn id="88" presetID="22" presetClass="entr" presetSubtype="8" fill="hold" nodeType="afterEffect">
                                  <p:stCondLst>
                                    <p:cond delay="0"/>
                                  </p:stCondLst>
                                  <p:childTnLst>
                                    <p:set>
                                      <p:cBhvr>
                                        <p:cTn id="89" dur="1" fill="hold">
                                          <p:stCondLst>
                                            <p:cond delay="0"/>
                                          </p:stCondLst>
                                        </p:cTn>
                                        <p:tgtEl>
                                          <p:spTgt spid="152593"/>
                                        </p:tgtEl>
                                        <p:attrNameLst>
                                          <p:attrName>style.visibility</p:attrName>
                                        </p:attrNameLst>
                                      </p:cBhvr>
                                      <p:to>
                                        <p:strVal val="visible"/>
                                      </p:to>
                                    </p:set>
                                    <p:animEffect transition="in" filter="wipe(left)">
                                      <p:cBhvr>
                                        <p:cTn id="90" dur="500"/>
                                        <p:tgtEl>
                                          <p:spTgt spid="152593"/>
                                        </p:tgtEl>
                                      </p:cBhvr>
                                    </p:animEffect>
                                  </p:childTnLst>
                                </p:cTn>
                              </p:par>
                            </p:childTnLst>
                          </p:cTn>
                        </p:par>
                        <p:par>
                          <p:cTn id="91" fill="hold">
                            <p:stCondLst>
                              <p:cond delay="1000"/>
                            </p:stCondLst>
                            <p:childTnLst>
                              <p:par>
                                <p:cTn id="92" presetID="22" presetClass="entr" presetSubtype="8" fill="hold" grpId="0" nodeType="afterEffect">
                                  <p:stCondLst>
                                    <p:cond delay="0"/>
                                  </p:stCondLst>
                                  <p:childTnLst>
                                    <p:set>
                                      <p:cBhvr>
                                        <p:cTn id="93" dur="1" fill="hold">
                                          <p:stCondLst>
                                            <p:cond delay="0"/>
                                          </p:stCondLst>
                                        </p:cTn>
                                        <p:tgtEl>
                                          <p:spTgt spid="152590"/>
                                        </p:tgtEl>
                                        <p:attrNameLst>
                                          <p:attrName>style.visibility</p:attrName>
                                        </p:attrNameLst>
                                      </p:cBhvr>
                                      <p:to>
                                        <p:strVal val="visible"/>
                                      </p:to>
                                    </p:set>
                                    <p:animEffect transition="in" filter="wipe(left)">
                                      <p:cBhvr>
                                        <p:cTn id="94" dur="500"/>
                                        <p:tgtEl>
                                          <p:spTgt spid="152590"/>
                                        </p:tgtEl>
                                      </p:cBhvr>
                                    </p:animEffect>
                                  </p:childTnLst>
                                </p:cTn>
                              </p:par>
                            </p:childTnLst>
                          </p:cTn>
                        </p:par>
                        <p:par>
                          <p:cTn id="95" fill="hold">
                            <p:stCondLst>
                              <p:cond delay="1500"/>
                            </p:stCondLst>
                            <p:childTnLst>
                              <p:par>
                                <p:cTn id="96" presetID="22" presetClass="entr" presetSubtype="8" fill="hold" nodeType="afterEffect">
                                  <p:stCondLst>
                                    <p:cond delay="0"/>
                                  </p:stCondLst>
                                  <p:childTnLst>
                                    <p:set>
                                      <p:cBhvr>
                                        <p:cTn id="97" dur="1" fill="hold">
                                          <p:stCondLst>
                                            <p:cond delay="0"/>
                                          </p:stCondLst>
                                        </p:cTn>
                                        <p:tgtEl>
                                          <p:spTgt spid="152594"/>
                                        </p:tgtEl>
                                        <p:attrNameLst>
                                          <p:attrName>style.visibility</p:attrName>
                                        </p:attrNameLst>
                                      </p:cBhvr>
                                      <p:to>
                                        <p:strVal val="visible"/>
                                      </p:to>
                                    </p:set>
                                    <p:animEffect transition="in" filter="wipe(left)">
                                      <p:cBhvr>
                                        <p:cTn id="98" dur="500"/>
                                        <p:tgtEl>
                                          <p:spTgt spid="152594"/>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nodeType="clickEffect">
                                  <p:stCondLst>
                                    <p:cond delay="0"/>
                                  </p:stCondLst>
                                  <p:childTnLst>
                                    <p:set>
                                      <p:cBhvr>
                                        <p:cTn id="102" dur="1" fill="hold">
                                          <p:stCondLst>
                                            <p:cond delay="0"/>
                                          </p:stCondLst>
                                        </p:cTn>
                                        <p:tgtEl>
                                          <p:spTgt spid="152592"/>
                                        </p:tgtEl>
                                        <p:attrNameLst>
                                          <p:attrName>style.visibility</p:attrName>
                                        </p:attrNameLst>
                                      </p:cBhvr>
                                      <p:to>
                                        <p:strVal val="visible"/>
                                      </p:to>
                                    </p:set>
                                    <p:animEffect transition="in" filter="wipe(left)">
                                      <p:cBhvr>
                                        <p:cTn id="103" dur="500"/>
                                        <p:tgtEl>
                                          <p:spTgt spid="152592"/>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nodeType="clickEffect">
                                  <p:stCondLst>
                                    <p:cond delay="0"/>
                                  </p:stCondLst>
                                  <p:childTnLst>
                                    <p:set>
                                      <p:cBhvr>
                                        <p:cTn id="107" dur="1" fill="hold">
                                          <p:stCondLst>
                                            <p:cond delay="0"/>
                                          </p:stCondLst>
                                        </p:cTn>
                                        <p:tgtEl>
                                          <p:spTgt spid="152604"/>
                                        </p:tgtEl>
                                        <p:attrNameLst>
                                          <p:attrName>style.visibility</p:attrName>
                                        </p:attrNameLst>
                                      </p:cBhvr>
                                      <p:to>
                                        <p:strVal val="visible"/>
                                      </p:to>
                                    </p:set>
                                    <p:animEffect transition="in" filter="wipe(left)">
                                      <p:cBhvr>
                                        <p:cTn id="108" dur="500"/>
                                        <p:tgtEl>
                                          <p:spTgt spid="152604"/>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nodeType="clickEffect">
                                  <p:stCondLst>
                                    <p:cond delay="0"/>
                                  </p:stCondLst>
                                  <p:childTnLst>
                                    <p:set>
                                      <p:cBhvr>
                                        <p:cTn id="112" dur="1" fill="hold">
                                          <p:stCondLst>
                                            <p:cond delay="0"/>
                                          </p:stCondLst>
                                        </p:cTn>
                                        <p:tgtEl>
                                          <p:spTgt spid="152580"/>
                                        </p:tgtEl>
                                        <p:attrNameLst>
                                          <p:attrName>style.visibility</p:attrName>
                                        </p:attrNameLst>
                                      </p:cBhvr>
                                      <p:to>
                                        <p:strVal val="visible"/>
                                      </p:to>
                                    </p:set>
                                    <p:animEffect transition="in" filter="wipe(left)">
                                      <p:cBhvr>
                                        <p:cTn id="113" dur="500"/>
                                        <p:tgtEl>
                                          <p:spTgt spid="152580"/>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152582"/>
                                        </p:tgtEl>
                                        <p:attrNameLst>
                                          <p:attrName>style.visibility</p:attrName>
                                        </p:attrNameLst>
                                      </p:cBhvr>
                                      <p:to>
                                        <p:strVal val="visible"/>
                                      </p:to>
                                    </p:set>
                                    <p:animEffect transition="in" filter="wipe(left)">
                                      <p:cBhvr>
                                        <p:cTn id="118" dur="500"/>
                                        <p:tgtEl>
                                          <p:spTgt spid="152582"/>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nodeType="clickEffect">
                                  <p:stCondLst>
                                    <p:cond delay="0"/>
                                  </p:stCondLst>
                                  <p:childTnLst>
                                    <p:set>
                                      <p:cBhvr>
                                        <p:cTn id="122" dur="1" fill="hold">
                                          <p:stCondLst>
                                            <p:cond delay="0"/>
                                          </p:stCondLst>
                                        </p:cTn>
                                        <p:tgtEl>
                                          <p:spTgt spid="152609"/>
                                        </p:tgtEl>
                                        <p:attrNameLst>
                                          <p:attrName>style.visibility</p:attrName>
                                        </p:attrNameLst>
                                      </p:cBhvr>
                                      <p:to>
                                        <p:strVal val="visible"/>
                                      </p:to>
                                    </p:set>
                                    <p:animEffect transition="in" filter="wipe(left)">
                                      <p:cBhvr>
                                        <p:cTn id="123" dur="500"/>
                                        <p:tgtEl>
                                          <p:spTgt spid="152609"/>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152583"/>
                                        </p:tgtEl>
                                        <p:attrNameLst>
                                          <p:attrName>style.visibility</p:attrName>
                                        </p:attrNameLst>
                                      </p:cBhvr>
                                      <p:to>
                                        <p:strVal val="visible"/>
                                      </p:to>
                                    </p:set>
                                    <p:animEffect transition="in" filter="wipe(left)">
                                      <p:cBhvr>
                                        <p:cTn id="128" dur="500"/>
                                        <p:tgtEl>
                                          <p:spTgt spid="152583"/>
                                        </p:tgtEl>
                                      </p:cBhvr>
                                    </p:animEffec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nodeType="clickEffect">
                                  <p:stCondLst>
                                    <p:cond delay="0"/>
                                  </p:stCondLst>
                                  <p:childTnLst>
                                    <p:set>
                                      <p:cBhvr>
                                        <p:cTn id="132" dur="1" fill="hold">
                                          <p:stCondLst>
                                            <p:cond delay="499"/>
                                          </p:stCondLst>
                                        </p:cTn>
                                        <p:tgtEl>
                                          <p:spTgt spid="152608"/>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22" presetClass="entr" presetSubtype="4" fill="hold" grpId="0" nodeType="clickEffect">
                                  <p:stCondLst>
                                    <p:cond delay="0"/>
                                  </p:stCondLst>
                                  <p:childTnLst>
                                    <p:set>
                                      <p:cBhvr>
                                        <p:cTn id="136" dur="1" fill="hold">
                                          <p:stCondLst>
                                            <p:cond delay="0"/>
                                          </p:stCondLst>
                                        </p:cTn>
                                        <p:tgtEl>
                                          <p:spTgt spid="152597"/>
                                        </p:tgtEl>
                                        <p:attrNameLst>
                                          <p:attrName>style.visibility</p:attrName>
                                        </p:attrNameLst>
                                      </p:cBhvr>
                                      <p:to>
                                        <p:strVal val="visible"/>
                                      </p:to>
                                    </p:set>
                                    <p:animEffect transition="in" filter="wipe(down)">
                                      <p:cBhvr>
                                        <p:cTn id="137" dur="500"/>
                                        <p:tgtEl>
                                          <p:spTgt spid="152597"/>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nodeType="clickEffect">
                                  <p:stCondLst>
                                    <p:cond delay="0"/>
                                  </p:stCondLst>
                                  <p:childTnLst>
                                    <p:set>
                                      <p:cBhvr>
                                        <p:cTn id="141" dur="1" fill="hold">
                                          <p:stCondLst>
                                            <p:cond delay="0"/>
                                          </p:stCondLst>
                                        </p:cTn>
                                        <p:tgtEl>
                                          <p:spTgt spid="152598"/>
                                        </p:tgtEl>
                                        <p:attrNameLst>
                                          <p:attrName>style.visibility</p:attrName>
                                        </p:attrNameLst>
                                      </p:cBhvr>
                                      <p:to>
                                        <p:strVal val="visible"/>
                                      </p:to>
                                    </p:set>
                                    <p:animEffect transition="in" filter="wipe(left)">
                                      <p:cBhvr>
                                        <p:cTn id="142" dur="500"/>
                                        <p:tgtEl>
                                          <p:spTgt spid="152598"/>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nodeType="clickEffect">
                                  <p:stCondLst>
                                    <p:cond delay="0"/>
                                  </p:stCondLst>
                                  <p:childTnLst>
                                    <p:set>
                                      <p:cBhvr>
                                        <p:cTn id="146" dur="1" fill="hold">
                                          <p:stCondLst>
                                            <p:cond delay="0"/>
                                          </p:stCondLst>
                                        </p:cTn>
                                        <p:tgtEl>
                                          <p:spTgt spid="152581"/>
                                        </p:tgtEl>
                                        <p:attrNameLst>
                                          <p:attrName>style.visibility</p:attrName>
                                        </p:attrNameLst>
                                      </p:cBhvr>
                                      <p:to>
                                        <p:strVal val="visible"/>
                                      </p:to>
                                    </p:set>
                                    <p:animEffect transition="in" filter="wipe(left)">
                                      <p:cBhvr>
                                        <p:cTn id="147" dur="500"/>
                                        <p:tgtEl>
                                          <p:spTgt spid="152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8" grpId="0" build="p" autoUpdateAnimBg="0"/>
      <p:bldP spid="152579" grpId="0" build="p" autoUpdateAnimBg="0"/>
      <p:bldP spid="152582" grpId="0"/>
      <p:bldP spid="152583" grpId="0" autoUpdateAnimBg="0"/>
      <p:bldP spid="152584" grpId="0" animBg="1"/>
      <p:bldP spid="152585" grpId="0" animBg="1"/>
      <p:bldP spid="152586" grpId="0" animBg="1"/>
      <p:bldP spid="152589" grpId="0" animBg="1"/>
      <p:bldP spid="152590" grpId="0" animBg="1"/>
      <p:bldP spid="152597" grpId="0" animBg="1"/>
      <p:bldP spid="152599" grpId="0" animBg="1"/>
      <p:bldP spid="152600" grpId="0"/>
      <p:bldP spid="152601" grpId="0"/>
      <p:bldP spid="152605" grpId="0" animBg="1"/>
      <p:bldP spid="152610" grpId="0" build="p" autoUpdateAnimBg="0"/>
      <p:bldP spid="152611"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Freeform 2"/>
          <p:cNvSpPr>
            <a:spLocks/>
          </p:cNvSpPr>
          <p:nvPr/>
        </p:nvSpPr>
        <p:spPr bwMode="auto">
          <a:xfrm>
            <a:off x="5995988" y="3021013"/>
            <a:ext cx="1905000" cy="857250"/>
          </a:xfrm>
          <a:custGeom>
            <a:avLst/>
            <a:gdLst>
              <a:gd name="T0" fmla="*/ 2147483647 w 915"/>
              <a:gd name="T1" fmla="*/ 740925801 h 540"/>
              <a:gd name="T2" fmla="*/ 2147483647 w 915"/>
              <a:gd name="T3" fmla="*/ 635079286 h 540"/>
              <a:gd name="T4" fmla="*/ 2147483647 w 915"/>
              <a:gd name="T5" fmla="*/ 604837425 h 540"/>
              <a:gd name="T6" fmla="*/ 2147483647 w 915"/>
              <a:gd name="T7" fmla="*/ 514111841 h 540"/>
              <a:gd name="T8" fmla="*/ 2147483647 w 915"/>
              <a:gd name="T9" fmla="*/ 362902435 h 540"/>
              <a:gd name="T10" fmla="*/ 2147483647 w 915"/>
              <a:gd name="T11" fmla="*/ 302418712 h 540"/>
              <a:gd name="T12" fmla="*/ 2147483647 w 915"/>
              <a:gd name="T13" fmla="*/ 226814059 h 540"/>
              <a:gd name="T14" fmla="*/ 1872542152 w 915"/>
              <a:gd name="T15" fmla="*/ 136088426 h 540"/>
              <a:gd name="T16" fmla="*/ 416120724 w 915"/>
              <a:gd name="T17" fmla="*/ 272176851 h 540"/>
              <a:gd name="T18" fmla="*/ 260075176 w 915"/>
              <a:gd name="T19" fmla="*/ 423386257 h 540"/>
              <a:gd name="T20" fmla="*/ 78021733 w 915"/>
              <a:gd name="T21" fmla="*/ 650200217 h 540"/>
              <a:gd name="T22" fmla="*/ 26007936 w 915"/>
              <a:gd name="T23" fmla="*/ 740925801 h 540"/>
              <a:gd name="T24" fmla="*/ 0 w 915"/>
              <a:gd name="T25" fmla="*/ 786288593 h 540"/>
              <a:gd name="T26" fmla="*/ 52015871 w 915"/>
              <a:gd name="T27" fmla="*/ 967739959 h 540"/>
              <a:gd name="T28" fmla="*/ 182053476 w 915"/>
              <a:gd name="T29" fmla="*/ 1043344613 h 540"/>
              <a:gd name="T30" fmla="*/ 754217666 w 915"/>
              <a:gd name="T31" fmla="*/ 1194553919 h 540"/>
              <a:gd name="T32" fmla="*/ 1690488742 w 915"/>
              <a:gd name="T33" fmla="*/ 1360884157 h 540"/>
              <a:gd name="T34" fmla="*/ 2147483647 w 915"/>
              <a:gd name="T35" fmla="*/ 1315521365 h 540"/>
              <a:gd name="T36" fmla="*/ 2147483647 w 915"/>
              <a:gd name="T37" fmla="*/ 1164312058 h 540"/>
              <a:gd name="T38" fmla="*/ 2147483647 w 915"/>
              <a:gd name="T39" fmla="*/ 922377167 h 540"/>
              <a:gd name="T40" fmla="*/ 2147483647 w 915"/>
              <a:gd name="T41" fmla="*/ 740925801 h 5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15"/>
              <a:gd name="T64" fmla="*/ 0 h 540"/>
              <a:gd name="T65" fmla="*/ 915 w 915"/>
              <a:gd name="T66" fmla="*/ 540 h 5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15" h="540">
                <a:moveTo>
                  <a:pt x="882" y="294"/>
                </a:moveTo>
                <a:cubicBezTo>
                  <a:pt x="880" y="280"/>
                  <a:pt x="882" y="265"/>
                  <a:pt x="876" y="252"/>
                </a:cubicBezTo>
                <a:cubicBezTo>
                  <a:pt x="873" y="245"/>
                  <a:pt x="862" y="246"/>
                  <a:pt x="858" y="240"/>
                </a:cubicBezTo>
                <a:cubicBezTo>
                  <a:pt x="851" y="229"/>
                  <a:pt x="857" y="211"/>
                  <a:pt x="846" y="204"/>
                </a:cubicBezTo>
                <a:cubicBezTo>
                  <a:pt x="813" y="182"/>
                  <a:pt x="782" y="157"/>
                  <a:pt x="744" y="144"/>
                </a:cubicBezTo>
                <a:cubicBezTo>
                  <a:pt x="707" y="132"/>
                  <a:pt x="668" y="129"/>
                  <a:pt x="630" y="120"/>
                </a:cubicBezTo>
                <a:cubicBezTo>
                  <a:pt x="607" y="114"/>
                  <a:pt x="592" y="99"/>
                  <a:pt x="570" y="90"/>
                </a:cubicBezTo>
                <a:cubicBezTo>
                  <a:pt x="526" y="72"/>
                  <a:pt x="479" y="62"/>
                  <a:pt x="432" y="54"/>
                </a:cubicBezTo>
                <a:cubicBezTo>
                  <a:pt x="308" y="57"/>
                  <a:pt x="168" y="0"/>
                  <a:pt x="96" y="108"/>
                </a:cubicBezTo>
                <a:cubicBezTo>
                  <a:pt x="89" y="136"/>
                  <a:pt x="81" y="147"/>
                  <a:pt x="60" y="168"/>
                </a:cubicBezTo>
                <a:cubicBezTo>
                  <a:pt x="49" y="200"/>
                  <a:pt x="29" y="225"/>
                  <a:pt x="18" y="258"/>
                </a:cubicBezTo>
                <a:cubicBezTo>
                  <a:pt x="14" y="270"/>
                  <a:pt x="10" y="282"/>
                  <a:pt x="6" y="294"/>
                </a:cubicBezTo>
                <a:cubicBezTo>
                  <a:pt x="4" y="300"/>
                  <a:pt x="0" y="312"/>
                  <a:pt x="0" y="312"/>
                </a:cubicBezTo>
                <a:cubicBezTo>
                  <a:pt x="2" y="329"/>
                  <a:pt x="2" y="364"/>
                  <a:pt x="12" y="384"/>
                </a:cubicBezTo>
                <a:cubicBezTo>
                  <a:pt x="26" y="411"/>
                  <a:pt x="20" y="395"/>
                  <a:pt x="42" y="414"/>
                </a:cubicBezTo>
                <a:cubicBezTo>
                  <a:pt x="101" y="467"/>
                  <a:pt x="85" y="465"/>
                  <a:pt x="174" y="474"/>
                </a:cubicBezTo>
                <a:cubicBezTo>
                  <a:pt x="242" y="508"/>
                  <a:pt x="315" y="525"/>
                  <a:pt x="390" y="540"/>
                </a:cubicBezTo>
                <a:cubicBezTo>
                  <a:pt x="515" y="534"/>
                  <a:pt x="636" y="526"/>
                  <a:pt x="762" y="522"/>
                </a:cubicBezTo>
                <a:cubicBezTo>
                  <a:pt x="811" y="512"/>
                  <a:pt x="852" y="498"/>
                  <a:pt x="888" y="462"/>
                </a:cubicBezTo>
                <a:cubicBezTo>
                  <a:pt x="898" y="431"/>
                  <a:pt x="904" y="398"/>
                  <a:pt x="912" y="366"/>
                </a:cubicBezTo>
                <a:cubicBezTo>
                  <a:pt x="910" y="349"/>
                  <a:pt x="915" y="278"/>
                  <a:pt x="882" y="294"/>
                </a:cubicBezTo>
                <a:close/>
              </a:path>
            </a:pathLst>
          </a:custGeom>
          <a:solidFill>
            <a:srgbClr val="00CCFF">
              <a:alpha val="50195"/>
            </a:srgbClr>
          </a:solidFill>
          <a:ln w="9525">
            <a:solidFill>
              <a:srgbClr val="CCCCFF">
                <a:alpha val="70195"/>
              </a:srgbClr>
            </a:solidFill>
            <a:round/>
            <a:headEnd/>
            <a:tailEnd/>
          </a:ln>
        </p:spPr>
        <p:txBody>
          <a:bodyPr wrap="none" anchor="ctr"/>
          <a:lstStyle/>
          <a:p>
            <a:endParaRPr lang="zh-CN" altLang="en-US"/>
          </a:p>
        </p:txBody>
      </p:sp>
      <p:sp>
        <p:nvSpPr>
          <p:cNvPr id="165892" name="Text Box 4"/>
          <p:cNvSpPr txBox="1">
            <a:spLocks noChangeArrowheads="1"/>
          </p:cNvSpPr>
          <p:nvPr/>
        </p:nvSpPr>
        <p:spPr bwMode="auto">
          <a:xfrm>
            <a:off x="179388" y="523875"/>
            <a:ext cx="1905000" cy="457200"/>
          </a:xfrm>
          <a:prstGeom prst="rect">
            <a:avLst/>
          </a:prstGeom>
          <a:noFill/>
          <a:ln w="9525">
            <a:noFill/>
            <a:miter lim="800000"/>
            <a:headEnd/>
            <a:tailEnd/>
          </a:ln>
        </p:spPr>
        <p:txBody>
          <a:bodyPr>
            <a:spAutoFit/>
          </a:bodyPr>
          <a:lstStyle/>
          <a:p>
            <a:pPr>
              <a:spcBef>
                <a:spcPct val="50000"/>
              </a:spcBef>
            </a:pPr>
            <a:r>
              <a:rPr kumimoji="1" lang="en-US" altLang="zh-CN" sz="2400">
                <a:solidFill>
                  <a:srgbClr val="FF6600"/>
                </a:solidFill>
                <a:latin typeface="Times New Roman" pitchFamily="18" charset="0"/>
              </a:rPr>
              <a:t>1</a:t>
            </a:r>
            <a:r>
              <a:rPr kumimoji="1" lang="zh-CN" altLang="en-US" sz="2400">
                <a:solidFill>
                  <a:srgbClr val="FF6600"/>
                </a:solidFill>
                <a:latin typeface="Times New Roman" pitchFamily="18" charset="0"/>
              </a:rPr>
              <a:t>、速度</a:t>
            </a:r>
          </a:p>
        </p:txBody>
      </p:sp>
      <p:graphicFrame>
        <p:nvGraphicFramePr>
          <p:cNvPr id="165893" name="Object 5"/>
          <p:cNvGraphicFramePr>
            <a:graphicFrameLocks noChangeAspect="1"/>
          </p:cNvGraphicFramePr>
          <p:nvPr/>
        </p:nvGraphicFramePr>
        <p:xfrm>
          <a:off x="684213" y="1247775"/>
          <a:ext cx="2289175" cy="366713"/>
        </p:xfrm>
        <a:graphic>
          <a:graphicData uri="http://schemas.openxmlformats.org/presentationml/2006/ole">
            <p:oleObj spid="_x0000_s20482" name="公式" r:id="rId3" imgW="1257120" imgH="203040" progId="Equation.3">
              <p:embed/>
            </p:oleObj>
          </a:graphicData>
        </a:graphic>
      </p:graphicFrame>
      <p:graphicFrame>
        <p:nvGraphicFramePr>
          <p:cNvPr id="165894" name="Object 6"/>
          <p:cNvGraphicFramePr>
            <a:graphicFrameLocks noChangeAspect="1"/>
          </p:cNvGraphicFramePr>
          <p:nvPr/>
        </p:nvGraphicFramePr>
        <p:xfrm>
          <a:off x="1047750" y="4143375"/>
          <a:ext cx="1346200" cy="798513"/>
        </p:xfrm>
        <a:graphic>
          <a:graphicData uri="http://schemas.openxmlformats.org/presentationml/2006/ole">
            <p:oleObj spid="_x0000_s20483" name="公式" r:id="rId4" imgW="749160" imgH="444240" progId="Equation.3">
              <p:embed/>
            </p:oleObj>
          </a:graphicData>
        </a:graphic>
      </p:graphicFrame>
      <p:graphicFrame>
        <p:nvGraphicFramePr>
          <p:cNvPr id="165895" name="Object 7"/>
          <p:cNvGraphicFramePr>
            <a:graphicFrameLocks noChangeAspect="1"/>
          </p:cNvGraphicFramePr>
          <p:nvPr/>
        </p:nvGraphicFramePr>
        <p:xfrm>
          <a:off x="3282950" y="4178300"/>
          <a:ext cx="1347788" cy="730250"/>
        </p:xfrm>
        <a:graphic>
          <a:graphicData uri="http://schemas.openxmlformats.org/presentationml/2006/ole">
            <p:oleObj spid="_x0000_s20484" name="公式" r:id="rId5" imgW="749160" imgH="406080" progId="Equation.3">
              <p:embed/>
            </p:oleObj>
          </a:graphicData>
        </a:graphic>
      </p:graphicFrame>
      <p:graphicFrame>
        <p:nvGraphicFramePr>
          <p:cNvPr id="165896" name="Object 8"/>
          <p:cNvGraphicFramePr>
            <a:graphicFrameLocks noChangeAspect="1"/>
          </p:cNvGraphicFramePr>
          <p:nvPr/>
        </p:nvGraphicFramePr>
        <p:xfrm>
          <a:off x="1042988" y="5362575"/>
          <a:ext cx="1550987" cy="730250"/>
        </p:xfrm>
        <a:graphic>
          <a:graphicData uri="http://schemas.openxmlformats.org/presentationml/2006/ole">
            <p:oleObj spid="_x0000_s20485" name="公式" r:id="rId6" imgW="863280" imgH="406080" progId="Equation.3">
              <p:embed/>
            </p:oleObj>
          </a:graphicData>
        </a:graphic>
      </p:graphicFrame>
      <p:graphicFrame>
        <p:nvGraphicFramePr>
          <p:cNvPr id="165897" name="Object 9"/>
          <p:cNvGraphicFramePr>
            <a:graphicFrameLocks noChangeAspect="1"/>
          </p:cNvGraphicFramePr>
          <p:nvPr/>
        </p:nvGraphicFramePr>
        <p:xfrm>
          <a:off x="3000375" y="5357813"/>
          <a:ext cx="803275" cy="731837"/>
        </p:xfrm>
        <a:graphic>
          <a:graphicData uri="http://schemas.openxmlformats.org/presentationml/2006/ole">
            <p:oleObj spid="_x0000_s20486" name="公式" r:id="rId7" imgW="444240" imgH="406080" progId="Equation.3">
              <p:embed/>
            </p:oleObj>
          </a:graphicData>
        </a:graphic>
      </p:graphicFrame>
      <p:graphicFrame>
        <p:nvGraphicFramePr>
          <p:cNvPr id="165898" name="Object 10"/>
          <p:cNvGraphicFramePr>
            <a:graphicFrameLocks noChangeAspect="1"/>
          </p:cNvGraphicFramePr>
          <p:nvPr/>
        </p:nvGraphicFramePr>
        <p:xfrm>
          <a:off x="1077913" y="2936875"/>
          <a:ext cx="2303462" cy="730250"/>
        </p:xfrm>
        <a:graphic>
          <a:graphicData uri="http://schemas.openxmlformats.org/presentationml/2006/ole">
            <p:oleObj spid="_x0000_s20487" name="公式" r:id="rId8" imgW="1282680" imgH="406080" progId="Equation.3">
              <p:embed/>
            </p:oleObj>
          </a:graphicData>
        </a:graphic>
      </p:graphicFrame>
      <p:graphicFrame>
        <p:nvGraphicFramePr>
          <p:cNvPr id="165899" name="Object 11"/>
          <p:cNvGraphicFramePr>
            <a:graphicFrameLocks noChangeAspect="1"/>
          </p:cNvGraphicFramePr>
          <p:nvPr/>
        </p:nvGraphicFramePr>
        <p:xfrm>
          <a:off x="6638925" y="917575"/>
          <a:ext cx="201613" cy="282575"/>
        </p:xfrm>
        <a:graphic>
          <a:graphicData uri="http://schemas.openxmlformats.org/presentationml/2006/ole">
            <p:oleObj spid="_x0000_s20488" name="公式" r:id="rId9" imgW="126720" imgH="177480" progId="Equation.3">
              <p:embed/>
            </p:oleObj>
          </a:graphicData>
        </a:graphic>
      </p:graphicFrame>
      <p:graphicFrame>
        <p:nvGraphicFramePr>
          <p:cNvPr id="165900" name="Object 12"/>
          <p:cNvGraphicFramePr>
            <a:graphicFrameLocks noChangeAspect="1"/>
          </p:cNvGraphicFramePr>
          <p:nvPr/>
        </p:nvGraphicFramePr>
        <p:xfrm>
          <a:off x="866775" y="1916113"/>
          <a:ext cx="1392238" cy="730250"/>
        </p:xfrm>
        <a:graphic>
          <a:graphicData uri="http://schemas.openxmlformats.org/presentationml/2006/ole">
            <p:oleObj spid="_x0000_s20489" name="公式" r:id="rId10" imgW="774360" imgH="406080" progId="Equation.3">
              <p:embed/>
            </p:oleObj>
          </a:graphicData>
        </a:graphic>
      </p:graphicFrame>
      <p:sp>
        <p:nvSpPr>
          <p:cNvPr id="165901" name="Line 13"/>
          <p:cNvSpPr>
            <a:spLocks noChangeShapeType="1"/>
          </p:cNvSpPr>
          <p:nvPr/>
        </p:nvSpPr>
        <p:spPr bwMode="auto">
          <a:xfrm flipV="1">
            <a:off x="6300788" y="1725613"/>
            <a:ext cx="1066800" cy="1752600"/>
          </a:xfrm>
          <a:prstGeom prst="line">
            <a:avLst/>
          </a:prstGeom>
          <a:noFill/>
          <a:ln w="28575">
            <a:solidFill>
              <a:srgbClr val="000099"/>
            </a:solidFill>
            <a:round/>
            <a:headEnd/>
            <a:tailEnd type="triangle" w="sm" len="lg"/>
          </a:ln>
        </p:spPr>
        <p:txBody>
          <a:bodyPr wrap="none" anchor="ctr"/>
          <a:lstStyle/>
          <a:p>
            <a:endParaRPr lang="zh-CN" altLang="en-US"/>
          </a:p>
        </p:txBody>
      </p:sp>
      <p:graphicFrame>
        <p:nvGraphicFramePr>
          <p:cNvPr id="165902" name="Object 14"/>
          <p:cNvGraphicFramePr>
            <a:graphicFrameLocks noChangeAspect="1"/>
          </p:cNvGraphicFramePr>
          <p:nvPr/>
        </p:nvGraphicFramePr>
        <p:xfrm>
          <a:off x="5715000" y="2447925"/>
          <a:ext cx="468313" cy="328613"/>
        </p:xfrm>
        <a:graphic>
          <a:graphicData uri="http://schemas.openxmlformats.org/presentationml/2006/ole">
            <p:oleObj spid="_x0000_s20490" name="公式" r:id="rId11" imgW="291960" imgH="203040" progId="Equation.3">
              <p:embed/>
            </p:oleObj>
          </a:graphicData>
        </a:graphic>
      </p:graphicFrame>
      <p:graphicFrame>
        <p:nvGraphicFramePr>
          <p:cNvPr id="165903" name="Object 15"/>
          <p:cNvGraphicFramePr>
            <a:graphicFrameLocks noChangeAspect="1"/>
          </p:cNvGraphicFramePr>
          <p:nvPr/>
        </p:nvGraphicFramePr>
        <p:xfrm>
          <a:off x="6929438" y="2538413"/>
          <a:ext cx="954087" cy="327025"/>
        </p:xfrm>
        <a:graphic>
          <a:graphicData uri="http://schemas.openxmlformats.org/presentationml/2006/ole">
            <p:oleObj spid="_x0000_s20491" name="公式" r:id="rId12" imgW="583920" imgH="203040" progId="Equation.3">
              <p:embed/>
            </p:oleObj>
          </a:graphicData>
        </a:graphic>
      </p:graphicFrame>
      <p:graphicFrame>
        <p:nvGraphicFramePr>
          <p:cNvPr id="165904" name="Object 16"/>
          <p:cNvGraphicFramePr>
            <a:graphicFrameLocks noChangeAspect="1"/>
          </p:cNvGraphicFramePr>
          <p:nvPr/>
        </p:nvGraphicFramePr>
        <p:xfrm>
          <a:off x="6570663" y="1682750"/>
          <a:ext cx="346075" cy="263525"/>
        </p:xfrm>
        <a:graphic>
          <a:graphicData uri="http://schemas.openxmlformats.org/presentationml/2006/ole">
            <p:oleObj spid="_x0000_s20492" name="公式" r:id="rId13" imgW="215640" imgH="164880" progId="Equation.3">
              <p:embed/>
            </p:oleObj>
          </a:graphicData>
        </a:graphic>
      </p:graphicFrame>
      <p:graphicFrame>
        <p:nvGraphicFramePr>
          <p:cNvPr id="165905" name="Object 17"/>
          <p:cNvGraphicFramePr>
            <a:graphicFrameLocks noChangeAspect="1"/>
          </p:cNvGraphicFramePr>
          <p:nvPr/>
        </p:nvGraphicFramePr>
        <p:xfrm>
          <a:off x="6151563" y="1241425"/>
          <a:ext cx="261937" cy="261938"/>
        </p:xfrm>
        <a:graphic>
          <a:graphicData uri="http://schemas.openxmlformats.org/presentationml/2006/ole">
            <p:oleObj spid="_x0000_s20493" name="公式" r:id="rId14" imgW="164880" imgH="164880" progId="Equation.3">
              <p:embed/>
            </p:oleObj>
          </a:graphicData>
        </a:graphic>
      </p:graphicFrame>
      <p:graphicFrame>
        <p:nvGraphicFramePr>
          <p:cNvPr id="165906" name="Object 18"/>
          <p:cNvGraphicFramePr>
            <a:graphicFrameLocks noChangeAspect="1"/>
          </p:cNvGraphicFramePr>
          <p:nvPr/>
        </p:nvGraphicFramePr>
        <p:xfrm>
          <a:off x="6921500" y="1220788"/>
          <a:ext cx="323850" cy="282575"/>
        </p:xfrm>
        <a:graphic>
          <a:graphicData uri="http://schemas.openxmlformats.org/presentationml/2006/ole">
            <p:oleObj spid="_x0000_s20494" name="公式" r:id="rId15" imgW="203040" imgH="177480" progId="Equation.3">
              <p:embed/>
            </p:oleObj>
          </a:graphicData>
        </a:graphic>
      </p:graphicFrame>
      <p:sp>
        <p:nvSpPr>
          <p:cNvPr id="165907" name="Line 19"/>
          <p:cNvSpPr>
            <a:spLocks noChangeShapeType="1"/>
          </p:cNvSpPr>
          <p:nvPr/>
        </p:nvSpPr>
        <p:spPr bwMode="auto">
          <a:xfrm flipV="1">
            <a:off x="6300788" y="1497013"/>
            <a:ext cx="0" cy="1981200"/>
          </a:xfrm>
          <a:prstGeom prst="line">
            <a:avLst/>
          </a:prstGeom>
          <a:noFill/>
          <a:ln w="28575">
            <a:solidFill>
              <a:srgbClr val="000099"/>
            </a:solidFill>
            <a:round/>
            <a:headEnd/>
            <a:tailEnd type="triangle" w="sm" len="lg"/>
          </a:ln>
        </p:spPr>
        <p:txBody>
          <a:bodyPr wrap="none" anchor="ctr"/>
          <a:lstStyle/>
          <a:p>
            <a:endParaRPr lang="zh-CN" altLang="en-US"/>
          </a:p>
        </p:txBody>
      </p:sp>
      <p:sp>
        <p:nvSpPr>
          <p:cNvPr id="165908" name="Line 20"/>
          <p:cNvSpPr>
            <a:spLocks noChangeShapeType="1"/>
          </p:cNvSpPr>
          <p:nvPr/>
        </p:nvSpPr>
        <p:spPr bwMode="auto">
          <a:xfrm>
            <a:off x="6310313" y="1516063"/>
            <a:ext cx="1066800" cy="228600"/>
          </a:xfrm>
          <a:prstGeom prst="line">
            <a:avLst/>
          </a:prstGeom>
          <a:noFill/>
          <a:ln w="57150">
            <a:solidFill>
              <a:srgbClr val="CC0000"/>
            </a:solidFill>
            <a:round/>
            <a:headEnd/>
            <a:tailEnd type="triangle" w="sm" len="lg"/>
          </a:ln>
        </p:spPr>
        <p:txBody>
          <a:bodyPr wrap="none" anchor="ctr"/>
          <a:lstStyle/>
          <a:p>
            <a:endParaRPr lang="zh-CN" altLang="en-US"/>
          </a:p>
        </p:txBody>
      </p:sp>
      <p:sp>
        <p:nvSpPr>
          <p:cNvPr id="165909" name="Line 21"/>
          <p:cNvSpPr>
            <a:spLocks noChangeShapeType="1"/>
          </p:cNvSpPr>
          <p:nvPr/>
        </p:nvSpPr>
        <p:spPr bwMode="auto">
          <a:xfrm flipV="1">
            <a:off x="6300788" y="1039813"/>
            <a:ext cx="762000" cy="457200"/>
          </a:xfrm>
          <a:prstGeom prst="line">
            <a:avLst/>
          </a:prstGeom>
          <a:noFill/>
          <a:ln w="38100">
            <a:solidFill>
              <a:srgbClr val="00CC00"/>
            </a:solidFill>
            <a:round/>
            <a:headEnd/>
            <a:tailEnd type="triangle" w="sm" len="lg"/>
          </a:ln>
        </p:spPr>
        <p:txBody>
          <a:bodyPr wrap="none" anchor="ctr"/>
          <a:lstStyle/>
          <a:p>
            <a:endParaRPr lang="zh-CN" altLang="en-US"/>
          </a:p>
        </p:txBody>
      </p:sp>
      <p:graphicFrame>
        <p:nvGraphicFramePr>
          <p:cNvPr id="165910" name="Object 22"/>
          <p:cNvGraphicFramePr>
            <a:graphicFrameLocks noChangeAspect="1"/>
          </p:cNvGraphicFramePr>
          <p:nvPr/>
        </p:nvGraphicFramePr>
        <p:xfrm>
          <a:off x="6872288" y="692150"/>
          <a:ext cx="463550" cy="344488"/>
        </p:xfrm>
        <a:graphic>
          <a:graphicData uri="http://schemas.openxmlformats.org/presentationml/2006/ole">
            <p:oleObj spid="_x0000_s20495" name="公式" r:id="rId16" imgW="291960" imgH="215640" progId="Equation.3">
              <p:embed/>
            </p:oleObj>
          </a:graphicData>
        </a:graphic>
      </p:graphicFrame>
      <p:graphicFrame>
        <p:nvGraphicFramePr>
          <p:cNvPr id="165911" name="Object 23"/>
          <p:cNvGraphicFramePr>
            <a:graphicFrameLocks noChangeAspect="1"/>
          </p:cNvGraphicFramePr>
          <p:nvPr/>
        </p:nvGraphicFramePr>
        <p:xfrm>
          <a:off x="7334250" y="1404938"/>
          <a:ext cx="261938" cy="322262"/>
        </p:xfrm>
        <a:graphic>
          <a:graphicData uri="http://schemas.openxmlformats.org/presentationml/2006/ole">
            <p:oleObj spid="_x0000_s20496" name="公式" r:id="rId17" imgW="164880" imgH="203040" progId="Equation.3">
              <p:embed/>
            </p:oleObj>
          </a:graphicData>
        </a:graphic>
      </p:graphicFrame>
      <p:graphicFrame>
        <p:nvGraphicFramePr>
          <p:cNvPr id="165912" name="Object 24"/>
          <p:cNvGraphicFramePr>
            <a:graphicFrameLocks noChangeAspect="1"/>
          </p:cNvGraphicFramePr>
          <p:nvPr/>
        </p:nvGraphicFramePr>
        <p:xfrm>
          <a:off x="5894388" y="1773238"/>
          <a:ext cx="301625" cy="344487"/>
        </p:xfrm>
        <a:graphic>
          <a:graphicData uri="http://schemas.openxmlformats.org/presentationml/2006/ole">
            <p:oleObj spid="_x0000_s20497" name="公式" r:id="rId18" imgW="190440" imgH="215640" progId="Equation.3">
              <p:embed/>
            </p:oleObj>
          </a:graphicData>
        </a:graphic>
      </p:graphicFrame>
      <p:sp>
        <p:nvSpPr>
          <p:cNvPr id="165913" name="Line 25"/>
          <p:cNvSpPr>
            <a:spLocks noChangeShapeType="1"/>
          </p:cNvSpPr>
          <p:nvPr/>
        </p:nvSpPr>
        <p:spPr bwMode="auto">
          <a:xfrm rot="20803377" flipV="1">
            <a:off x="5670550" y="1503363"/>
            <a:ext cx="381000" cy="228600"/>
          </a:xfrm>
          <a:prstGeom prst="line">
            <a:avLst/>
          </a:prstGeom>
          <a:noFill/>
          <a:ln w="38100">
            <a:solidFill>
              <a:srgbClr val="CC0099"/>
            </a:solidFill>
            <a:round/>
            <a:headEnd/>
            <a:tailEnd type="triangle" w="sm" len="lg"/>
          </a:ln>
        </p:spPr>
        <p:txBody>
          <a:bodyPr wrap="none" anchor="ctr"/>
          <a:lstStyle/>
          <a:p>
            <a:endParaRPr lang="zh-CN" altLang="en-US"/>
          </a:p>
        </p:txBody>
      </p:sp>
      <p:graphicFrame>
        <p:nvGraphicFramePr>
          <p:cNvPr id="165914" name="Object 26"/>
          <p:cNvGraphicFramePr>
            <a:graphicFrameLocks noChangeAspect="1"/>
          </p:cNvGraphicFramePr>
          <p:nvPr/>
        </p:nvGraphicFramePr>
        <p:xfrm>
          <a:off x="5651500" y="1277938"/>
          <a:ext cx="320675" cy="366712"/>
        </p:xfrm>
        <a:graphic>
          <a:graphicData uri="http://schemas.openxmlformats.org/presentationml/2006/ole">
            <p:oleObj spid="_x0000_s20498" name="公式" r:id="rId19" imgW="177480" imgH="203040" progId="Equation.3">
              <p:embed/>
            </p:oleObj>
          </a:graphicData>
        </a:graphic>
      </p:graphicFrame>
      <p:graphicFrame>
        <p:nvGraphicFramePr>
          <p:cNvPr id="165915" name="Object 27"/>
          <p:cNvGraphicFramePr>
            <a:graphicFrameLocks noChangeAspect="1"/>
          </p:cNvGraphicFramePr>
          <p:nvPr/>
        </p:nvGraphicFramePr>
        <p:xfrm>
          <a:off x="7585075" y="2006600"/>
          <a:ext cx="244475" cy="261938"/>
        </p:xfrm>
        <a:graphic>
          <a:graphicData uri="http://schemas.openxmlformats.org/presentationml/2006/ole">
            <p:oleObj spid="_x0000_s20499" name="公式" r:id="rId20" imgW="152280" imgH="164880" progId="Equation.3">
              <p:embed/>
            </p:oleObj>
          </a:graphicData>
        </a:graphic>
      </p:graphicFrame>
      <p:graphicFrame>
        <p:nvGraphicFramePr>
          <p:cNvPr id="165916" name="Object 28"/>
          <p:cNvGraphicFramePr>
            <a:graphicFrameLocks noChangeAspect="1"/>
          </p:cNvGraphicFramePr>
          <p:nvPr/>
        </p:nvGraphicFramePr>
        <p:xfrm>
          <a:off x="6119813" y="3482975"/>
          <a:ext cx="266700" cy="285750"/>
        </p:xfrm>
        <a:graphic>
          <a:graphicData uri="http://schemas.openxmlformats.org/presentationml/2006/ole">
            <p:oleObj spid="_x0000_s20500" name="公式" r:id="rId21" imgW="164880" imgH="177480" progId="Equation.3">
              <p:embed/>
            </p:oleObj>
          </a:graphicData>
        </a:graphic>
      </p:graphicFrame>
      <p:sp>
        <p:nvSpPr>
          <p:cNvPr id="165917" name="Rectangle 29"/>
          <p:cNvSpPr>
            <a:spLocks noChangeArrowheads="1"/>
          </p:cNvSpPr>
          <p:nvPr/>
        </p:nvSpPr>
        <p:spPr bwMode="auto">
          <a:xfrm>
            <a:off x="3857625" y="5480050"/>
            <a:ext cx="5106988" cy="461963"/>
          </a:xfrm>
          <a:prstGeom prst="rect">
            <a:avLst/>
          </a:prstGeom>
          <a:noFill/>
          <a:ln w="9525" algn="ctr">
            <a:noFill/>
            <a:miter lim="800000"/>
            <a:headEnd/>
            <a:tailEnd/>
          </a:ln>
        </p:spPr>
        <p:txBody>
          <a:bodyPr>
            <a:spAutoFit/>
          </a:bodyPr>
          <a:lstStyle/>
          <a:p>
            <a:pPr>
              <a:spcBef>
                <a:spcPct val="50000"/>
              </a:spcBef>
            </a:pPr>
            <a:r>
              <a:rPr kumimoji="1" lang="en-US" altLang="zh-CN" sz="2400">
                <a:solidFill>
                  <a:srgbClr val="006600"/>
                </a:solidFill>
                <a:latin typeface="Times New Roman" pitchFamily="18" charset="0"/>
              </a:rPr>
              <a:t>(</a:t>
            </a:r>
            <a:r>
              <a:rPr kumimoji="1" lang="zh-CN" altLang="en-US" sz="2400">
                <a:solidFill>
                  <a:srgbClr val="006600"/>
                </a:solidFill>
                <a:latin typeface="Times New Roman" pitchFamily="18" charset="0"/>
              </a:rPr>
              <a:t>方向：沿着曲线在该点的切线方向</a:t>
            </a:r>
            <a:r>
              <a:rPr kumimoji="1" lang="en-US" altLang="zh-CN" sz="2400">
                <a:solidFill>
                  <a:srgbClr val="006600"/>
                </a:solidFill>
                <a:latin typeface="Times New Roman" pitchFamily="18" charset="0"/>
              </a:rPr>
              <a:t>)</a:t>
            </a:r>
          </a:p>
        </p:txBody>
      </p:sp>
      <p:sp>
        <p:nvSpPr>
          <p:cNvPr id="165918" name="Rectangle 30"/>
          <p:cNvSpPr>
            <a:spLocks noChangeArrowheads="1"/>
          </p:cNvSpPr>
          <p:nvPr/>
        </p:nvSpPr>
        <p:spPr bwMode="auto">
          <a:xfrm>
            <a:off x="6524625" y="3306763"/>
            <a:ext cx="1279525" cy="396875"/>
          </a:xfrm>
          <a:prstGeom prst="rect">
            <a:avLst/>
          </a:prstGeom>
          <a:noFill/>
          <a:ln w="9525" algn="ctr">
            <a:noFill/>
            <a:miter lim="800000"/>
            <a:headEnd/>
            <a:tailEnd/>
          </a:ln>
        </p:spPr>
        <p:txBody>
          <a:bodyPr>
            <a:spAutoFit/>
          </a:bodyPr>
          <a:lstStyle/>
          <a:p>
            <a:pPr>
              <a:spcBef>
                <a:spcPct val="50000"/>
              </a:spcBef>
            </a:pPr>
            <a:r>
              <a:rPr kumimoji="1" lang="zh-CN" altLang="en-US" sz="2000">
                <a:solidFill>
                  <a:srgbClr val="000066"/>
                </a:solidFill>
                <a:latin typeface="Times New Roman" pitchFamily="18" charset="0"/>
                <a:ea typeface="楷体_GB2312" pitchFamily="49" charset="-122"/>
              </a:rPr>
              <a:t>参考物</a:t>
            </a:r>
          </a:p>
        </p:txBody>
      </p:sp>
      <p:sp>
        <p:nvSpPr>
          <p:cNvPr id="165919" name="Freeform 31"/>
          <p:cNvSpPr>
            <a:spLocks/>
          </p:cNvSpPr>
          <p:nvPr/>
        </p:nvSpPr>
        <p:spPr bwMode="auto">
          <a:xfrm>
            <a:off x="5792788" y="1409700"/>
            <a:ext cx="2279650" cy="638175"/>
          </a:xfrm>
          <a:custGeom>
            <a:avLst/>
            <a:gdLst>
              <a:gd name="T0" fmla="*/ 0 w 1436"/>
              <a:gd name="T1" fmla="*/ 874495144 h 402"/>
              <a:gd name="T2" fmla="*/ 241935017 w 1436"/>
              <a:gd name="T3" fmla="*/ 617437498 h 402"/>
              <a:gd name="T4" fmla="*/ 604837493 w 1436"/>
              <a:gd name="T5" fmla="*/ 299897808 h 402"/>
              <a:gd name="T6" fmla="*/ 914816011 w 1436"/>
              <a:gd name="T7" fmla="*/ 103327193 h 402"/>
              <a:gd name="T8" fmla="*/ 1345763377 w 1436"/>
              <a:gd name="T9" fmla="*/ 5040313 h 402"/>
              <a:gd name="T10" fmla="*/ 1837193282 w 1436"/>
              <a:gd name="T11" fmla="*/ 73083740 h 402"/>
              <a:gd name="T12" fmla="*/ 2147483647 w 1436"/>
              <a:gd name="T13" fmla="*/ 345262194 h 402"/>
              <a:gd name="T14" fmla="*/ 2147483647 w 1436"/>
              <a:gd name="T15" fmla="*/ 579635960 h 402"/>
              <a:gd name="T16" fmla="*/ 2147483647 w 1436"/>
              <a:gd name="T17" fmla="*/ 904737010 h 402"/>
              <a:gd name="T18" fmla="*/ 2147483647 w 1436"/>
              <a:gd name="T19" fmla="*/ 997981969 h 402"/>
              <a:gd name="T20" fmla="*/ 2147483647 w 1436"/>
              <a:gd name="T21" fmla="*/ 997981969 h 4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36"/>
              <a:gd name="T34" fmla="*/ 0 h 402"/>
              <a:gd name="T35" fmla="*/ 1436 w 1436"/>
              <a:gd name="T36" fmla="*/ 402 h 4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36" h="402">
                <a:moveTo>
                  <a:pt x="0" y="347"/>
                </a:moveTo>
                <a:cubicBezTo>
                  <a:pt x="16" y="330"/>
                  <a:pt x="56" y="283"/>
                  <a:pt x="96" y="245"/>
                </a:cubicBezTo>
                <a:cubicBezTo>
                  <a:pt x="136" y="207"/>
                  <a:pt x="196" y="153"/>
                  <a:pt x="240" y="119"/>
                </a:cubicBezTo>
                <a:cubicBezTo>
                  <a:pt x="284" y="85"/>
                  <a:pt x="314" y="60"/>
                  <a:pt x="363" y="41"/>
                </a:cubicBezTo>
                <a:cubicBezTo>
                  <a:pt x="412" y="22"/>
                  <a:pt x="473" y="4"/>
                  <a:pt x="534" y="2"/>
                </a:cubicBezTo>
                <a:cubicBezTo>
                  <a:pt x="595" y="0"/>
                  <a:pt x="665" y="7"/>
                  <a:pt x="729" y="29"/>
                </a:cubicBezTo>
                <a:cubicBezTo>
                  <a:pt x="793" y="51"/>
                  <a:pt x="867" y="103"/>
                  <a:pt x="918" y="137"/>
                </a:cubicBezTo>
                <a:cubicBezTo>
                  <a:pt x="969" y="171"/>
                  <a:pt x="982" y="193"/>
                  <a:pt x="1032" y="230"/>
                </a:cubicBezTo>
                <a:cubicBezTo>
                  <a:pt x="1082" y="267"/>
                  <a:pt x="1162" y="331"/>
                  <a:pt x="1217" y="359"/>
                </a:cubicBezTo>
                <a:cubicBezTo>
                  <a:pt x="1272" y="387"/>
                  <a:pt x="1327" y="390"/>
                  <a:pt x="1363" y="396"/>
                </a:cubicBezTo>
                <a:cubicBezTo>
                  <a:pt x="1399" y="402"/>
                  <a:pt x="1417" y="399"/>
                  <a:pt x="1436" y="396"/>
                </a:cubicBezTo>
              </a:path>
            </a:pathLst>
          </a:custGeom>
          <a:noFill/>
          <a:ln w="38100">
            <a:solidFill>
              <a:schemeClr val="hlink"/>
            </a:solidFill>
            <a:round/>
            <a:headEnd/>
            <a:tailEnd/>
          </a:ln>
        </p:spPr>
        <p:txBody>
          <a:bodyPr/>
          <a:lstStyle/>
          <a:p>
            <a:endParaRPr lang="zh-CN" altLang="en-US"/>
          </a:p>
        </p:txBody>
      </p:sp>
      <p:sp>
        <p:nvSpPr>
          <p:cNvPr id="165920" name="Rectangle 32"/>
          <p:cNvSpPr>
            <a:spLocks noChangeArrowheads="1"/>
          </p:cNvSpPr>
          <p:nvPr/>
        </p:nvSpPr>
        <p:spPr bwMode="auto">
          <a:xfrm>
            <a:off x="5805488" y="1368425"/>
            <a:ext cx="361950" cy="701675"/>
          </a:xfrm>
          <a:prstGeom prst="rect">
            <a:avLst/>
          </a:prstGeom>
          <a:noFill/>
          <a:ln w="9525">
            <a:noFill/>
            <a:miter lim="800000"/>
            <a:headEnd/>
            <a:tailEnd/>
          </a:ln>
        </p:spPr>
        <p:txBody>
          <a:bodyPr wrap="none" anchor="ctr">
            <a:spAutoFit/>
          </a:bodyPr>
          <a:lstStyle/>
          <a:p>
            <a:pPr algn="ctr"/>
            <a:r>
              <a:rPr kumimoji="1" lang="en-US" altLang="zh-CN" sz="4000">
                <a:solidFill>
                  <a:srgbClr val="008000"/>
                </a:solidFill>
                <a:latin typeface="Times New Roman" pitchFamily="18" charset="0"/>
              </a:rPr>
              <a:t>•</a:t>
            </a:r>
            <a:endParaRPr kumimoji="1" lang="en-US" altLang="zh-CN" sz="2400">
              <a:solidFill>
                <a:srgbClr val="008000"/>
              </a:solidFill>
              <a:latin typeface="Times New Roman" pitchFamily="18" charset="0"/>
            </a:endParaRPr>
          </a:p>
        </p:txBody>
      </p:sp>
      <p:graphicFrame>
        <p:nvGraphicFramePr>
          <p:cNvPr id="165921" name="Object 33"/>
          <p:cNvGraphicFramePr>
            <a:graphicFrameLocks noChangeAspect="1"/>
          </p:cNvGraphicFramePr>
          <p:nvPr/>
        </p:nvGraphicFramePr>
        <p:xfrm>
          <a:off x="2260600" y="1925638"/>
          <a:ext cx="1709738" cy="730250"/>
        </p:xfrm>
        <a:graphic>
          <a:graphicData uri="http://schemas.openxmlformats.org/presentationml/2006/ole">
            <p:oleObj spid="_x0000_s20501" name="公式" r:id="rId22" imgW="952200" imgH="406080" progId="Equation.3">
              <p:embed/>
            </p:oleObj>
          </a:graphicData>
        </a:graphic>
      </p:graphicFrame>
      <p:graphicFrame>
        <p:nvGraphicFramePr>
          <p:cNvPr id="165922" name="Object 34"/>
          <p:cNvGraphicFramePr>
            <a:graphicFrameLocks noChangeAspect="1"/>
          </p:cNvGraphicFramePr>
          <p:nvPr/>
        </p:nvGraphicFramePr>
        <p:xfrm>
          <a:off x="3417888" y="2971800"/>
          <a:ext cx="1663700" cy="730250"/>
        </p:xfrm>
        <a:graphic>
          <a:graphicData uri="http://schemas.openxmlformats.org/presentationml/2006/ole">
            <p:oleObj spid="_x0000_s20502" name="公式" r:id="rId23" imgW="927000" imgH="406080" progId="Equation.3">
              <p:embed/>
            </p:oleObj>
          </a:graphicData>
        </a:graphic>
      </p:graphicFrame>
      <p:graphicFrame>
        <p:nvGraphicFramePr>
          <p:cNvPr id="165923" name="Object 35"/>
          <p:cNvGraphicFramePr>
            <a:graphicFrameLocks noChangeAspect="1"/>
          </p:cNvGraphicFramePr>
          <p:nvPr/>
        </p:nvGraphicFramePr>
        <p:xfrm>
          <a:off x="6034088" y="962025"/>
          <a:ext cx="400050" cy="323850"/>
        </p:xfrm>
        <a:graphic>
          <a:graphicData uri="http://schemas.openxmlformats.org/presentationml/2006/ole">
            <p:oleObj spid="_x0000_s20503" name="公式" r:id="rId24" imgW="266400" imgH="215640" progId="Equation.3">
              <p:embed/>
            </p:oleObj>
          </a:graphicData>
        </a:graphic>
      </p:graphicFrame>
      <p:graphicFrame>
        <p:nvGraphicFramePr>
          <p:cNvPr id="165924" name="Object 36"/>
          <p:cNvGraphicFramePr>
            <a:graphicFrameLocks noChangeAspect="1"/>
          </p:cNvGraphicFramePr>
          <p:nvPr/>
        </p:nvGraphicFramePr>
        <p:xfrm>
          <a:off x="7605713" y="1368425"/>
          <a:ext cx="838200" cy="323850"/>
        </p:xfrm>
        <a:graphic>
          <a:graphicData uri="http://schemas.openxmlformats.org/presentationml/2006/ole">
            <p:oleObj spid="_x0000_s20504" name="公式" r:id="rId25" imgW="558720" imgH="21564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5892"/>
                                        </p:tgtEl>
                                        <p:attrNameLst>
                                          <p:attrName>style.visibility</p:attrName>
                                        </p:attrNameLst>
                                      </p:cBhvr>
                                      <p:to>
                                        <p:strVal val="visible"/>
                                      </p:to>
                                    </p:set>
                                    <p:animEffect transition="in" filter="wipe(left)">
                                      <p:cBhvr>
                                        <p:cTn id="7" dur="500"/>
                                        <p:tgtEl>
                                          <p:spTgt spid="16589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5919"/>
                                        </p:tgtEl>
                                        <p:attrNameLst>
                                          <p:attrName>style.visibility</p:attrName>
                                        </p:attrNameLst>
                                      </p:cBhvr>
                                      <p:to>
                                        <p:strVal val="visible"/>
                                      </p:to>
                                    </p:set>
                                    <p:animEffect transition="in" filter="wipe(left)">
                                      <p:cBhvr>
                                        <p:cTn id="12" dur="500"/>
                                        <p:tgtEl>
                                          <p:spTgt spid="165919"/>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65915"/>
                                        </p:tgtEl>
                                        <p:attrNameLst>
                                          <p:attrName>style.visibility</p:attrName>
                                        </p:attrNameLst>
                                      </p:cBhvr>
                                      <p:to>
                                        <p:strVal val="visible"/>
                                      </p:to>
                                    </p:set>
                                    <p:animEffect transition="in" filter="wipe(left)">
                                      <p:cBhvr>
                                        <p:cTn id="16" dur="500"/>
                                        <p:tgtEl>
                                          <p:spTgt spid="16591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65920"/>
                                        </p:tgtEl>
                                        <p:attrNameLst>
                                          <p:attrName>style.visibility</p:attrName>
                                        </p:attrNameLst>
                                      </p:cBhvr>
                                      <p:to>
                                        <p:strVal val="visible"/>
                                      </p:to>
                                    </p:se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165912"/>
                                        </p:tgtEl>
                                        <p:attrNameLst>
                                          <p:attrName>style.visibility</p:attrName>
                                        </p:attrNameLst>
                                      </p:cBhvr>
                                      <p:to>
                                        <p:strVal val="visible"/>
                                      </p:to>
                                    </p:set>
                                    <p:animEffect transition="in" filter="wipe(left)">
                                      <p:cBhvr>
                                        <p:cTn id="24" dur="500"/>
                                        <p:tgtEl>
                                          <p:spTgt spid="16591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65913"/>
                                        </p:tgtEl>
                                        <p:attrNameLst>
                                          <p:attrName>style.visibility</p:attrName>
                                        </p:attrNameLst>
                                      </p:cBhvr>
                                      <p:to>
                                        <p:strVal val="visible"/>
                                      </p:to>
                                    </p:set>
                                    <p:animEffect transition="in" filter="wipe(left)">
                                      <p:cBhvr>
                                        <p:cTn id="29" dur="500"/>
                                        <p:tgtEl>
                                          <p:spTgt spid="165913"/>
                                        </p:tgtEl>
                                      </p:cBhvr>
                                    </p:animEffect>
                                  </p:childTnLst>
                                </p:cTn>
                              </p:par>
                            </p:childTnLst>
                          </p:cTn>
                        </p:par>
                        <p:par>
                          <p:cTn id="30" fill="hold">
                            <p:stCondLst>
                              <p:cond delay="500"/>
                            </p:stCondLst>
                            <p:childTnLst>
                              <p:par>
                                <p:cTn id="31" presetID="1" presetClass="entr" presetSubtype="0" fill="hold" nodeType="afterEffect">
                                  <p:stCondLst>
                                    <p:cond delay="0"/>
                                  </p:stCondLst>
                                  <p:childTnLst>
                                    <p:set>
                                      <p:cBhvr>
                                        <p:cTn id="32" dur="1" fill="hold">
                                          <p:stCondLst>
                                            <p:cond delay="499"/>
                                          </p:stCondLst>
                                        </p:cTn>
                                        <p:tgtEl>
                                          <p:spTgt spid="1659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499"/>
                                          </p:stCondLst>
                                        </p:cTn>
                                        <p:tgtEl>
                                          <p:spTgt spid="16590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65923"/>
                                        </p:tgtEl>
                                        <p:attrNameLst>
                                          <p:attrName>style.visibility</p:attrName>
                                        </p:attrNameLst>
                                      </p:cBhvr>
                                      <p:to>
                                        <p:strVal val="visible"/>
                                      </p:to>
                                    </p:set>
                                    <p:animEffect transition="in" filter="wipe(left)">
                                      <p:cBhvr>
                                        <p:cTn id="41" dur="500"/>
                                        <p:tgtEl>
                                          <p:spTgt spid="16592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65909"/>
                                        </p:tgtEl>
                                        <p:attrNameLst>
                                          <p:attrName>style.visibility</p:attrName>
                                        </p:attrNameLst>
                                      </p:cBhvr>
                                      <p:to>
                                        <p:strVal val="visible"/>
                                      </p:to>
                                    </p:set>
                                    <p:animEffect transition="in" filter="wipe(left)">
                                      <p:cBhvr>
                                        <p:cTn id="46" dur="500"/>
                                        <p:tgtEl>
                                          <p:spTgt spid="165909"/>
                                        </p:tgtEl>
                                      </p:cBhvr>
                                    </p:animEffect>
                                  </p:childTnLst>
                                </p:cTn>
                              </p:par>
                            </p:childTnLst>
                          </p:cTn>
                        </p:par>
                        <p:par>
                          <p:cTn id="47" fill="hold">
                            <p:stCondLst>
                              <p:cond delay="500"/>
                            </p:stCondLst>
                            <p:childTnLst>
                              <p:par>
                                <p:cTn id="48" presetID="1" presetClass="entr" presetSubtype="0" fill="hold" nodeType="afterEffect">
                                  <p:stCondLst>
                                    <p:cond delay="0"/>
                                  </p:stCondLst>
                                  <p:childTnLst>
                                    <p:set>
                                      <p:cBhvr>
                                        <p:cTn id="49" dur="1" fill="hold">
                                          <p:stCondLst>
                                            <p:cond delay="499"/>
                                          </p:stCondLst>
                                        </p:cTn>
                                        <p:tgtEl>
                                          <p:spTgt spid="16591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499"/>
                                          </p:stCondLst>
                                        </p:cTn>
                                        <p:tgtEl>
                                          <p:spTgt spid="165911"/>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65924"/>
                                        </p:tgtEl>
                                        <p:attrNameLst>
                                          <p:attrName>style.visibility</p:attrName>
                                        </p:attrNameLst>
                                      </p:cBhvr>
                                      <p:to>
                                        <p:strVal val="visible"/>
                                      </p:to>
                                    </p:set>
                                    <p:animEffect transition="in" filter="wipe(left)">
                                      <p:cBhvr>
                                        <p:cTn id="58" dur="500"/>
                                        <p:tgtEl>
                                          <p:spTgt spid="165924"/>
                                        </p:tgtEl>
                                      </p:cBhvr>
                                    </p:animEffect>
                                  </p:childTnLst>
                                </p:cTn>
                              </p:par>
                            </p:childTnLst>
                          </p:cTn>
                        </p:par>
                      </p:childTnLst>
                    </p:cTn>
                  </p:par>
                  <p:par>
                    <p:cTn id="59" fill="hold">
                      <p:stCondLst>
                        <p:cond delay="indefinite"/>
                      </p:stCondLst>
                      <p:childTnLst>
                        <p:par>
                          <p:cTn id="60" fill="hold">
                            <p:stCondLst>
                              <p:cond delay="0"/>
                            </p:stCondLst>
                            <p:childTnLst>
                              <p:par>
                                <p:cTn id="61" presetID="4" presetClass="entr" presetSubtype="32" fill="hold" grpId="0" nodeType="clickEffect">
                                  <p:stCondLst>
                                    <p:cond delay="0"/>
                                  </p:stCondLst>
                                  <p:childTnLst>
                                    <p:set>
                                      <p:cBhvr>
                                        <p:cTn id="62" dur="1" fill="hold">
                                          <p:stCondLst>
                                            <p:cond delay="0"/>
                                          </p:stCondLst>
                                        </p:cTn>
                                        <p:tgtEl>
                                          <p:spTgt spid="165890"/>
                                        </p:tgtEl>
                                        <p:attrNameLst>
                                          <p:attrName>style.visibility</p:attrName>
                                        </p:attrNameLst>
                                      </p:cBhvr>
                                      <p:to>
                                        <p:strVal val="visible"/>
                                      </p:to>
                                    </p:set>
                                    <p:animEffect transition="in" filter="box(out)">
                                      <p:cBhvr>
                                        <p:cTn id="63" dur="500"/>
                                        <p:tgtEl>
                                          <p:spTgt spid="165890"/>
                                        </p:tgtEl>
                                      </p:cBhvr>
                                    </p:animEffect>
                                  </p:childTnLst>
                                </p:cTn>
                              </p:par>
                            </p:childTnLst>
                          </p:cTn>
                        </p:par>
                        <p:par>
                          <p:cTn id="64" fill="hold">
                            <p:stCondLst>
                              <p:cond delay="500"/>
                            </p:stCondLst>
                            <p:childTnLst>
                              <p:par>
                                <p:cTn id="65" presetID="22" presetClass="entr" presetSubtype="8" fill="hold" grpId="0" nodeType="afterEffect">
                                  <p:stCondLst>
                                    <p:cond delay="0"/>
                                  </p:stCondLst>
                                  <p:childTnLst>
                                    <p:set>
                                      <p:cBhvr>
                                        <p:cTn id="66" dur="1" fill="hold">
                                          <p:stCondLst>
                                            <p:cond delay="0"/>
                                          </p:stCondLst>
                                        </p:cTn>
                                        <p:tgtEl>
                                          <p:spTgt spid="165918"/>
                                        </p:tgtEl>
                                        <p:attrNameLst>
                                          <p:attrName>style.visibility</p:attrName>
                                        </p:attrNameLst>
                                      </p:cBhvr>
                                      <p:to>
                                        <p:strVal val="visible"/>
                                      </p:to>
                                    </p:set>
                                    <p:animEffect transition="in" filter="wipe(left)">
                                      <p:cBhvr>
                                        <p:cTn id="67" dur="500"/>
                                        <p:tgtEl>
                                          <p:spTgt spid="165918"/>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499"/>
                                          </p:stCondLst>
                                        </p:cTn>
                                        <p:tgtEl>
                                          <p:spTgt spid="165916"/>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22" presetClass="entr" presetSubtype="4" fill="hold" grpId="0" nodeType="clickEffect">
                                  <p:stCondLst>
                                    <p:cond delay="0"/>
                                  </p:stCondLst>
                                  <p:childTnLst>
                                    <p:set>
                                      <p:cBhvr>
                                        <p:cTn id="75" dur="1" fill="hold">
                                          <p:stCondLst>
                                            <p:cond delay="0"/>
                                          </p:stCondLst>
                                        </p:cTn>
                                        <p:tgtEl>
                                          <p:spTgt spid="165907"/>
                                        </p:tgtEl>
                                        <p:attrNameLst>
                                          <p:attrName>style.visibility</p:attrName>
                                        </p:attrNameLst>
                                      </p:cBhvr>
                                      <p:to>
                                        <p:strVal val="visible"/>
                                      </p:to>
                                    </p:set>
                                    <p:animEffect transition="in" filter="wipe(down)">
                                      <p:cBhvr>
                                        <p:cTn id="76" dur="500"/>
                                        <p:tgtEl>
                                          <p:spTgt spid="165907"/>
                                        </p:tgtEl>
                                      </p:cBhvr>
                                    </p:animEffect>
                                  </p:childTnLst>
                                </p:cTn>
                              </p:par>
                            </p:childTnLst>
                          </p:cTn>
                        </p:par>
                        <p:par>
                          <p:cTn id="77" fill="hold">
                            <p:stCondLst>
                              <p:cond delay="500"/>
                            </p:stCondLst>
                            <p:childTnLst>
                              <p:par>
                                <p:cTn id="78" presetID="22" presetClass="entr" presetSubtype="8" fill="hold" nodeType="afterEffect">
                                  <p:stCondLst>
                                    <p:cond delay="0"/>
                                  </p:stCondLst>
                                  <p:childTnLst>
                                    <p:set>
                                      <p:cBhvr>
                                        <p:cTn id="79" dur="1" fill="hold">
                                          <p:stCondLst>
                                            <p:cond delay="0"/>
                                          </p:stCondLst>
                                        </p:cTn>
                                        <p:tgtEl>
                                          <p:spTgt spid="165902"/>
                                        </p:tgtEl>
                                        <p:attrNameLst>
                                          <p:attrName>style.visibility</p:attrName>
                                        </p:attrNameLst>
                                      </p:cBhvr>
                                      <p:to>
                                        <p:strVal val="visible"/>
                                      </p:to>
                                    </p:set>
                                    <p:animEffect transition="in" filter="wipe(left)">
                                      <p:cBhvr>
                                        <p:cTn id="80" dur="500"/>
                                        <p:tgtEl>
                                          <p:spTgt spid="165902"/>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4" fill="hold" grpId="0" nodeType="clickEffect">
                                  <p:stCondLst>
                                    <p:cond delay="0"/>
                                  </p:stCondLst>
                                  <p:childTnLst>
                                    <p:set>
                                      <p:cBhvr>
                                        <p:cTn id="84" dur="1" fill="hold">
                                          <p:stCondLst>
                                            <p:cond delay="0"/>
                                          </p:stCondLst>
                                        </p:cTn>
                                        <p:tgtEl>
                                          <p:spTgt spid="165901"/>
                                        </p:tgtEl>
                                        <p:attrNameLst>
                                          <p:attrName>style.visibility</p:attrName>
                                        </p:attrNameLst>
                                      </p:cBhvr>
                                      <p:to>
                                        <p:strVal val="visible"/>
                                      </p:to>
                                    </p:set>
                                    <p:animEffect transition="in" filter="wipe(down)">
                                      <p:cBhvr>
                                        <p:cTn id="85" dur="500"/>
                                        <p:tgtEl>
                                          <p:spTgt spid="165901"/>
                                        </p:tgtEl>
                                      </p:cBhvr>
                                    </p:animEffect>
                                  </p:childTnLst>
                                </p:cTn>
                              </p:par>
                            </p:childTnLst>
                          </p:cTn>
                        </p:par>
                        <p:par>
                          <p:cTn id="86" fill="hold">
                            <p:stCondLst>
                              <p:cond delay="500"/>
                            </p:stCondLst>
                            <p:childTnLst>
                              <p:par>
                                <p:cTn id="87" presetID="22" presetClass="entr" presetSubtype="8" fill="hold" nodeType="afterEffect">
                                  <p:stCondLst>
                                    <p:cond delay="0"/>
                                  </p:stCondLst>
                                  <p:childTnLst>
                                    <p:set>
                                      <p:cBhvr>
                                        <p:cTn id="88" dur="1" fill="hold">
                                          <p:stCondLst>
                                            <p:cond delay="0"/>
                                          </p:stCondLst>
                                        </p:cTn>
                                        <p:tgtEl>
                                          <p:spTgt spid="165903"/>
                                        </p:tgtEl>
                                        <p:attrNameLst>
                                          <p:attrName>style.visibility</p:attrName>
                                        </p:attrNameLst>
                                      </p:cBhvr>
                                      <p:to>
                                        <p:strVal val="visible"/>
                                      </p:to>
                                    </p:set>
                                    <p:animEffect transition="in" filter="wipe(left)">
                                      <p:cBhvr>
                                        <p:cTn id="89" dur="500"/>
                                        <p:tgtEl>
                                          <p:spTgt spid="165903"/>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165908"/>
                                        </p:tgtEl>
                                        <p:attrNameLst>
                                          <p:attrName>style.visibility</p:attrName>
                                        </p:attrNameLst>
                                      </p:cBhvr>
                                      <p:to>
                                        <p:strVal val="visible"/>
                                      </p:to>
                                    </p:set>
                                    <p:animEffect transition="in" filter="wipe(left)">
                                      <p:cBhvr>
                                        <p:cTn id="94" dur="500"/>
                                        <p:tgtEl>
                                          <p:spTgt spid="165908"/>
                                        </p:tgtEl>
                                      </p:cBhvr>
                                    </p:animEffect>
                                  </p:childTnLst>
                                </p:cTn>
                              </p:par>
                            </p:childTnLst>
                          </p:cTn>
                        </p:par>
                        <p:par>
                          <p:cTn id="95" fill="hold">
                            <p:stCondLst>
                              <p:cond delay="500"/>
                            </p:stCondLst>
                            <p:childTnLst>
                              <p:par>
                                <p:cTn id="96" presetID="22" presetClass="entr" presetSubtype="8" fill="hold" nodeType="afterEffect">
                                  <p:stCondLst>
                                    <p:cond delay="0"/>
                                  </p:stCondLst>
                                  <p:childTnLst>
                                    <p:set>
                                      <p:cBhvr>
                                        <p:cTn id="97" dur="1" fill="hold">
                                          <p:stCondLst>
                                            <p:cond delay="0"/>
                                          </p:stCondLst>
                                        </p:cTn>
                                        <p:tgtEl>
                                          <p:spTgt spid="165904"/>
                                        </p:tgtEl>
                                        <p:attrNameLst>
                                          <p:attrName>style.visibility</p:attrName>
                                        </p:attrNameLst>
                                      </p:cBhvr>
                                      <p:to>
                                        <p:strVal val="visible"/>
                                      </p:to>
                                    </p:set>
                                    <p:animEffect transition="in" filter="wipe(left)">
                                      <p:cBhvr>
                                        <p:cTn id="98" dur="500"/>
                                        <p:tgtEl>
                                          <p:spTgt spid="165904"/>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nodeType="clickEffect">
                                  <p:stCondLst>
                                    <p:cond delay="0"/>
                                  </p:stCondLst>
                                  <p:childTnLst>
                                    <p:set>
                                      <p:cBhvr>
                                        <p:cTn id="102" dur="1" fill="hold">
                                          <p:stCondLst>
                                            <p:cond delay="0"/>
                                          </p:stCondLst>
                                        </p:cTn>
                                        <p:tgtEl>
                                          <p:spTgt spid="165906"/>
                                        </p:tgtEl>
                                        <p:attrNameLst>
                                          <p:attrName>style.visibility</p:attrName>
                                        </p:attrNameLst>
                                      </p:cBhvr>
                                      <p:to>
                                        <p:strVal val="visible"/>
                                      </p:to>
                                    </p:set>
                                    <p:animEffect transition="in" filter="wipe(left)">
                                      <p:cBhvr>
                                        <p:cTn id="103" dur="500"/>
                                        <p:tgtEl>
                                          <p:spTgt spid="165906"/>
                                        </p:tgtEl>
                                      </p:cBhvr>
                                    </p:animEffect>
                                  </p:childTnLst>
                                </p:cTn>
                              </p:par>
                            </p:childTnLst>
                          </p:cTn>
                        </p:par>
                      </p:childTnLst>
                    </p:cTn>
                  </p:par>
                  <p:par>
                    <p:cTn id="104" fill="hold">
                      <p:stCondLst>
                        <p:cond delay="indefinite"/>
                      </p:stCondLst>
                      <p:childTnLst>
                        <p:par>
                          <p:cTn id="105" fill="hold">
                            <p:stCondLst>
                              <p:cond delay="0"/>
                            </p:stCondLst>
                            <p:childTnLst>
                              <p:par>
                                <p:cTn id="106" presetID="23" presetClass="entr" presetSubtype="16" fill="hold" nodeType="clickEffect">
                                  <p:stCondLst>
                                    <p:cond delay="0"/>
                                  </p:stCondLst>
                                  <p:childTnLst>
                                    <p:set>
                                      <p:cBhvr>
                                        <p:cTn id="107" dur="1" fill="hold">
                                          <p:stCondLst>
                                            <p:cond delay="0"/>
                                          </p:stCondLst>
                                        </p:cTn>
                                        <p:tgtEl>
                                          <p:spTgt spid="165893"/>
                                        </p:tgtEl>
                                        <p:attrNameLst>
                                          <p:attrName>style.visibility</p:attrName>
                                        </p:attrNameLst>
                                      </p:cBhvr>
                                      <p:to>
                                        <p:strVal val="visible"/>
                                      </p:to>
                                    </p:set>
                                    <p:anim calcmode="lin" valueType="num">
                                      <p:cBhvr>
                                        <p:cTn id="108" dur="500" fill="hold"/>
                                        <p:tgtEl>
                                          <p:spTgt spid="165893"/>
                                        </p:tgtEl>
                                        <p:attrNameLst>
                                          <p:attrName>ppt_w</p:attrName>
                                        </p:attrNameLst>
                                      </p:cBhvr>
                                      <p:tavLst>
                                        <p:tav tm="0">
                                          <p:val>
                                            <p:fltVal val="0"/>
                                          </p:val>
                                        </p:tav>
                                        <p:tav tm="100000">
                                          <p:val>
                                            <p:strVal val="#ppt_w"/>
                                          </p:val>
                                        </p:tav>
                                      </p:tavLst>
                                    </p:anim>
                                    <p:anim calcmode="lin" valueType="num">
                                      <p:cBhvr>
                                        <p:cTn id="109" dur="500" fill="hold"/>
                                        <p:tgtEl>
                                          <p:spTgt spid="165893"/>
                                        </p:tgtEl>
                                        <p:attrNameLst>
                                          <p:attrName>ppt_h</p:attrName>
                                        </p:attrNameLst>
                                      </p:cBhvr>
                                      <p:tavLst>
                                        <p:tav tm="0">
                                          <p:val>
                                            <p:fltVal val="0"/>
                                          </p:val>
                                        </p:tav>
                                        <p:tav tm="100000">
                                          <p:val>
                                            <p:strVal val="#ppt_h"/>
                                          </p:val>
                                        </p:tav>
                                      </p:tavLst>
                                    </p:anim>
                                  </p:childTnLst>
                                </p:cTn>
                              </p:par>
                            </p:childTnLst>
                          </p:cTn>
                        </p:par>
                      </p:childTnLst>
                    </p:cTn>
                  </p:par>
                  <p:par>
                    <p:cTn id="110" fill="hold">
                      <p:stCondLst>
                        <p:cond delay="indefinite"/>
                      </p:stCondLst>
                      <p:childTnLst>
                        <p:par>
                          <p:cTn id="111" fill="hold">
                            <p:stCondLst>
                              <p:cond delay="0"/>
                            </p:stCondLst>
                            <p:childTnLst>
                              <p:par>
                                <p:cTn id="112" presetID="23" presetClass="entr" presetSubtype="16" fill="hold" nodeType="clickEffect">
                                  <p:stCondLst>
                                    <p:cond delay="0"/>
                                  </p:stCondLst>
                                  <p:childTnLst>
                                    <p:set>
                                      <p:cBhvr>
                                        <p:cTn id="113" dur="1" fill="hold">
                                          <p:stCondLst>
                                            <p:cond delay="0"/>
                                          </p:stCondLst>
                                        </p:cTn>
                                        <p:tgtEl>
                                          <p:spTgt spid="165900"/>
                                        </p:tgtEl>
                                        <p:attrNameLst>
                                          <p:attrName>style.visibility</p:attrName>
                                        </p:attrNameLst>
                                      </p:cBhvr>
                                      <p:to>
                                        <p:strVal val="visible"/>
                                      </p:to>
                                    </p:set>
                                    <p:anim calcmode="lin" valueType="num">
                                      <p:cBhvr>
                                        <p:cTn id="114" dur="500" fill="hold"/>
                                        <p:tgtEl>
                                          <p:spTgt spid="165900"/>
                                        </p:tgtEl>
                                        <p:attrNameLst>
                                          <p:attrName>ppt_w</p:attrName>
                                        </p:attrNameLst>
                                      </p:cBhvr>
                                      <p:tavLst>
                                        <p:tav tm="0">
                                          <p:val>
                                            <p:fltVal val="0"/>
                                          </p:val>
                                        </p:tav>
                                        <p:tav tm="100000">
                                          <p:val>
                                            <p:strVal val="#ppt_w"/>
                                          </p:val>
                                        </p:tav>
                                      </p:tavLst>
                                    </p:anim>
                                    <p:anim calcmode="lin" valueType="num">
                                      <p:cBhvr>
                                        <p:cTn id="115" dur="500" fill="hold"/>
                                        <p:tgtEl>
                                          <p:spTgt spid="165900"/>
                                        </p:tgtEl>
                                        <p:attrNameLst>
                                          <p:attrName>ppt_h</p:attrName>
                                        </p:attrNameLst>
                                      </p:cBhvr>
                                      <p:tavLst>
                                        <p:tav tm="0">
                                          <p:val>
                                            <p:fltVal val="0"/>
                                          </p:val>
                                        </p:tav>
                                        <p:tav tm="100000">
                                          <p:val>
                                            <p:strVal val="#ppt_h"/>
                                          </p:val>
                                        </p:tav>
                                      </p:tavLst>
                                    </p:anim>
                                  </p:childTnLst>
                                </p:cTn>
                              </p:par>
                            </p:childTnLst>
                          </p:cTn>
                        </p:par>
                      </p:childTnLst>
                    </p:cTn>
                  </p:par>
                  <p:par>
                    <p:cTn id="116" fill="hold">
                      <p:stCondLst>
                        <p:cond delay="indefinite"/>
                      </p:stCondLst>
                      <p:childTnLst>
                        <p:par>
                          <p:cTn id="117" fill="hold">
                            <p:stCondLst>
                              <p:cond delay="0"/>
                            </p:stCondLst>
                            <p:childTnLst>
                              <p:par>
                                <p:cTn id="118" presetID="23" presetClass="entr" presetSubtype="16" fill="hold" nodeType="clickEffect">
                                  <p:stCondLst>
                                    <p:cond delay="0"/>
                                  </p:stCondLst>
                                  <p:childTnLst>
                                    <p:set>
                                      <p:cBhvr>
                                        <p:cTn id="119" dur="1" fill="hold">
                                          <p:stCondLst>
                                            <p:cond delay="0"/>
                                          </p:stCondLst>
                                        </p:cTn>
                                        <p:tgtEl>
                                          <p:spTgt spid="165921"/>
                                        </p:tgtEl>
                                        <p:attrNameLst>
                                          <p:attrName>style.visibility</p:attrName>
                                        </p:attrNameLst>
                                      </p:cBhvr>
                                      <p:to>
                                        <p:strVal val="visible"/>
                                      </p:to>
                                    </p:set>
                                    <p:anim calcmode="lin" valueType="num">
                                      <p:cBhvr>
                                        <p:cTn id="120" dur="500" fill="hold"/>
                                        <p:tgtEl>
                                          <p:spTgt spid="165921"/>
                                        </p:tgtEl>
                                        <p:attrNameLst>
                                          <p:attrName>ppt_w</p:attrName>
                                        </p:attrNameLst>
                                      </p:cBhvr>
                                      <p:tavLst>
                                        <p:tav tm="0">
                                          <p:val>
                                            <p:fltVal val="0"/>
                                          </p:val>
                                        </p:tav>
                                        <p:tav tm="100000">
                                          <p:val>
                                            <p:strVal val="#ppt_w"/>
                                          </p:val>
                                        </p:tav>
                                      </p:tavLst>
                                    </p:anim>
                                    <p:anim calcmode="lin" valueType="num">
                                      <p:cBhvr>
                                        <p:cTn id="121" dur="500" fill="hold"/>
                                        <p:tgtEl>
                                          <p:spTgt spid="165921"/>
                                        </p:tgtEl>
                                        <p:attrNameLst>
                                          <p:attrName>ppt_h</p:attrName>
                                        </p:attrNameLst>
                                      </p:cBhvr>
                                      <p:tavLst>
                                        <p:tav tm="0">
                                          <p:val>
                                            <p:fltVal val="0"/>
                                          </p:val>
                                        </p:tav>
                                        <p:tav tm="100000">
                                          <p:val>
                                            <p:strVal val="#ppt_h"/>
                                          </p:val>
                                        </p:tav>
                                      </p:tavLst>
                                    </p:anim>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nodeType="clickEffect">
                                  <p:stCondLst>
                                    <p:cond delay="0"/>
                                  </p:stCondLst>
                                  <p:childTnLst>
                                    <p:set>
                                      <p:cBhvr>
                                        <p:cTn id="125" dur="1" fill="hold">
                                          <p:stCondLst>
                                            <p:cond delay="0"/>
                                          </p:stCondLst>
                                        </p:cTn>
                                        <p:tgtEl>
                                          <p:spTgt spid="165898"/>
                                        </p:tgtEl>
                                        <p:attrNameLst>
                                          <p:attrName>style.visibility</p:attrName>
                                        </p:attrNameLst>
                                      </p:cBhvr>
                                      <p:to>
                                        <p:strVal val="visible"/>
                                      </p:to>
                                    </p:set>
                                    <p:animEffect transition="in" filter="wipe(left)">
                                      <p:cBhvr>
                                        <p:cTn id="126" dur="500"/>
                                        <p:tgtEl>
                                          <p:spTgt spid="165898"/>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165922"/>
                                        </p:tgtEl>
                                        <p:attrNameLst>
                                          <p:attrName>style.visibility</p:attrName>
                                        </p:attrNameLst>
                                      </p:cBhvr>
                                      <p:to>
                                        <p:strVal val="visible"/>
                                      </p:to>
                                    </p:set>
                                    <p:animEffect transition="in" filter="wipe(left)">
                                      <p:cBhvr>
                                        <p:cTn id="131" dur="500"/>
                                        <p:tgtEl>
                                          <p:spTgt spid="165922"/>
                                        </p:tgtEl>
                                      </p:cBhvr>
                                    </p:animEffect>
                                  </p:childTnLst>
                                </p:cTn>
                              </p:par>
                            </p:childTnLst>
                          </p:cTn>
                        </p:par>
                      </p:childTnLst>
                    </p:cTn>
                  </p:par>
                  <p:par>
                    <p:cTn id="132" fill="hold">
                      <p:stCondLst>
                        <p:cond delay="indefinite"/>
                      </p:stCondLst>
                      <p:childTnLst>
                        <p:par>
                          <p:cTn id="133" fill="hold">
                            <p:stCondLst>
                              <p:cond delay="0"/>
                            </p:stCondLst>
                            <p:childTnLst>
                              <p:par>
                                <p:cTn id="134" presetID="23" presetClass="entr" presetSubtype="16" fill="hold" nodeType="clickEffect">
                                  <p:stCondLst>
                                    <p:cond delay="0"/>
                                  </p:stCondLst>
                                  <p:childTnLst>
                                    <p:set>
                                      <p:cBhvr>
                                        <p:cTn id="135" dur="1" fill="hold">
                                          <p:stCondLst>
                                            <p:cond delay="0"/>
                                          </p:stCondLst>
                                        </p:cTn>
                                        <p:tgtEl>
                                          <p:spTgt spid="165894"/>
                                        </p:tgtEl>
                                        <p:attrNameLst>
                                          <p:attrName>style.visibility</p:attrName>
                                        </p:attrNameLst>
                                      </p:cBhvr>
                                      <p:to>
                                        <p:strVal val="visible"/>
                                      </p:to>
                                    </p:set>
                                    <p:anim calcmode="lin" valueType="num">
                                      <p:cBhvr>
                                        <p:cTn id="136" dur="500" fill="hold"/>
                                        <p:tgtEl>
                                          <p:spTgt spid="165894"/>
                                        </p:tgtEl>
                                        <p:attrNameLst>
                                          <p:attrName>ppt_w</p:attrName>
                                        </p:attrNameLst>
                                      </p:cBhvr>
                                      <p:tavLst>
                                        <p:tav tm="0">
                                          <p:val>
                                            <p:fltVal val="0"/>
                                          </p:val>
                                        </p:tav>
                                        <p:tav tm="100000">
                                          <p:val>
                                            <p:strVal val="#ppt_w"/>
                                          </p:val>
                                        </p:tav>
                                      </p:tavLst>
                                    </p:anim>
                                    <p:anim calcmode="lin" valueType="num">
                                      <p:cBhvr>
                                        <p:cTn id="137" dur="500" fill="hold"/>
                                        <p:tgtEl>
                                          <p:spTgt spid="165894"/>
                                        </p:tgtEl>
                                        <p:attrNameLst>
                                          <p:attrName>ppt_h</p:attrName>
                                        </p:attrNameLst>
                                      </p:cBhvr>
                                      <p:tavLst>
                                        <p:tav tm="0">
                                          <p:val>
                                            <p:fltVal val="0"/>
                                          </p:val>
                                        </p:tav>
                                        <p:tav tm="100000">
                                          <p:val>
                                            <p:strVal val="#ppt_h"/>
                                          </p:val>
                                        </p:tav>
                                      </p:tavLst>
                                    </p:anim>
                                  </p:childTnLst>
                                </p:cTn>
                              </p:par>
                            </p:childTnLst>
                          </p:cTn>
                        </p:par>
                      </p:childTnLst>
                    </p:cTn>
                  </p:par>
                  <p:par>
                    <p:cTn id="138" fill="hold">
                      <p:stCondLst>
                        <p:cond delay="indefinite"/>
                      </p:stCondLst>
                      <p:childTnLst>
                        <p:par>
                          <p:cTn id="139" fill="hold">
                            <p:stCondLst>
                              <p:cond delay="0"/>
                            </p:stCondLst>
                            <p:childTnLst>
                              <p:par>
                                <p:cTn id="140" presetID="23" presetClass="entr" presetSubtype="16" fill="hold" nodeType="clickEffect">
                                  <p:stCondLst>
                                    <p:cond delay="0"/>
                                  </p:stCondLst>
                                  <p:childTnLst>
                                    <p:set>
                                      <p:cBhvr>
                                        <p:cTn id="141" dur="1" fill="hold">
                                          <p:stCondLst>
                                            <p:cond delay="0"/>
                                          </p:stCondLst>
                                        </p:cTn>
                                        <p:tgtEl>
                                          <p:spTgt spid="165899"/>
                                        </p:tgtEl>
                                        <p:attrNameLst>
                                          <p:attrName>style.visibility</p:attrName>
                                        </p:attrNameLst>
                                      </p:cBhvr>
                                      <p:to>
                                        <p:strVal val="visible"/>
                                      </p:to>
                                    </p:set>
                                    <p:anim calcmode="lin" valueType="num">
                                      <p:cBhvr>
                                        <p:cTn id="142" dur="1000" fill="hold"/>
                                        <p:tgtEl>
                                          <p:spTgt spid="165899"/>
                                        </p:tgtEl>
                                        <p:attrNameLst>
                                          <p:attrName>ppt_w</p:attrName>
                                        </p:attrNameLst>
                                      </p:cBhvr>
                                      <p:tavLst>
                                        <p:tav tm="0">
                                          <p:val>
                                            <p:fltVal val="0"/>
                                          </p:val>
                                        </p:tav>
                                        <p:tav tm="100000">
                                          <p:val>
                                            <p:strVal val="#ppt_w"/>
                                          </p:val>
                                        </p:tav>
                                      </p:tavLst>
                                    </p:anim>
                                    <p:anim calcmode="lin" valueType="num">
                                      <p:cBhvr>
                                        <p:cTn id="143" dur="1000" fill="hold"/>
                                        <p:tgtEl>
                                          <p:spTgt spid="165899"/>
                                        </p:tgtEl>
                                        <p:attrNameLst>
                                          <p:attrName>ppt_h</p:attrName>
                                        </p:attrNameLst>
                                      </p:cBhvr>
                                      <p:tavLst>
                                        <p:tav tm="0">
                                          <p:val>
                                            <p:fltVal val="0"/>
                                          </p:val>
                                        </p:tav>
                                        <p:tav tm="100000">
                                          <p:val>
                                            <p:strVal val="#ppt_h"/>
                                          </p:val>
                                        </p:tav>
                                      </p:tavLst>
                                    </p:anim>
                                  </p:childTnLst>
                                </p:cTn>
                              </p:par>
                            </p:childTnLst>
                          </p:cTn>
                        </p:par>
                      </p:childTnLst>
                    </p:cTn>
                  </p:par>
                  <p:par>
                    <p:cTn id="144" fill="hold">
                      <p:stCondLst>
                        <p:cond delay="indefinite"/>
                      </p:stCondLst>
                      <p:childTnLst>
                        <p:par>
                          <p:cTn id="145" fill="hold">
                            <p:stCondLst>
                              <p:cond delay="0"/>
                            </p:stCondLst>
                            <p:childTnLst>
                              <p:par>
                                <p:cTn id="146" presetID="22" presetClass="entr" presetSubtype="8" fill="hold" nodeType="clickEffect">
                                  <p:stCondLst>
                                    <p:cond delay="0"/>
                                  </p:stCondLst>
                                  <p:childTnLst>
                                    <p:set>
                                      <p:cBhvr>
                                        <p:cTn id="147" dur="1" fill="hold">
                                          <p:stCondLst>
                                            <p:cond delay="0"/>
                                          </p:stCondLst>
                                        </p:cTn>
                                        <p:tgtEl>
                                          <p:spTgt spid="165895"/>
                                        </p:tgtEl>
                                        <p:attrNameLst>
                                          <p:attrName>style.visibility</p:attrName>
                                        </p:attrNameLst>
                                      </p:cBhvr>
                                      <p:to>
                                        <p:strVal val="visible"/>
                                      </p:to>
                                    </p:set>
                                    <p:animEffect transition="in" filter="wipe(left)">
                                      <p:cBhvr>
                                        <p:cTn id="148" dur="500"/>
                                        <p:tgtEl>
                                          <p:spTgt spid="165895"/>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nodeType="clickEffect">
                                  <p:stCondLst>
                                    <p:cond delay="0"/>
                                  </p:stCondLst>
                                  <p:childTnLst>
                                    <p:set>
                                      <p:cBhvr>
                                        <p:cTn id="152" dur="1" fill="hold">
                                          <p:stCondLst>
                                            <p:cond delay="0"/>
                                          </p:stCondLst>
                                        </p:cTn>
                                        <p:tgtEl>
                                          <p:spTgt spid="165896"/>
                                        </p:tgtEl>
                                        <p:attrNameLst>
                                          <p:attrName>style.visibility</p:attrName>
                                        </p:attrNameLst>
                                      </p:cBhvr>
                                      <p:to>
                                        <p:strVal val="visible"/>
                                      </p:to>
                                    </p:set>
                                    <p:animEffect transition="in" filter="wipe(left)">
                                      <p:cBhvr>
                                        <p:cTn id="153" dur="500"/>
                                        <p:tgtEl>
                                          <p:spTgt spid="165896"/>
                                        </p:tgtEl>
                                      </p:cBhvr>
                                    </p:animEffect>
                                  </p:childTnLst>
                                </p:cTn>
                              </p:par>
                            </p:childTnLst>
                          </p:cTn>
                        </p:par>
                      </p:childTnLst>
                    </p:cTn>
                  </p:par>
                  <p:par>
                    <p:cTn id="154" fill="hold">
                      <p:stCondLst>
                        <p:cond delay="indefinite"/>
                      </p:stCondLst>
                      <p:childTnLst>
                        <p:par>
                          <p:cTn id="155" fill="hold">
                            <p:stCondLst>
                              <p:cond delay="0"/>
                            </p:stCondLst>
                            <p:childTnLst>
                              <p:par>
                                <p:cTn id="156" presetID="23" presetClass="entr" presetSubtype="16" fill="hold" nodeType="clickEffect">
                                  <p:stCondLst>
                                    <p:cond delay="0"/>
                                  </p:stCondLst>
                                  <p:childTnLst>
                                    <p:set>
                                      <p:cBhvr>
                                        <p:cTn id="157" dur="1" fill="hold">
                                          <p:stCondLst>
                                            <p:cond delay="0"/>
                                          </p:stCondLst>
                                        </p:cTn>
                                        <p:tgtEl>
                                          <p:spTgt spid="165897"/>
                                        </p:tgtEl>
                                        <p:attrNameLst>
                                          <p:attrName>style.visibility</p:attrName>
                                        </p:attrNameLst>
                                      </p:cBhvr>
                                      <p:to>
                                        <p:strVal val="visible"/>
                                      </p:to>
                                    </p:set>
                                    <p:anim calcmode="lin" valueType="num">
                                      <p:cBhvr>
                                        <p:cTn id="158" dur="500" fill="hold"/>
                                        <p:tgtEl>
                                          <p:spTgt spid="165897"/>
                                        </p:tgtEl>
                                        <p:attrNameLst>
                                          <p:attrName>ppt_w</p:attrName>
                                        </p:attrNameLst>
                                      </p:cBhvr>
                                      <p:tavLst>
                                        <p:tav tm="0">
                                          <p:val>
                                            <p:fltVal val="0"/>
                                          </p:val>
                                        </p:tav>
                                        <p:tav tm="100000">
                                          <p:val>
                                            <p:strVal val="#ppt_w"/>
                                          </p:val>
                                        </p:tav>
                                      </p:tavLst>
                                    </p:anim>
                                    <p:anim calcmode="lin" valueType="num">
                                      <p:cBhvr>
                                        <p:cTn id="159" dur="500" fill="hold"/>
                                        <p:tgtEl>
                                          <p:spTgt spid="165897"/>
                                        </p:tgtEl>
                                        <p:attrNameLst>
                                          <p:attrName>ppt_h</p:attrName>
                                        </p:attrNameLst>
                                      </p:cBhvr>
                                      <p:tavLst>
                                        <p:tav tm="0">
                                          <p:val>
                                            <p:fltVal val="0"/>
                                          </p:val>
                                        </p:tav>
                                        <p:tav tm="100000">
                                          <p:val>
                                            <p:strVal val="#ppt_h"/>
                                          </p:val>
                                        </p:tav>
                                      </p:tavLst>
                                    </p:anim>
                                  </p:childTnLst>
                                </p:cTn>
                              </p:par>
                            </p:childTnLst>
                          </p:cTn>
                        </p:par>
                      </p:childTnLst>
                    </p:cTn>
                  </p:par>
                  <p:par>
                    <p:cTn id="160" fill="hold">
                      <p:stCondLst>
                        <p:cond delay="indefinite"/>
                      </p:stCondLst>
                      <p:childTnLst>
                        <p:par>
                          <p:cTn id="161" fill="hold">
                            <p:stCondLst>
                              <p:cond delay="0"/>
                            </p:stCondLst>
                            <p:childTnLst>
                              <p:par>
                                <p:cTn id="162" presetID="22" presetClass="entr" presetSubtype="8" fill="hold" grpId="0" nodeType="clickEffect">
                                  <p:stCondLst>
                                    <p:cond delay="0"/>
                                  </p:stCondLst>
                                  <p:childTnLst>
                                    <p:set>
                                      <p:cBhvr>
                                        <p:cTn id="163" dur="1" fill="hold">
                                          <p:stCondLst>
                                            <p:cond delay="0"/>
                                          </p:stCondLst>
                                        </p:cTn>
                                        <p:tgtEl>
                                          <p:spTgt spid="165917"/>
                                        </p:tgtEl>
                                        <p:attrNameLst>
                                          <p:attrName>style.visibility</p:attrName>
                                        </p:attrNameLst>
                                      </p:cBhvr>
                                      <p:to>
                                        <p:strVal val="visible"/>
                                      </p:to>
                                    </p:set>
                                    <p:animEffect transition="in" filter="wipe(left)">
                                      <p:cBhvr>
                                        <p:cTn id="164" dur="500"/>
                                        <p:tgtEl>
                                          <p:spTgt spid="1659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0" grpId="0" animBg="1"/>
      <p:bldP spid="165892" grpId="0" autoUpdateAnimBg="0"/>
      <p:bldP spid="165901" grpId="0" animBg="1"/>
      <p:bldP spid="165907" grpId="0" animBg="1"/>
      <p:bldP spid="165908" grpId="0" animBg="1"/>
      <p:bldP spid="165909" grpId="0" animBg="1"/>
      <p:bldP spid="165913" grpId="0" animBg="1"/>
      <p:bldP spid="165917" grpId="0"/>
      <p:bldP spid="165918" grpId="0"/>
      <p:bldP spid="165919" grpId="0" animBg="1"/>
      <p:bldP spid="165920"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Line 2"/>
          <p:cNvSpPr>
            <a:spLocks noChangeShapeType="1"/>
          </p:cNvSpPr>
          <p:nvPr/>
        </p:nvSpPr>
        <p:spPr bwMode="auto">
          <a:xfrm rot="9775276" flipV="1">
            <a:off x="6469063" y="2962275"/>
            <a:ext cx="1374775" cy="835025"/>
          </a:xfrm>
          <a:prstGeom prst="line">
            <a:avLst/>
          </a:prstGeom>
          <a:noFill/>
          <a:ln w="12700">
            <a:solidFill>
              <a:srgbClr val="663300"/>
            </a:solidFill>
            <a:prstDash val="dash"/>
            <a:round/>
            <a:headEnd/>
            <a:tailEnd type="none" w="sm" len="lg"/>
          </a:ln>
        </p:spPr>
        <p:txBody>
          <a:bodyPr wrap="none" anchor="ctr"/>
          <a:lstStyle/>
          <a:p>
            <a:endParaRPr lang="zh-CN" altLang="en-US"/>
          </a:p>
        </p:txBody>
      </p:sp>
      <p:sp>
        <p:nvSpPr>
          <p:cNvPr id="166915" name="Line 3"/>
          <p:cNvSpPr>
            <a:spLocks noChangeShapeType="1"/>
          </p:cNvSpPr>
          <p:nvPr/>
        </p:nvSpPr>
        <p:spPr bwMode="auto">
          <a:xfrm rot="6383871" flipV="1">
            <a:off x="6227763" y="2814638"/>
            <a:ext cx="1204912" cy="722312"/>
          </a:xfrm>
          <a:prstGeom prst="line">
            <a:avLst/>
          </a:prstGeom>
          <a:noFill/>
          <a:ln w="12700">
            <a:solidFill>
              <a:srgbClr val="008000"/>
            </a:solidFill>
            <a:prstDash val="dash"/>
            <a:round/>
            <a:headEnd/>
            <a:tailEnd type="none" w="sm" len="lg"/>
          </a:ln>
        </p:spPr>
        <p:txBody>
          <a:bodyPr wrap="none" anchor="ctr"/>
          <a:lstStyle/>
          <a:p>
            <a:endParaRPr lang="zh-CN" altLang="en-US"/>
          </a:p>
        </p:txBody>
      </p:sp>
      <p:sp>
        <p:nvSpPr>
          <p:cNvPr id="166916" name="Text Box 4"/>
          <p:cNvSpPr txBox="1">
            <a:spLocks noChangeArrowheads="1"/>
          </p:cNvSpPr>
          <p:nvPr/>
        </p:nvSpPr>
        <p:spPr bwMode="auto">
          <a:xfrm>
            <a:off x="161925" y="450850"/>
            <a:ext cx="2286000" cy="457200"/>
          </a:xfrm>
          <a:prstGeom prst="rect">
            <a:avLst/>
          </a:prstGeom>
          <a:noFill/>
          <a:ln w="9525">
            <a:noFill/>
            <a:miter lim="800000"/>
            <a:headEnd/>
            <a:tailEnd/>
          </a:ln>
        </p:spPr>
        <p:txBody>
          <a:bodyPr>
            <a:spAutoFit/>
          </a:bodyPr>
          <a:lstStyle/>
          <a:p>
            <a:pPr>
              <a:spcBef>
                <a:spcPct val="50000"/>
              </a:spcBef>
            </a:pPr>
            <a:r>
              <a:rPr kumimoji="1" lang="en-US" altLang="zh-CN" sz="2400">
                <a:solidFill>
                  <a:srgbClr val="FF6600"/>
                </a:solidFill>
                <a:latin typeface="Times New Roman" pitchFamily="18" charset="0"/>
              </a:rPr>
              <a:t>2</a:t>
            </a:r>
            <a:r>
              <a:rPr kumimoji="1" lang="zh-CN" altLang="en-US" sz="2400">
                <a:solidFill>
                  <a:srgbClr val="FF6600"/>
                </a:solidFill>
                <a:latin typeface="Times New Roman" pitchFamily="18" charset="0"/>
              </a:rPr>
              <a:t>、加速度</a:t>
            </a:r>
          </a:p>
        </p:txBody>
      </p:sp>
      <p:graphicFrame>
        <p:nvGraphicFramePr>
          <p:cNvPr id="166917" name="Object 5"/>
          <p:cNvGraphicFramePr>
            <a:graphicFrameLocks noChangeAspect="1"/>
          </p:cNvGraphicFramePr>
          <p:nvPr/>
        </p:nvGraphicFramePr>
        <p:xfrm>
          <a:off x="1255713" y="908050"/>
          <a:ext cx="981075" cy="730250"/>
        </p:xfrm>
        <a:graphic>
          <a:graphicData uri="http://schemas.openxmlformats.org/presentationml/2006/ole">
            <p:oleObj spid="_x0000_s21506" name="公式" r:id="rId3" imgW="545760" imgH="406080" progId="Equation.3">
              <p:embed/>
            </p:oleObj>
          </a:graphicData>
        </a:graphic>
      </p:graphicFrame>
      <p:graphicFrame>
        <p:nvGraphicFramePr>
          <p:cNvPr id="166918" name="Object 6"/>
          <p:cNvGraphicFramePr>
            <a:graphicFrameLocks noChangeAspect="1"/>
          </p:cNvGraphicFramePr>
          <p:nvPr/>
        </p:nvGraphicFramePr>
        <p:xfrm>
          <a:off x="3267075" y="933450"/>
          <a:ext cx="893763" cy="730250"/>
        </p:xfrm>
        <a:graphic>
          <a:graphicData uri="http://schemas.openxmlformats.org/presentationml/2006/ole">
            <p:oleObj spid="_x0000_s21507" name="公式" r:id="rId4" imgW="495000" imgH="406080" progId="Equation.3">
              <p:embed/>
            </p:oleObj>
          </a:graphicData>
        </a:graphic>
      </p:graphicFrame>
      <p:graphicFrame>
        <p:nvGraphicFramePr>
          <p:cNvPr id="166919" name="Object 7"/>
          <p:cNvGraphicFramePr>
            <a:graphicFrameLocks noChangeAspect="1"/>
          </p:cNvGraphicFramePr>
          <p:nvPr/>
        </p:nvGraphicFramePr>
        <p:xfrm>
          <a:off x="5634038" y="908050"/>
          <a:ext cx="1863725" cy="755650"/>
        </p:xfrm>
        <a:graphic>
          <a:graphicData uri="http://schemas.openxmlformats.org/presentationml/2006/ole">
            <p:oleObj spid="_x0000_s21508" name="公式" r:id="rId5" imgW="1028520" imgH="419040" progId="Equation.3">
              <p:embed/>
            </p:oleObj>
          </a:graphicData>
        </a:graphic>
      </p:graphicFrame>
      <p:sp>
        <p:nvSpPr>
          <p:cNvPr id="166920" name="Text Box 8"/>
          <p:cNvSpPr txBox="1">
            <a:spLocks noChangeArrowheads="1"/>
          </p:cNvSpPr>
          <p:nvPr/>
        </p:nvSpPr>
        <p:spPr bwMode="auto">
          <a:xfrm>
            <a:off x="539750" y="2933700"/>
            <a:ext cx="2133600" cy="457200"/>
          </a:xfrm>
          <a:prstGeom prst="rect">
            <a:avLst/>
          </a:prstGeom>
          <a:noFill/>
          <a:ln w="9525">
            <a:noFill/>
            <a:miter lim="800000"/>
            <a:headEnd/>
            <a:tailEnd/>
          </a:ln>
        </p:spPr>
        <p:txBody>
          <a:bodyPr>
            <a:spAutoFit/>
          </a:bodyPr>
          <a:lstStyle/>
          <a:p>
            <a:pPr>
              <a:spcBef>
                <a:spcPct val="50000"/>
              </a:spcBef>
            </a:pPr>
            <a:r>
              <a:rPr kumimoji="1" lang="zh-CN" altLang="en-US" sz="2400">
                <a:latin typeface="Times New Roman" pitchFamily="18" charset="0"/>
              </a:rPr>
              <a:t>大小</a:t>
            </a:r>
            <a:r>
              <a:rPr kumimoji="1" lang="en-US" altLang="zh-CN" sz="2400">
                <a:latin typeface="Times New Roman" pitchFamily="18" charset="0"/>
              </a:rPr>
              <a:t>:</a:t>
            </a:r>
          </a:p>
        </p:txBody>
      </p:sp>
      <p:graphicFrame>
        <p:nvGraphicFramePr>
          <p:cNvPr id="166921" name="Object 9"/>
          <p:cNvGraphicFramePr>
            <a:graphicFrameLocks noChangeAspect="1"/>
          </p:cNvGraphicFramePr>
          <p:nvPr/>
        </p:nvGraphicFramePr>
        <p:xfrm>
          <a:off x="1511300" y="2798763"/>
          <a:ext cx="1166813" cy="752475"/>
        </p:xfrm>
        <a:graphic>
          <a:graphicData uri="http://schemas.openxmlformats.org/presentationml/2006/ole">
            <p:oleObj spid="_x0000_s21509" name="公式" r:id="rId6" imgW="647640" imgH="419040" progId="Equation.3">
              <p:embed/>
            </p:oleObj>
          </a:graphicData>
        </a:graphic>
      </p:graphicFrame>
      <p:sp>
        <p:nvSpPr>
          <p:cNvPr id="166922" name="Text Box 10"/>
          <p:cNvSpPr txBox="1">
            <a:spLocks noChangeArrowheads="1"/>
          </p:cNvSpPr>
          <p:nvPr/>
        </p:nvSpPr>
        <p:spPr bwMode="auto">
          <a:xfrm>
            <a:off x="2935288" y="2933700"/>
            <a:ext cx="1054100" cy="457200"/>
          </a:xfrm>
          <a:prstGeom prst="rect">
            <a:avLst/>
          </a:prstGeom>
          <a:noFill/>
          <a:ln w="9525">
            <a:noFill/>
            <a:miter lim="800000"/>
            <a:headEnd/>
            <a:tailEnd/>
          </a:ln>
        </p:spPr>
        <p:txBody>
          <a:bodyPr>
            <a:spAutoFit/>
          </a:bodyPr>
          <a:lstStyle/>
          <a:p>
            <a:pPr>
              <a:spcBef>
                <a:spcPct val="50000"/>
              </a:spcBef>
            </a:pPr>
            <a:r>
              <a:rPr kumimoji="1" lang="zh-CN" altLang="en-US" sz="2400">
                <a:latin typeface="Times New Roman" pitchFamily="18" charset="0"/>
              </a:rPr>
              <a:t>方向</a:t>
            </a:r>
            <a:r>
              <a:rPr kumimoji="1" lang="en-US" altLang="zh-CN" sz="2400">
                <a:latin typeface="Times New Roman" pitchFamily="18" charset="0"/>
              </a:rPr>
              <a:t>:</a:t>
            </a:r>
            <a:endParaRPr kumimoji="1" lang="en-US" altLang="zh-CN" sz="2400" b="0">
              <a:latin typeface="Times New Roman" pitchFamily="18" charset="0"/>
            </a:endParaRPr>
          </a:p>
        </p:txBody>
      </p:sp>
      <p:graphicFrame>
        <p:nvGraphicFramePr>
          <p:cNvPr id="166923" name="Object 11"/>
          <p:cNvGraphicFramePr>
            <a:graphicFrameLocks noChangeAspect="1"/>
          </p:cNvGraphicFramePr>
          <p:nvPr/>
        </p:nvGraphicFramePr>
        <p:xfrm>
          <a:off x="3857625" y="3071813"/>
          <a:ext cx="227013" cy="322262"/>
        </p:xfrm>
        <a:graphic>
          <a:graphicData uri="http://schemas.openxmlformats.org/presentationml/2006/ole">
            <p:oleObj spid="_x0000_s21510" name="公式" r:id="rId7" imgW="126720" imgH="177480" progId="Equation.3">
              <p:embed/>
            </p:oleObj>
          </a:graphicData>
        </a:graphic>
      </p:graphicFrame>
      <p:graphicFrame>
        <p:nvGraphicFramePr>
          <p:cNvPr id="166924" name="Object 12"/>
          <p:cNvGraphicFramePr>
            <a:graphicFrameLocks noChangeAspect="1"/>
          </p:cNvGraphicFramePr>
          <p:nvPr/>
        </p:nvGraphicFramePr>
        <p:xfrm>
          <a:off x="1150938" y="1763713"/>
          <a:ext cx="1238250" cy="757237"/>
        </p:xfrm>
        <a:graphic>
          <a:graphicData uri="http://schemas.openxmlformats.org/presentationml/2006/ole">
            <p:oleObj spid="_x0000_s21511" name="公式" r:id="rId8" imgW="685800" imgH="419040" progId="Equation.3">
              <p:embed/>
            </p:oleObj>
          </a:graphicData>
        </a:graphic>
      </p:graphicFrame>
      <p:sp>
        <p:nvSpPr>
          <p:cNvPr id="166925" name="Text Box 13"/>
          <p:cNvSpPr txBox="1">
            <a:spLocks noChangeArrowheads="1"/>
          </p:cNvSpPr>
          <p:nvPr/>
        </p:nvSpPr>
        <p:spPr bwMode="auto">
          <a:xfrm>
            <a:off x="557213" y="1912938"/>
            <a:ext cx="492125" cy="457200"/>
          </a:xfrm>
          <a:prstGeom prst="rect">
            <a:avLst/>
          </a:prstGeom>
          <a:noFill/>
          <a:ln w="9525">
            <a:noFill/>
            <a:miter lim="800000"/>
            <a:headEnd/>
            <a:tailEnd/>
          </a:ln>
        </p:spPr>
        <p:txBody>
          <a:bodyPr wrap="none">
            <a:spAutoFit/>
          </a:bodyPr>
          <a:lstStyle/>
          <a:p>
            <a:pPr algn="ctr"/>
            <a:r>
              <a:rPr kumimoji="1" lang="zh-CN" altLang="en-US" sz="2400">
                <a:latin typeface="Times New Roman" pitchFamily="18" charset="0"/>
              </a:rPr>
              <a:t>令</a:t>
            </a:r>
          </a:p>
        </p:txBody>
      </p:sp>
      <p:sp>
        <p:nvSpPr>
          <p:cNvPr id="166926" name="Rectangle 14"/>
          <p:cNvSpPr>
            <a:spLocks noChangeArrowheads="1"/>
          </p:cNvSpPr>
          <p:nvPr/>
        </p:nvSpPr>
        <p:spPr bwMode="auto">
          <a:xfrm>
            <a:off x="2312988" y="1928813"/>
            <a:ext cx="4143375" cy="1016000"/>
          </a:xfrm>
          <a:prstGeom prst="rect">
            <a:avLst/>
          </a:prstGeom>
          <a:noFill/>
          <a:ln w="9525" algn="ctr">
            <a:noFill/>
            <a:miter lim="800000"/>
            <a:headEnd/>
            <a:tailEnd/>
          </a:ln>
        </p:spPr>
        <p:txBody>
          <a:bodyPr>
            <a:spAutoFit/>
          </a:bodyPr>
          <a:lstStyle/>
          <a:p>
            <a:pPr>
              <a:lnSpc>
                <a:spcPct val="125000"/>
              </a:lnSpc>
            </a:pPr>
            <a:r>
              <a:rPr kumimoji="1" lang="en-US" altLang="zh-CN" sz="2400">
                <a:solidFill>
                  <a:srgbClr val="00CC00"/>
                </a:solidFill>
                <a:latin typeface="Times New Roman" pitchFamily="18" charset="0"/>
              </a:rPr>
              <a:t>(</a:t>
            </a:r>
            <a:r>
              <a:rPr kumimoji="1" lang="zh-CN" altLang="en-US" sz="2400">
                <a:solidFill>
                  <a:srgbClr val="00CC00"/>
                </a:solidFill>
                <a:latin typeface="Times New Roman" pitchFamily="18" charset="0"/>
              </a:rPr>
              <a:t>切向加速度）</a:t>
            </a:r>
          </a:p>
          <a:p>
            <a:pPr>
              <a:lnSpc>
                <a:spcPct val="125000"/>
              </a:lnSpc>
            </a:pPr>
            <a:r>
              <a:rPr kumimoji="1" lang="zh-CN" altLang="en-US" sz="2400">
                <a:solidFill>
                  <a:srgbClr val="000099"/>
                </a:solidFill>
                <a:latin typeface="Times New Roman" pitchFamily="18" charset="0"/>
              </a:rPr>
              <a:t> </a:t>
            </a:r>
            <a:r>
              <a:rPr kumimoji="1" lang="zh-CN" altLang="en-US" sz="2400">
                <a:solidFill>
                  <a:srgbClr val="FF6600"/>
                </a:solidFill>
                <a:latin typeface="Times New Roman" pitchFamily="18" charset="0"/>
              </a:rPr>
              <a:t>⇒反映速度大小的变化</a:t>
            </a:r>
          </a:p>
        </p:txBody>
      </p:sp>
      <p:graphicFrame>
        <p:nvGraphicFramePr>
          <p:cNvPr id="166927" name="Object 15"/>
          <p:cNvGraphicFramePr>
            <a:graphicFrameLocks noChangeAspect="1"/>
          </p:cNvGraphicFramePr>
          <p:nvPr/>
        </p:nvGraphicFramePr>
        <p:xfrm>
          <a:off x="1150938" y="3698875"/>
          <a:ext cx="1317625" cy="728663"/>
        </p:xfrm>
        <a:graphic>
          <a:graphicData uri="http://schemas.openxmlformats.org/presentationml/2006/ole">
            <p:oleObj spid="_x0000_s21512" name="公式" r:id="rId9" imgW="736560" imgH="406080" progId="Equation.3">
              <p:embed/>
            </p:oleObj>
          </a:graphicData>
        </a:graphic>
      </p:graphicFrame>
      <p:sp>
        <p:nvSpPr>
          <p:cNvPr id="166928" name="Freeform 16"/>
          <p:cNvSpPr>
            <a:spLocks/>
          </p:cNvSpPr>
          <p:nvPr/>
        </p:nvSpPr>
        <p:spPr bwMode="auto">
          <a:xfrm>
            <a:off x="6097588" y="2452688"/>
            <a:ext cx="2279650" cy="638175"/>
          </a:xfrm>
          <a:custGeom>
            <a:avLst/>
            <a:gdLst>
              <a:gd name="T0" fmla="*/ 0 w 1436"/>
              <a:gd name="T1" fmla="*/ 874495144 h 402"/>
              <a:gd name="T2" fmla="*/ 241935017 w 1436"/>
              <a:gd name="T3" fmla="*/ 617437498 h 402"/>
              <a:gd name="T4" fmla="*/ 604837493 w 1436"/>
              <a:gd name="T5" fmla="*/ 299897808 h 402"/>
              <a:gd name="T6" fmla="*/ 914816011 w 1436"/>
              <a:gd name="T7" fmla="*/ 103327193 h 402"/>
              <a:gd name="T8" fmla="*/ 1345763377 w 1436"/>
              <a:gd name="T9" fmla="*/ 5040313 h 402"/>
              <a:gd name="T10" fmla="*/ 1837193282 w 1436"/>
              <a:gd name="T11" fmla="*/ 73083740 h 402"/>
              <a:gd name="T12" fmla="*/ 2147483647 w 1436"/>
              <a:gd name="T13" fmla="*/ 345262194 h 402"/>
              <a:gd name="T14" fmla="*/ 2147483647 w 1436"/>
              <a:gd name="T15" fmla="*/ 579635960 h 402"/>
              <a:gd name="T16" fmla="*/ 2147483647 w 1436"/>
              <a:gd name="T17" fmla="*/ 904737010 h 402"/>
              <a:gd name="T18" fmla="*/ 2147483647 w 1436"/>
              <a:gd name="T19" fmla="*/ 997981969 h 402"/>
              <a:gd name="T20" fmla="*/ 2147483647 w 1436"/>
              <a:gd name="T21" fmla="*/ 997981969 h 4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36"/>
              <a:gd name="T34" fmla="*/ 0 h 402"/>
              <a:gd name="T35" fmla="*/ 1436 w 1436"/>
              <a:gd name="T36" fmla="*/ 402 h 4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36" h="402">
                <a:moveTo>
                  <a:pt x="0" y="347"/>
                </a:moveTo>
                <a:cubicBezTo>
                  <a:pt x="16" y="330"/>
                  <a:pt x="56" y="283"/>
                  <a:pt x="96" y="245"/>
                </a:cubicBezTo>
                <a:cubicBezTo>
                  <a:pt x="136" y="207"/>
                  <a:pt x="196" y="153"/>
                  <a:pt x="240" y="119"/>
                </a:cubicBezTo>
                <a:cubicBezTo>
                  <a:pt x="284" y="85"/>
                  <a:pt x="314" y="60"/>
                  <a:pt x="363" y="41"/>
                </a:cubicBezTo>
                <a:cubicBezTo>
                  <a:pt x="412" y="22"/>
                  <a:pt x="473" y="4"/>
                  <a:pt x="534" y="2"/>
                </a:cubicBezTo>
                <a:cubicBezTo>
                  <a:pt x="595" y="0"/>
                  <a:pt x="665" y="7"/>
                  <a:pt x="729" y="29"/>
                </a:cubicBezTo>
                <a:cubicBezTo>
                  <a:pt x="793" y="51"/>
                  <a:pt x="867" y="103"/>
                  <a:pt x="918" y="137"/>
                </a:cubicBezTo>
                <a:cubicBezTo>
                  <a:pt x="969" y="171"/>
                  <a:pt x="982" y="193"/>
                  <a:pt x="1032" y="230"/>
                </a:cubicBezTo>
                <a:cubicBezTo>
                  <a:pt x="1082" y="267"/>
                  <a:pt x="1162" y="331"/>
                  <a:pt x="1217" y="359"/>
                </a:cubicBezTo>
                <a:cubicBezTo>
                  <a:pt x="1272" y="387"/>
                  <a:pt x="1327" y="390"/>
                  <a:pt x="1363" y="396"/>
                </a:cubicBezTo>
                <a:cubicBezTo>
                  <a:pt x="1399" y="402"/>
                  <a:pt x="1417" y="399"/>
                  <a:pt x="1436" y="396"/>
                </a:cubicBezTo>
              </a:path>
            </a:pathLst>
          </a:custGeom>
          <a:noFill/>
          <a:ln w="38100">
            <a:solidFill>
              <a:schemeClr val="hlink"/>
            </a:solidFill>
            <a:round/>
            <a:headEnd/>
            <a:tailEnd/>
          </a:ln>
        </p:spPr>
        <p:txBody>
          <a:bodyPr/>
          <a:lstStyle/>
          <a:p>
            <a:endParaRPr lang="zh-CN" altLang="en-US"/>
          </a:p>
        </p:txBody>
      </p:sp>
      <p:graphicFrame>
        <p:nvGraphicFramePr>
          <p:cNvPr id="166929" name="Object 17"/>
          <p:cNvGraphicFramePr>
            <a:graphicFrameLocks noChangeAspect="1"/>
          </p:cNvGraphicFramePr>
          <p:nvPr/>
        </p:nvGraphicFramePr>
        <p:xfrm>
          <a:off x="6289675" y="3114675"/>
          <a:ext cx="496888" cy="346075"/>
        </p:xfrm>
        <a:graphic>
          <a:graphicData uri="http://schemas.openxmlformats.org/presentationml/2006/ole">
            <p:oleObj spid="_x0000_s21513" name="公式" r:id="rId10" imgW="291960" imgH="203040" progId="Equation.3">
              <p:embed/>
            </p:oleObj>
          </a:graphicData>
        </a:graphic>
      </p:graphicFrame>
      <p:graphicFrame>
        <p:nvGraphicFramePr>
          <p:cNvPr id="166930" name="Object 18"/>
          <p:cNvGraphicFramePr>
            <a:graphicFrameLocks noChangeAspect="1"/>
          </p:cNvGraphicFramePr>
          <p:nvPr/>
        </p:nvGraphicFramePr>
        <p:xfrm>
          <a:off x="7143750" y="3384550"/>
          <a:ext cx="993775" cy="346075"/>
        </p:xfrm>
        <a:graphic>
          <a:graphicData uri="http://schemas.openxmlformats.org/presentationml/2006/ole">
            <p:oleObj spid="_x0000_s21514" name="公式" r:id="rId11" imgW="583920" imgH="203040" progId="Equation.3">
              <p:embed/>
            </p:oleObj>
          </a:graphicData>
        </a:graphic>
      </p:graphicFrame>
      <p:graphicFrame>
        <p:nvGraphicFramePr>
          <p:cNvPr id="166931" name="Object 19"/>
          <p:cNvGraphicFramePr>
            <a:graphicFrameLocks noChangeAspect="1"/>
          </p:cNvGraphicFramePr>
          <p:nvPr/>
        </p:nvGraphicFramePr>
        <p:xfrm>
          <a:off x="6535738" y="2152650"/>
          <a:ext cx="277812" cy="280988"/>
        </p:xfrm>
        <a:graphic>
          <a:graphicData uri="http://schemas.openxmlformats.org/presentationml/2006/ole">
            <p:oleObj spid="_x0000_s21515" name="公式" r:id="rId12" imgW="164880" imgH="164880" progId="Equation.3">
              <p:embed/>
            </p:oleObj>
          </a:graphicData>
        </a:graphic>
      </p:graphicFrame>
      <p:sp>
        <p:nvSpPr>
          <p:cNvPr id="166932" name="Line 20"/>
          <p:cNvSpPr>
            <a:spLocks noChangeShapeType="1"/>
          </p:cNvSpPr>
          <p:nvPr/>
        </p:nvSpPr>
        <p:spPr bwMode="auto">
          <a:xfrm rot="983871" flipV="1">
            <a:off x="6689725" y="2187575"/>
            <a:ext cx="762000" cy="457200"/>
          </a:xfrm>
          <a:prstGeom prst="line">
            <a:avLst/>
          </a:prstGeom>
          <a:noFill/>
          <a:ln w="38100">
            <a:solidFill>
              <a:srgbClr val="008000"/>
            </a:solidFill>
            <a:round/>
            <a:headEnd/>
            <a:tailEnd type="triangle" w="sm" len="lg"/>
          </a:ln>
        </p:spPr>
        <p:txBody>
          <a:bodyPr wrap="none" anchor="ctr"/>
          <a:lstStyle/>
          <a:p>
            <a:endParaRPr lang="zh-CN" altLang="en-US"/>
          </a:p>
        </p:txBody>
      </p:sp>
      <p:graphicFrame>
        <p:nvGraphicFramePr>
          <p:cNvPr id="166933" name="Object 21"/>
          <p:cNvGraphicFramePr>
            <a:graphicFrameLocks noChangeAspect="1"/>
          </p:cNvGraphicFramePr>
          <p:nvPr/>
        </p:nvGraphicFramePr>
        <p:xfrm>
          <a:off x="6889750" y="1916113"/>
          <a:ext cx="503238" cy="331787"/>
        </p:xfrm>
        <a:graphic>
          <a:graphicData uri="http://schemas.openxmlformats.org/presentationml/2006/ole">
            <p:oleObj spid="_x0000_s21516" name="公式" r:id="rId13" imgW="558720" imgH="368280" progId="Equation.3">
              <p:embed/>
            </p:oleObj>
          </a:graphicData>
        </a:graphic>
      </p:graphicFrame>
      <p:graphicFrame>
        <p:nvGraphicFramePr>
          <p:cNvPr id="166934" name="Object 22"/>
          <p:cNvGraphicFramePr>
            <a:graphicFrameLocks noChangeAspect="1"/>
          </p:cNvGraphicFramePr>
          <p:nvPr/>
        </p:nvGraphicFramePr>
        <p:xfrm>
          <a:off x="7650163" y="2451100"/>
          <a:ext cx="280987" cy="347663"/>
        </p:xfrm>
        <a:graphic>
          <a:graphicData uri="http://schemas.openxmlformats.org/presentationml/2006/ole">
            <p:oleObj spid="_x0000_s21517" name="公式" r:id="rId14" imgW="164880" imgH="203040" progId="Equation.3">
              <p:embed/>
            </p:oleObj>
          </a:graphicData>
        </a:graphic>
      </p:graphicFrame>
      <p:sp>
        <p:nvSpPr>
          <p:cNvPr id="166935" name="Line 23"/>
          <p:cNvSpPr>
            <a:spLocks noChangeShapeType="1"/>
          </p:cNvSpPr>
          <p:nvPr/>
        </p:nvSpPr>
        <p:spPr bwMode="auto">
          <a:xfrm rot="20803377" flipV="1">
            <a:off x="6080125" y="2511425"/>
            <a:ext cx="381000" cy="228600"/>
          </a:xfrm>
          <a:prstGeom prst="line">
            <a:avLst/>
          </a:prstGeom>
          <a:noFill/>
          <a:ln w="38100">
            <a:solidFill>
              <a:srgbClr val="000099"/>
            </a:solidFill>
            <a:round/>
            <a:headEnd/>
            <a:tailEnd type="triangle" w="sm" len="lg"/>
          </a:ln>
        </p:spPr>
        <p:txBody>
          <a:bodyPr wrap="none" anchor="ctr"/>
          <a:lstStyle/>
          <a:p>
            <a:endParaRPr lang="zh-CN" altLang="en-US"/>
          </a:p>
        </p:txBody>
      </p:sp>
      <p:graphicFrame>
        <p:nvGraphicFramePr>
          <p:cNvPr id="166936" name="Object 24"/>
          <p:cNvGraphicFramePr>
            <a:graphicFrameLocks noChangeAspect="1"/>
          </p:cNvGraphicFramePr>
          <p:nvPr/>
        </p:nvGraphicFramePr>
        <p:xfrm>
          <a:off x="6289675" y="2774950"/>
          <a:ext cx="261938" cy="279400"/>
        </p:xfrm>
        <a:graphic>
          <a:graphicData uri="http://schemas.openxmlformats.org/presentationml/2006/ole">
            <p:oleObj spid="_x0000_s21518" name="公式" r:id="rId15" imgW="152280" imgH="164880" progId="Equation.3">
              <p:embed/>
            </p:oleObj>
          </a:graphicData>
        </a:graphic>
      </p:graphicFrame>
      <p:graphicFrame>
        <p:nvGraphicFramePr>
          <p:cNvPr id="166937" name="Object 25"/>
          <p:cNvGraphicFramePr>
            <a:graphicFrameLocks noChangeAspect="1"/>
          </p:cNvGraphicFramePr>
          <p:nvPr/>
        </p:nvGraphicFramePr>
        <p:xfrm>
          <a:off x="6638925" y="3473450"/>
          <a:ext cx="280988" cy="301625"/>
        </p:xfrm>
        <a:graphic>
          <a:graphicData uri="http://schemas.openxmlformats.org/presentationml/2006/ole">
            <p:oleObj spid="_x0000_s21519" name="公式" r:id="rId16" imgW="164880" imgH="177480" progId="Equation.3">
              <p:embed/>
            </p:oleObj>
          </a:graphicData>
        </a:graphic>
      </p:graphicFrame>
      <p:sp>
        <p:nvSpPr>
          <p:cNvPr id="166938" name="Line 26"/>
          <p:cNvSpPr>
            <a:spLocks noChangeShapeType="1"/>
          </p:cNvSpPr>
          <p:nvPr/>
        </p:nvSpPr>
        <p:spPr bwMode="auto">
          <a:xfrm rot="4375276" flipV="1">
            <a:off x="7627938" y="2846388"/>
            <a:ext cx="762000" cy="457200"/>
          </a:xfrm>
          <a:prstGeom prst="line">
            <a:avLst/>
          </a:prstGeom>
          <a:noFill/>
          <a:ln w="38100">
            <a:solidFill>
              <a:srgbClr val="663300"/>
            </a:solidFill>
            <a:round/>
            <a:headEnd/>
            <a:tailEnd type="triangle" w="sm" len="lg"/>
          </a:ln>
        </p:spPr>
        <p:txBody>
          <a:bodyPr wrap="none" anchor="ctr"/>
          <a:lstStyle/>
          <a:p>
            <a:endParaRPr lang="zh-CN" altLang="en-US"/>
          </a:p>
        </p:txBody>
      </p:sp>
      <p:graphicFrame>
        <p:nvGraphicFramePr>
          <p:cNvPr id="166939" name="Object 27"/>
          <p:cNvGraphicFramePr>
            <a:graphicFrameLocks noChangeAspect="1"/>
          </p:cNvGraphicFramePr>
          <p:nvPr/>
        </p:nvGraphicFramePr>
        <p:xfrm>
          <a:off x="7864475" y="2722563"/>
          <a:ext cx="993775" cy="346075"/>
        </p:xfrm>
        <a:graphic>
          <a:graphicData uri="http://schemas.openxmlformats.org/presentationml/2006/ole">
            <p:oleObj spid="_x0000_s21520" name="公式" r:id="rId17" imgW="583920" imgH="203040" progId="Equation.3">
              <p:embed/>
            </p:oleObj>
          </a:graphicData>
        </a:graphic>
      </p:graphicFrame>
      <p:graphicFrame>
        <p:nvGraphicFramePr>
          <p:cNvPr id="166940" name="Object 28"/>
          <p:cNvGraphicFramePr>
            <a:graphicFrameLocks noChangeAspect="1"/>
          </p:cNvGraphicFramePr>
          <p:nvPr/>
        </p:nvGraphicFramePr>
        <p:xfrm>
          <a:off x="6919913" y="2857500"/>
          <a:ext cx="406400" cy="301625"/>
        </p:xfrm>
        <a:graphic>
          <a:graphicData uri="http://schemas.openxmlformats.org/presentationml/2006/ole">
            <p:oleObj spid="_x0000_s21521" name="公式" r:id="rId18" imgW="241200" imgH="177480" progId="Equation.3">
              <p:embed/>
            </p:oleObj>
          </a:graphicData>
        </a:graphic>
      </p:graphicFrame>
      <p:sp>
        <p:nvSpPr>
          <p:cNvPr id="166941" name="Arc 29"/>
          <p:cNvSpPr>
            <a:spLocks/>
          </p:cNvSpPr>
          <p:nvPr/>
        </p:nvSpPr>
        <p:spPr bwMode="auto">
          <a:xfrm>
            <a:off x="6829425" y="3151188"/>
            <a:ext cx="431800" cy="142875"/>
          </a:xfrm>
          <a:custGeom>
            <a:avLst/>
            <a:gdLst>
              <a:gd name="T0" fmla="*/ 0 w 21600"/>
              <a:gd name="T1" fmla="*/ 0 h 21600"/>
              <a:gd name="T2" fmla="*/ 172560092 w 21600"/>
              <a:gd name="T3" fmla="*/ 6251171 h 21600"/>
              <a:gd name="T4" fmla="*/ 0 w 21600"/>
              <a:gd name="T5" fmla="*/ 625117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99"/>
            </a:solidFill>
            <a:round/>
            <a:headEnd/>
            <a:tailEnd/>
          </a:ln>
        </p:spPr>
        <p:txBody>
          <a:bodyPr wrap="none" anchor="ctr"/>
          <a:lstStyle/>
          <a:p>
            <a:endParaRPr lang="zh-CN" altLang="en-US"/>
          </a:p>
        </p:txBody>
      </p:sp>
      <p:sp>
        <p:nvSpPr>
          <p:cNvPr id="166942" name="Line 30"/>
          <p:cNvSpPr>
            <a:spLocks noChangeShapeType="1"/>
          </p:cNvSpPr>
          <p:nvPr/>
        </p:nvSpPr>
        <p:spPr bwMode="auto">
          <a:xfrm rot="6383871" flipV="1">
            <a:off x="6389688" y="2744788"/>
            <a:ext cx="762000" cy="457200"/>
          </a:xfrm>
          <a:prstGeom prst="line">
            <a:avLst/>
          </a:prstGeom>
          <a:noFill/>
          <a:ln w="28575">
            <a:solidFill>
              <a:srgbClr val="008000"/>
            </a:solidFill>
            <a:round/>
            <a:headEnd/>
            <a:tailEnd type="triangle" w="sm" len="lg"/>
          </a:ln>
        </p:spPr>
        <p:txBody>
          <a:bodyPr wrap="none" anchor="ctr"/>
          <a:lstStyle/>
          <a:p>
            <a:endParaRPr lang="zh-CN" altLang="en-US"/>
          </a:p>
        </p:txBody>
      </p:sp>
      <p:sp>
        <p:nvSpPr>
          <p:cNvPr id="166943" name="Line 31"/>
          <p:cNvSpPr>
            <a:spLocks noChangeShapeType="1"/>
          </p:cNvSpPr>
          <p:nvPr/>
        </p:nvSpPr>
        <p:spPr bwMode="auto">
          <a:xfrm rot="9775276" flipV="1">
            <a:off x="7005638" y="2897188"/>
            <a:ext cx="762000" cy="457200"/>
          </a:xfrm>
          <a:prstGeom prst="line">
            <a:avLst/>
          </a:prstGeom>
          <a:noFill/>
          <a:ln w="28575">
            <a:solidFill>
              <a:srgbClr val="663300"/>
            </a:solidFill>
            <a:round/>
            <a:headEnd/>
            <a:tailEnd type="triangle" w="sm" len="lg"/>
          </a:ln>
        </p:spPr>
        <p:txBody>
          <a:bodyPr wrap="none" anchor="ctr"/>
          <a:lstStyle/>
          <a:p>
            <a:endParaRPr lang="zh-CN" altLang="en-US"/>
          </a:p>
        </p:txBody>
      </p:sp>
      <p:graphicFrame>
        <p:nvGraphicFramePr>
          <p:cNvPr id="166944" name="Object 32"/>
          <p:cNvGraphicFramePr>
            <a:graphicFrameLocks noChangeAspect="1"/>
          </p:cNvGraphicFramePr>
          <p:nvPr/>
        </p:nvGraphicFramePr>
        <p:xfrm>
          <a:off x="1241425" y="4778375"/>
          <a:ext cx="2374900" cy="366713"/>
        </p:xfrm>
        <a:graphic>
          <a:graphicData uri="http://schemas.openxmlformats.org/presentationml/2006/ole">
            <p:oleObj spid="_x0000_s21522" name="公式" r:id="rId19" imgW="1307880" imgH="203040" progId="Equation.3">
              <p:embed/>
            </p:oleObj>
          </a:graphicData>
        </a:graphic>
      </p:graphicFrame>
      <p:sp>
        <p:nvSpPr>
          <p:cNvPr id="166945" name="Line 33"/>
          <p:cNvSpPr>
            <a:spLocks noChangeShapeType="1"/>
          </p:cNvSpPr>
          <p:nvPr/>
        </p:nvSpPr>
        <p:spPr bwMode="auto">
          <a:xfrm rot="4059142">
            <a:off x="7689851" y="4445000"/>
            <a:ext cx="647700" cy="504825"/>
          </a:xfrm>
          <a:prstGeom prst="line">
            <a:avLst/>
          </a:prstGeom>
          <a:noFill/>
          <a:ln w="28575">
            <a:solidFill>
              <a:srgbClr val="CC0000"/>
            </a:solidFill>
            <a:round/>
            <a:headEnd/>
            <a:tailEnd type="triangle" w="med" len="lg"/>
          </a:ln>
        </p:spPr>
        <p:txBody>
          <a:bodyPr wrap="none" anchor="ctr"/>
          <a:lstStyle/>
          <a:p>
            <a:endParaRPr lang="zh-CN" altLang="en-US"/>
          </a:p>
        </p:txBody>
      </p:sp>
      <p:graphicFrame>
        <p:nvGraphicFramePr>
          <p:cNvPr id="166946" name="Object 34"/>
          <p:cNvGraphicFramePr>
            <a:graphicFrameLocks noChangeAspect="1"/>
          </p:cNvGraphicFramePr>
          <p:nvPr/>
        </p:nvGraphicFramePr>
        <p:xfrm>
          <a:off x="7362825" y="4014788"/>
          <a:ext cx="496888" cy="346075"/>
        </p:xfrm>
        <a:graphic>
          <a:graphicData uri="http://schemas.openxmlformats.org/presentationml/2006/ole">
            <p:oleObj spid="_x0000_s21523" name="公式" r:id="rId20" imgW="291960" imgH="203040" progId="Equation.3">
              <p:embed/>
            </p:oleObj>
          </a:graphicData>
        </a:graphic>
      </p:graphicFrame>
      <p:graphicFrame>
        <p:nvGraphicFramePr>
          <p:cNvPr id="166947" name="Object 35"/>
          <p:cNvGraphicFramePr>
            <a:graphicFrameLocks noChangeAspect="1"/>
          </p:cNvGraphicFramePr>
          <p:nvPr/>
        </p:nvGraphicFramePr>
        <p:xfrm>
          <a:off x="6597650" y="4733925"/>
          <a:ext cx="985838" cy="346075"/>
        </p:xfrm>
        <a:graphic>
          <a:graphicData uri="http://schemas.openxmlformats.org/presentationml/2006/ole">
            <p:oleObj spid="_x0000_s21524" name="公式" r:id="rId21" imgW="583920" imgH="203040" progId="Equation.3">
              <p:embed/>
            </p:oleObj>
          </a:graphicData>
        </a:graphic>
      </p:graphicFrame>
      <p:graphicFrame>
        <p:nvGraphicFramePr>
          <p:cNvPr id="166948" name="Object 36"/>
          <p:cNvGraphicFramePr>
            <a:graphicFrameLocks noChangeAspect="1"/>
          </p:cNvGraphicFramePr>
          <p:nvPr/>
        </p:nvGraphicFramePr>
        <p:xfrm>
          <a:off x="8081963" y="4554538"/>
          <a:ext cx="392112" cy="301625"/>
        </p:xfrm>
        <a:graphic>
          <a:graphicData uri="http://schemas.openxmlformats.org/presentationml/2006/ole">
            <p:oleObj spid="_x0000_s21525" name="公式" r:id="rId22" imgW="228600" imgH="177480" progId="Equation.3">
              <p:embed/>
            </p:oleObj>
          </a:graphicData>
        </a:graphic>
      </p:graphicFrame>
      <p:graphicFrame>
        <p:nvGraphicFramePr>
          <p:cNvPr id="166949" name="Object 37"/>
          <p:cNvGraphicFramePr>
            <a:graphicFrameLocks noChangeAspect="1"/>
          </p:cNvGraphicFramePr>
          <p:nvPr/>
        </p:nvGraphicFramePr>
        <p:xfrm>
          <a:off x="7546975" y="4464050"/>
          <a:ext cx="403225" cy="284163"/>
        </p:xfrm>
        <a:graphic>
          <a:graphicData uri="http://schemas.openxmlformats.org/presentationml/2006/ole">
            <p:oleObj spid="_x0000_s21526" name="公式" r:id="rId23" imgW="241200" imgH="177480" progId="Equation.3">
              <p:embed/>
            </p:oleObj>
          </a:graphicData>
        </a:graphic>
      </p:graphicFrame>
      <p:sp>
        <p:nvSpPr>
          <p:cNvPr id="166950" name="Line 38"/>
          <p:cNvSpPr>
            <a:spLocks noChangeShapeType="1"/>
          </p:cNvSpPr>
          <p:nvPr/>
        </p:nvSpPr>
        <p:spPr bwMode="auto">
          <a:xfrm rot="983871" flipV="1">
            <a:off x="7321550" y="4183063"/>
            <a:ext cx="762000" cy="457200"/>
          </a:xfrm>
          <a:prstGeom prst="line">
            <a:avLst/>
          </a:prstGeom>
          <a:noFill/>
          <a:ln w="38100">
            <a:solidFill>
              <a:srgbClr val="008000"/>
            </a:solidFill>
            <a:round/>
            <a:headEnd/>
            <a:tailEnd type="triangle" w="sm" len="lg"/>
          </a:ln>
        </p:spPr>
        <p:txBody>
          <a:bodyPr wrap="none" anchor="ctr"/>
          <a:lstStyle/>
          <a:p>
            <a:endParaRPr lang="zh-CN" altLang="en-US"/>
          </a:p>
        </p:txBody>
      </p:sp>
      <p:sp>
        <p:nvSpPr>
          <p:cNvPr id="166951" name="Line 39"/>
          <p:cNvSpPr>
            <a:spLocks noChangeShapeType="1"/>
          </p:cNvSpPr>
          <p:nvPr/>
        </p:nvSpPr>
        <p:spPr bwMode="auto">
          <a:xfrm rot="4375276" flipV="1">
            <a:off x="7202488" y="4567238"/>
            <a:ext cx="762000" cy="457200"/>
          </a:xfrm>
          <a:prstGeom prst="line">
            <a:avLst/>
          </a:prstGeom>
          <a:noFill/>
          <a:ln w="38100">
            <a:solidFill>
              <a:srgbClr val="663300"/>
            </a:solidFill>
            <a:round/>
            <a:headEnd/>
            <a:tailEnd type="triangle" w="sm" len="lg"/>
          </a:ln>
        </p:spPr>
        <p:txBody>
          <a:bodyPr wrap="none" anchor="ctr"/>
          <a:lstStyle/>
          <a:p>
            <a:endParaRPr lang="zh-CN" altLang="en-US"/>
          </a:p>
        </p:txBody>
      </p:sp>
      <p:sp>
        <p:nvSpPr>
          <p:cNvPr id="166952" name="Arc 40"/>
          <p:cNvSpPr>
            <a:spLocks/>
          </p:cNvSpPr>
          <p:nvPr/>
        </p:nvSpPr>
        <p:spPr bwMode="auto">
          <a:xfrm>
            <a:off x="7067550" y="4470400"/>
            <a:ext cx="396875" cy="165100"/>
          </a:xfrm>
          <a:custGeom>
            <a:avLst/>
            <a:gdLst>
              <a:gd name="T0" fmla="*/ 125045603 w 21600"/>
              <a:gd name="T1" fmla="*/ 0 h 21544"/>
              <a:gd name="T2" fmla="*/ 103149355 w 21600"/>
              <a:gd name="T3" fmla="*/ 9695909 h 21544"/>
              <a:gd name="T4" fmla="*/ 0 w 21600"/>
              <a:gd name="T5" fmla="*/ 3491523 h 21544"/>
              <a:gd name="T6" fmla="*/ 0 60000 65536"/>
              <a:gd name="T7" fmla="*/ 0 60000 65536"/>
              <a:gd name="T8" fmla="*/ 0 60000 65536"/>
              <a:gd name="T9" fmla="*/ 0 w 21600"/>
              <a:gd name="T10" fmla="*/ 0 h 21544"/>
              <a:gd name="T11" fmla="*/ 21600 w 21600"/>
              <a:gd name="T12" fmla="*/ 21544 h 21544"/>
            </a:gdLst>
            <a:ahLst/>
            <a:cxnLst>
              <a:cxn ang="T6">
                <a:pos x="T0" y="T1"/>
              </a:cxn>
              <a:cxn ang="T7">
                <a:pos x="T2" y="T3"/>
              </a:cxn>
              <a:cxn ang="T8">
                <a:pos x="T4" y="T5"/>
              </a:cxn>
            </a:cxnLst>
            <a:rect l="T9" t="T10" r="T11" b="T12"/>
            <a:pathLst>
              <a:path w="21600" h="21544" fill="none" extrusionOk="0">
                <a:moveTo>
                  <a:pt x="20158" y="0"/>
                </a:moveTo>
                <a:cubicBezTo>
                  <a:pt x="21111" y="2475"/>
                  <a:pt x="21600" y="5105"/>
                  <a:pt x="21600" y="7758"/>
                </a:cubicBezTo>
                <a:cubicBezTo>
                  <a:pt x="21600" y="12792"/>
                  <a:pt x="19841" y="17668"/>
                  <a:pt x="16628" y="21543"/>
                </a:cubicBezTo>
              </a:path>
              <a:path w="21600" h="21544" stroke="0" extrusionOk="0">
                <a:moveTo>
                  <a:pt x="20158" y="0"/>
                </a:moveTo>
                <a:cubicBezTo>
                  <a:pt x="21111" y="2475"/>
                  <a:pt x="21600" y="5105"/>
                  <a:pt x="21600" y="7758"/>
                </a:cubicBezTo>
                <a:cubicBezTo>
                  <a:pt x="21600" y="12792"/>
                  <a:pt x="19841" y="17668"/>
                  <a:pt x="16628" y="21543"/>
                </a:cubicBezTo>
                <a:lnTo>
                  <a:pt x="0" y="7758"/>
                </a:lnTo>
                <a:close/>
              </a:path>
            </a:pathLst>
          </a:custGeom>
          <a:noFill/>
          <a:ln w="38100">
            <a:solidFill>
              <a:srgbClr val="000099"/>
            </a:solidFill>
            <a:round/>
            <a:headEnd/>
            <a:tailEnd/>
          </a:ln>
        </p:spPr>
        <p:txBody>
          <a:bodyPr wrap="none" anchor="ctr"/>
          <a:lstStyle/>
          <a:p>
            <a:endParaRPr lang="zh-CN" altLang="en-US"/>
          </a:p>
        </p:txBody>
      </p:sp>
      <p:sp>
        <p:nvSpPr>
          <p:cNvPr id="166953" name="Text Box 41"/>
          <p:cNvSpPr txBox="1">
            <a:spLocks noChangeArrowheads="1"/>
          </p:cNvSpPr>
          <p:nvPr/>
        </p:nvSpPr>
        <p:spPr bwMode="auto">
          <a:xfrm>
            <a:off x="560388" y="3833813"/>
            <a:ext cx="492125" cy="457200"/>
          </a:xfrm>
          <a:prstGeom prst="rect">
            <a:avLst/>
          </a:prstGeom>
          <a:noFill/>
          <a:ln w="9525">
            <a:noFill/>
            <a:miter lim="800000"/>
            <a:headEnd/>
            <a:tailEnd/>
          </a:ln>
        </p:spPr>
        <p:txBody>
          <a:bodyPr wrap="none">
            <a:spAutoFit/>
          </a:bodyPr>
          <a:lstStyle/>
          <a:p>
            <a:pPr algn="ctr"/>
            <a:r>
              <a:rPr kumimoji="1" lang="zh-CN" altLang="en-US" sz="2400">
                <a:latin typeface="Times New Roman" pitchFamily="18" charset="0"/>
              </a:rPr>
              <a:t>令</a:t>
            </a:r>
          </a:p>
        </p:txBody>
      </p:sp>
      <p:sp>
        <p:nvSpPr>
          <p:cNvPr id="166954" name="Rectangle 42"/>
          <p:cNvSpPr>
            <a:spLocks noChangeArrowheads="1"/>
          </p:cNvSpPr>
          <p:nvPr/>
        </p:nvSpPr>
        <p:spPr bwMode="auto">
          <a:xfrm>
            <a:off x="2474913" y="3833813"/>
            <a:ext cx="3597275" cy="830262"/>
          </a:xfrm>
          <a:prstGeom prst="rect">
            <a:avLst/>
          </a:prstGeom>
          <a:noFill/>
          <a:ln w="9525" algn="ctr">
            <a:noFill/>
            <a:miter lim="800000"/>
            <a:headEnd/>
            <a:tailEnd/>
          </a:ln>
        </p:spPr>
        <p:txBody>
          <a:bodyPr>
            <a:spAutoFit/>
          </a:bodyPr>
          <a:lstStyle/>
          <a:p>
            <a:r>
              <a:rPr kumimoji="1" lang="en-US" altLang="zh-CN" sz="2400">
                <a:solidFill>
                  <a:srgbClr val="00CC00"/>
                </a:solidFill>
                <a:latin typeface="Times New Roman" pitchFamily="18" charset="0"/>
              </a:rPr>
              <a:t>(</a:t>
            </a:r>
            <a:r>
              <a:rPr kumimoji="1" lang="zh-CN" altLang="en-US" sz="2400">
                <a:solidFill>
                  <a:srgbClr val="00CC00"/>
                </a:solidFill>
                <a:latin typeface="Times New Roman" pitchFamily="18" charset="0"/>
              </a:rPr>
              <a:t>法向加速度）</a:t>
            </a:r>
          </a:p>
          <a:p>
            <a:r>
              <a:rPr kumimoji="1" lang="zh-CN" altLang="en-US" sz="2400">
                <a:solidFill>
                  <a:schemeClr val="accent2"/>
                </a:solidFill>
                <a:latin typeface="Times New Roman" pitchFamily="18" charset="0"/>
              </a:rPr>
              <a:t> </a:t>
            </a:r>
            <a:r>
              <a:rPr kumimoji="1" lang="zh-CN" altLang="en-US" sz="2400">
                <a:solidFill>
                  <a:srgbClr val="FF6600"/>
                </a:solidFill>
                <a:latin typeface="Times New Roman" pitchFamily="18" charset="0"/>
              </a:rPr>
              <a:t>⇒反映速度方向的变化</a:t>
            </a:r>
          </a:p>
        </p:txBody>
      </p:sp>
      <p:sp>
        <p:nvSpPr>
          <p:cNvPr id="166955" name="Text Box 43"/>
          <p:cNvSpPr txBox="1">
            <a:spLocks noChangeArrowheads="1"/>
          </p:cNvSpPr>
          <p:nvPr/>
        </p:nvSpPr>
        <p:spPr bwMode="auto">
          <a:xfrm>
            <a:off x="549275" y="5324475"/>
            <a:ext cx="2133600" cy="457200"/>
          </a:xfrm>
          <a:prstGeom prst="rect">
            <a:avLst/>
          </a:prstGeom>
          <a:noFill/>
          <a:ln w="9525">
            <a:noFill/>
            <a:miter lim="800000"/>
            <a:headEnd/>
            <a:tailEnd/>
          </a:ln>
        </p:spPr>
        <p:txBody>
          <a:bodyPr>
            <a:spAutoFit/>
          </a:bodyPr>
          <a:lstStyle/>
          <a:p>
            <a:pPr>
              <a:spcBef>
                <a:spcPct val="50000"/>
              </a:spcBef>
            </a:pPr>
            <a:r>
              <a:rPr kumimoji="1" lang="zh-CN" altLang="en-US" sz="2400">
                <a:latin typeface="Times New Roman" pitchFamily="18" charset="0"/>
              </a:rPr>
              <a:t>大小</a:t>
            </a:r>
            <a:r>
              <a:rPr kumimoji="1" lang="en-US" altLang="zh-CN" sz="2400">
                <a:latin typeface="Times New Roman" pitchFamily="18" charset="0"/>
                <a:sym typeface="Wingdings" pitchFamily="2" charset="2"/>
              </a:rPr>
              <a:t>(</a:t>
            </a:r>
            <a:r>
              <a:rPr kumimoji="1" lang="en-US" altLang="zh-CN" sz="2400">
                <a:solidFill>
                  <a:srgbClr val="FF6600"/>
                </a:solidFill>
                <a:latin typeface="Times New Roman" pitchFamily="18" charset="0"/>
                <a:sym typeface="Wingdings" pitchFamily="2" charset="2"/>
              </a:rPr>
              <a:t>△</a:t>
            </a:r>
            <a:r>
              <a:rPr kumimoji="1" lang="en-US" altLang="zh-CN" sz="2400" i="1">
                <a:solidFill>
                  <a:srgbClr val="FF6600"/>
                </a:solidFill>
                <a:latin typeface="Times New Roman" pitchFamily="18" charset="0"/>
                <a:sym typeface="Wingdings" pitchFamily="2" charset="2"/>
              </a:rPr>
              <a:t>t</a:t>
            </a:r>
            <a:r>
              <a:rPr kumimoji="1" lang="en-US" altLang="zh-CN" sz="2400">
                <a:solidFill>
                  <a:srgbClr val="FF6600"/>
                </a:solidFill>
                <a:latin typeface="Times New Roman" pitchFamily="18" charset="0"/>
                <a:sym typeface="Wingdings" pitchFamily="2" charset="2"/>
              </a:rPr>
              <a:t>→0</a:t>
            </a:r>
            <a:r>
              <a:rPr kumimoji="1" lang="en-US" altLang="zh-CN" sz="2400">
                <a:latin typeface="Times New Roman" pitchFamily="18" charset="0"/>
                <a:sym typeface="Wingdings" pitchFamily="2" charset="2"/>
              </a:rPr>
              <a:t>)</a:t>
            </a:r>
            <a:r>
              <a:rPr kumimoji="1" lang="en-US" altLang="zh-CN" sz="2400">
                <a:latin typeface="Times New Roman" pitchFamily="18" charset="0"/>
              </a:rPr>
              <a:t>:</a:t>
            </a:r>
            <a:endParaRPr kumimoji="1" lang="en-US" altLang="zh-CN" sz="2400">
              <a:latin typeface="Times New Roman" pitchFamily="18" charset="0"/>
              <a:sym typeface="Wingdings" pitchFamily="2" charset="2"/>
            </a:endParaRPr>
          </a:p>
        </p:txBody>
      </p:sp>
      <p:graphicFrame>
        <p:nvGraphicFramePr>
          <p:cNvPr id="166956" name="Object 44"/>
          <p:cNvGraphicFramePr>
            <a:graphicFrameLocks noChangeAspect="1"/>
          </p:cNvGraphicFramePr>
          <p:nvPr/>
        </p:nvGraphicFramePr>
        <p:xfrm>
          <a:off x="2366963" y="5364163"/>
          <a:ext cx="2432050" cy="431800"/>
        </p:xfrm>
        <a:graphic>
          <a:graphicData uri="http://schemas.openxmlformats.org/presentationml/2006/ole">
            <p:oleObj spid="_x0000_s21527" name="公式" r:id="rId24" imgW="1346040" imgH="241200" progId="Equation.3">
              <p:embed/>
            </p:oleObj>
          </a:graphicData>
        </a:graphic>
      </p:graphicFrame>
      <p:graphicFrame>
        <p:nvGraphicFramePr>
          <p:cNvPr id="166957" name="Object 45"/>
          <p:cNvGraphicFramePr>
            <a:graphicFrameLocks noChangeAspect="1"/>
          </p:cNvGraphicFramePr>
          <p:nvPr/>
        </p:nvGraphicFramePr>
        <p:xfrm>
          <a:off x="641350" y="6021388"/>
          <a:ext cx="407988" cy="292100"/>
        </p:xfrm>
        <a:graphic>
          <a:graphicData uri="http://schemas.openxmlformats.org/presentationml/2006/ole">
            <p:oleObj spid="_x0000_s21528" name="公式" r:id="rId25" imgW="406080" imgH="291960" progId="Equation.3">
              <p:embed/>
            </p:oleObj>
          </a:graphicData>
        </a:graphic>
      </p:graphicFrame>
      <p:sp>
        <p:nvSpPr>
          <p:cNvPr id="166958" name="Text Box 46"/>
          <p:cNvSpPr txBox="1">
            <a:spLocks noChangeArrowheads="1"/>
          </p:cNvSpPr>
          <p:nvPr/>
        </p:nvSpPr>
        <p:spPr bwMode="auto">
          <a:xfrm>
            <a:off x="949325" y="5949950"/>
            <a:ext cx="2420938" cy="457200"/>
          </a:xfrm>
          <a:prstGeom prst="rect">
            <a:avLst/>
          </a:prstGeom>
          <a:noFill/>
          <a:ln w="9525">
            <a:noFill/>
            <a:miter lim="800000"/>
            <a:headEnd/>
            <a:tailEnd/>
          </a:ln>
        </p:spPr>
        <p:txBody>
          <a:bodyPr>
            <a:spAutoFit/>
          </a:bodyPr>
          <a:lstStyle/>
          <a:p>
            <a:pPr>
              <a:spcBef>
                <a:spcPct val="50000"/>
              </a:spcBef>
            </a:pPr>
            <a:r>
              <a:rPr kumimoji="1" lang="zh-CN" altLang="en-US" sz="2400">
                <a:latin typeface="Times New Roman" pitchFamily="18" charset="0"/>
              </a:rPr>
              <a:t>方向</a:t>
            </a:r>
            <a:r>
              <a:rPr kumimoji="1" lang="en-US" altLang="zh-CN" sz="2400">
                <a:latin typeface="Times New Roman" pitchFamily="18" charset="0"/>
                <a:sym typeface="Wingdings" pitchFamily="2" charset="2"/>
              </a:rPr>
              <a:t>(</a:t>
            </a:r>
            <a:r>
              <a:rPr kumimoji="1" lang="en-US" altLang="zh-CN" sz="2400">
                <a:solidFill>
                  <a:srgbClr val="FF6600"/>
                </a:solidFill>
                <a:latin typeface="Times New Roman" pitchFamily="18" charset="0"/>
                <a:sym typeface="Wingdings" pitchFamily="2" charset="2"/>
              </a:rPr>
              <a:t>△</a:t>
            </a:r>
            <a:r>
              <a:rPr kumimoji="1" lang="en-US" altLang="zh-CN" sz="2400" i="1">
                <a:solidFill>
                  <a:srgbClr val="FF6600"/>
                </a:solidFill>
                <a:latin typeface="Times New Roman" pitchFamily="18" charset="0"/>
                <a:sym typeface="Wingdings" pitchFamily="2" charset="2"/>
              </a:rPr>
              <a:t>t</a:t>
            </a:r>
            <a:r>
              <a:rPr kumimoji="1" lang="en-US" altLang="zh-CN" sz="2400">
                <a:solidFill>
                  <a:srgbClr val="FF6600"/>
                </a:solidFill>
                <a:latin typeface="Times New Roman" pitchFamily="18" charset="0"/>
                <a:sym typeface="Wingdings" pitchFamily="2" charset="2"/>
              </a:rPr>
              <a:t>→0</a:t>
            </a:r>
            <a:r>
              <a:rPr kumimoji="1" lang="en-US" altLang="zh-CN" sz="2400">
                <a:latin typeface="Times New Roman" pitchFamily="18" charset="0"/>
                <a:sym typeface="Wingdings" pitchFamily="2" charset="2"/>
              </a:rPr>
              <a:t>)</a:t>
            </a:r>
            <a:r>
              <a:rPr kumimoji="1" lang="en-US" altLang="zh-CN" sz="2400">
                <a:latin typeface="Times New Roman" pitchFamily="18" charset="0"/>
              </a:rPr>
              <a:t>:</a:t>
            </a:r>
          </a:p>
        </p:txBody>
      </p:sp>
      <p:graphicFrame>
        <p:nvGraphicFramePr>
          <p:cNvPr id="166959" name="Object 47"/>
          <p:cNvGraphicFramePr>
            <a:graphicFrameLocks noChangeAspect="1"/>
          </p:cNvGraphicFramePr>
          <p:nvPr/>
        </p:nvGraphicFramePr>
        <p:xfrm>
          <a:off x="3357563" y="6084888"/>
          <a:ext cx="252412" cy="320675"/>
        </p:xfrm>
        <a:graphic>
          <a:graphicData uri="http://schemas.openxmlformats.org/presentationml/2006/ole">
            <p:oleObj spid="_x0000_s21529" name="公式" r:id="rId26" imgW="139680" imgH="177480" progId="Equation.3">
              <p:embed/>
            </p:oleObj>
          </a:graphicData>
        </a:graphic>
      </p:graphicFrame>
      <p:sp>
        <p:nvSpPr>
          <p:cNvPr id="166960" name="AutoShape 48"/>
          <p:cNvSpPr>
            <a:spLocks/>
          </p:cNvSpPr>
          <p:nvPr/>
        </p:nvSpPr>
        <p:spPr bwMode="auto">
          <a:xfrm>
            <a:off x="4922838" y="5543550"/>
            <a:ext cx="234950" cy="719138"/>
          </a:xfrm>
          <a:prstGeom prst="rightBrace">
            <a:avLst>
              <a:gd name="adj1" fmla="val 25507"/>
              <a:gd name="adj2" fmla="val 45731"/>
            </a:avLst>
          </a:prstGeom>
          <a:noFill/>
          <a:ln w="19050">
            <a:solidFill>
              <a:srgbClr val="000066"/>
            </a:solidFill>
            <a:round/>
            <a:headEnd/>
            <a:tailEnd/>
          </a:ln>
        </p:spPr>
        <p:txBody>
          <a:bodyPr wrap="none" anchor="ctr"/>
          <a:lstStyle/>
          <a:p>
            <a:endParaRPr lang="zh-CN" altLang="en-US" sz="2400">
              <a:latin typeface="Times New Roman" pitchFamily="18" charset="0"/>
            </a:endParaRPr>
          </a:p>
        </p:txBody>
      </p:sp>
      <p:graphicFrame>
        <p:nvGraphicFramePr>
          <p:cNvPr id="166961" name="Object 49"/>
          <p:cNvGraphicFramePr>
            <a:graphicFrameLocks noChangeAspect="1"/>
          </p:cNvGraphicFramePr>
          <p:nvPr/>
        </p:nvGraphicFramePr>
        <p:xfrm>
          <a:off x="5246688" y="5724525"/>
          <a:ext cx="1255712" cy="320675"/>
        </p:xfrm>
        <a:graphic>
          <a:graphicData uri="http://schemas.openxmlformats.org/presentationml/2006/ole">
            <p:oleObj spid="_x0000_s21530" name="公式" r:id="rId27" imgW="698400" imgH="177480" progId="Equation.3">
              <p:embed/>
            </p:oleObj>
          </a:graphicData>
        </a:graphic>
      </p:graphicFrame>
      <p:sp>
        <p:nvSpPr>
          <p:cNvPr id="166962" name="AutoShape 50"/>
          <p:cNvSpPr>
            <a:spLocks noChangeArrowheads="1"/>
          </p:cNvSpPr>
          <p:nvPr/>
        </p:nvSpPr>
        <p:spPr bwMode="auto">
          <a:xfrm flipH="1">
            <a:off x="6597650" y="5827713"/>
            <a:ext cx="360363" cy="122237"/>
          </a:xfrm>
          <a:prstGeom prst="leftArrow">
            <a:avLst>
              <a:gd name="adj1" fmla="val 50370"/>
              <a:gd name="adj2" fmla="val 138546"/>
            </a:avLst>
          </a:prstGeom>
          <a:solidFill>
            <a:srgbClr val="0000FF">
              <a:alpha val="50195"/>
            </a:srgbClr>
          </a:solidFill>
          <a:ln w="9525">
            <a:solidFill>
              <a:schemeClr val="bg1">
                <a:alpha val="70195"/>
              </a:schemeClr>
            </a:solidFill>
            <a:miter lim="800000"/>
            <a:headEnd/>
            <a:tailEnd/>
          </a:ln>
        </p:spPr>
        <p:txBody>
          <a:bodyPr wrap="none" anchor="ctr"/>
          <a:lstStyle/>
          <a:p>
            <a:endParaRPr lang="zh-CN" altLang="en-US"/>
          </a:p>
        </p:txBody>
      </p:sp>
      <p:graphicFrame>
        <p:nvGraphicFramePr>
          <p:cNvPr id="166963" name="Object 51"/>
          <p:cNvGraphicFramePr>
            <a:graphicFrameLocks noChangeAspect="1"/>
          </p:cNvGraphicFramePr>
          <p:nvPr/>
        </p:nvGraphicFramePr>
        <p:xfrm>
          <a:off x="7092950" y="5543550"/>
          <a:ext cx="1658938" cy="690563"/>
        </p:xfrm>
        <a:graphic>
          <a:graphicData uri="http://schemas.openxmlformats.org/presentationml/2006/ole">
            <p:oleObj spid="_x0000_s21531" name="公式" r:id="rId28" imgW="977760" imgH="406080" progId="Equation.3">
              <p:embed/>
            </p:oleObj>
          </a:graphicData>
        </a:graphic>
      </p:graphicFrame>
      <p:graphicFrame>
        <p:nvGraphicFramePr>
          <p:cNvPr id="166965" name="Object 53"/>
          <p:cNvGraphicFramePr>
            <a:graphicFrameLocks noChangeAspect="1"/>
          </p:cNvGraphicFramePr>
          <p:nvPr/>
        </p:nvGraphicFramePr>
        <p:xfrm>
          <a:off x="4257675" y="933450"/>
          <a:ext cx="1327150" cy="730250"/>
        </p:xfrm>
        <a:graphic>
          <a:graphicData uri="http://schemas.openxmlformats.org/presentationml/2006/ole">
            <p:oleObj spid="_x0000_s21532" name="公式" r:id="rId29" imgW="736560" imgH="40608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6916"/>
                                        </p:tgtEl>
                                        <p:attrNameLst>
                                          <p:attrName>style.visibility</p:attrName>
                                        </p:attrNameLst>
                                      </p:cBhvr>
                                      <p:to>
                                        <p:strVal val="visible"/>
                                      </p:to>
                                    </p:set>
                                    <p:animEffect transition="in" filter="wipe(left)">
                                      <p:cBhvr>
                                        <p:cTn id="7" dur="500"/>
                                        <p:tgtEl>
                                          <p:spTgt spid="1669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6917"/>
                                        </p:tgtEl>
                                        <p:attrNameLst>
                                          <p:attrName>style.visibility</p:attrName>
                                        </p:attrNameLst>
                                      </p:cBhvr>
                                      <p:to>
                                        <p:strVal val="visible"/>
                                      </p:to>
                                    </p:set>
                                    <p:animEffect transition="in" filter="wipe(left)">
                                      <p:cBhvr>
                                        <p:cTn id="12" dur="500"/>
                                        <p:tgtEl>
                                          <p:spTgt spid="166917"/>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166918"/>
                                        </p:tgtEl>
                                        <p:attrNameLst>
                                          <p:attrName>style.visibility</p:attrName>
                                        </p:attrNameLst>
                                      </p:cBhvr>
                                      <p:to>
                                        <p:strVal val="visible"/>
                                      </p:to>
                                    </p:set>
                                    <p:anim calcmode="lin" valueType="num">
                                      <p:cBhvr>
                                        <p:cTn id="17" dur="500" fill="hold"/>
                                        <p:tgtEl>
                                          <p:spTgt spid="166918"/>
                                        </p:tgtEl>
                                        <p:attrNameLst>
                                          <p:attrName>ppt_w</p:attrName>
                                        </p:attrNameLst>
                                      </p:cBhvr>
                                      <p:tavLst>
                                        <p:tav tm="0">
                                          <p:val>
                                            <p:fltVal val="0"/>
                                          </p:val>
                                        </p:tav>
                                        <p:tav tm="100000">
                                          <p:val>
                                            <p:strVal val="#ppt_w"/>
                                          </p:val>
                                        </p:tav>
                                      </p:tavLst>
                                    </p:anim>
                                    <p:anim calcmode="lin" valueType="num">
                                      <p:cBhvr>
                                        <p:cTn id="18" dur="500" fill="hold"/>
                                        <p:tgtEl>
                                          <p:spTgt spid="166918"/>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nodeType="clickEffect">
                                  <p:stCondLst>
                                    <p:cond delay="0"/>
                                  </p:stCondLst>
                                  <p:childTnLst>
                                    <p:set>
                                      <p:cBhvr>
                                        <p:cTn id="22" dur="1" fill="hold">
                                          <p:stCondLst>
                                            <p:cond delay="0"/>
                                          </p:stCondLst>
                                        </p:cTn>
                                        <p:tgtEl>
                                          <p:spTgt spid="166965"/>
                                        </p:tgtEl>
                                        <p:attrNameLst>
                                          <p:attrName>style.visibility</p:attrName>
                                        </p:attrNameLst>
                                      </p:cBhvr>
                                      <p:to>
                                        <p:strVal val="visible"/>
                                      </p:to>
                                    </p:set>
                                    <p:anim calcmode="lin" valueType="num">
                                      <p:cBhvr>
                                        <p:cTn id="23" dur="500" fill="hold"/>
                                        <p:tgtEl>
                                          <p:spTgt spid="166965"/>
                                        </p:tgtEl>
                                        <p:attrNameLst>
                                          <p:attrName>ppt_w</p:attrName>
                                        </p:attrNameLst>
                                      </p:cBhvr>
                                      <p:tavLst>
                                        <p:tav tm="0">
                                          <p:val>
                                            <p:fltVal val="0"/>
                                          </p:val>
                                        </p:tav>
                                        <p:tav tm="100000">
                                          <p:val>
                                            <p:strVal val="#ppt_w"/>
                                          </p:val>
                                        </p:tav>
                                      </p:tavLst>
                                    </p:anim>
                                    <p:anim calcmode="lin" valueType="num">
                                      <p:cBhvr>
                                        <p:cTn id="24" dur="500" fill="hold"/>
                                        <p:tgtEl>
                                          <p:spTgt spid="166965"/>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nodeType="clickEffect">
                                  <p:stCondLst>
                                    <p:cond delay="0"/>
                                  </p:stCondLst>
                                  <p:childTnLst>
                                    <p:set>
                                      <p:cBhvr>
                                        <p:cTn id="28" dur="1" fill="hold">
                                          <p:stCondLst>
                                            <p:cond delay="0"/>
                                          </p:stCondLst>
                                        </p:cTn>
                                        <p:tgtEl>
                                          <p:spTgt spid="166919"/>
                                        </p:tgtEl>
                                        <p:attrNameLst>
                                          <p:attrName>style.visibility</p:attrName>
                                        </p:attrNameLst>
                                      </p:cBhvr>
                                      <p:to>
                                        <p:strVal val="visible"/>
                                      </p:to>
                                    </p:set>
                                    <p:anim calcmode="lin" valueType="num">
                                      <p:cBhvr>
                                        <p:cTn id="29" dur="500" fill="hold"/>
                                        <p:tgtEl>
                                          <p:spTgt spid="166919"/>
                                        </p:tgtEl>
                                        <p:attrNameLst>
                                          <p:attrName>ppt_w</p:attrName>
                                        </p:attrNameLst>
                                      </p:cBhvr>
                                      <p:tavLst>
                                        <p:tav tm="0">
                                          <p:val>
                                            <p:fltVal val="0"/>
                                          </p:val>
                                        </p:tav>
                                        <p:tav tm="100000">
                                          <p:val>
                                            <p:strVal val="#ppt_w"/>
                                          </p:val>
                                        </p:tav>
                                      </p:tavLst>
                                    </p:anim>
                                    <p:anim calcmode="lin" valueType="num">
                                      <p:cBhvr>
                                        <p:cTn id="30" dur="500" fill="hold"/>
                                        <p:tgtEl>
                                          <p:spTgt spid="166919"/>
                                        </p:tgtEl>
                                        <p:attrNameLst>
                                          <p:attrName>ppt_h</p:attrName>
                                        </p:attrNameLst>
                                      </p:cBhvr>
                                      <p:tavLst>
                                        <p:tav tm="0">
                                          <p:val>
                                            <p:flt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66925"/>
                                        </p:tgtEl>
                                        <p:attrNameLst>
                                          <p:attrName>style.visibility</p:attrName>
                                        </p:attrNameLst>
                                      </p:cBhvr>
                                      <p:to>
                                        <p:strVal val="visible"/>
                                      </p:to>
                                    </p:set>
                                    <p:animEffect transition="in" filter="wipe(left)">
                                      <p:cBhvr>
                                        <p:cTn id="35" dur="500"/>
                                        <p:tgtEl>
                                          <p:spTgt spid="166925"/>
                                        </p:tgtEl>
                                      </p:cBhvr>
                                    </p:animEffec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166924"/>
                                        </p:tgtEl>
                                        <p:attrNameLst>
                                          <p:attrName>style.visibility</p:attrName>
                                        </p:attrNameLst>
                                      </p:cBhvr>
                                      <p:to>
                                        <p:strVal val="visible"/>
                                      </p:to>
                                    </p:set>
                                    <p:animEffect transition="in" filter="wipe(left)">
                                      <p:cBhvr>
                                        <p:cTn id="39" dur="500"/>
                                        <p:tgtEl>
                                          <p:spTgt spid="16692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66926"/>
                                        </p:tgtEl>
                                        <p:attrNameLst>
                                          <p:attrName>style.visibility</p:attrName>
                                        </p:attrNameLst>
                                      </p:cBhvr>
                                      <p:to>
                                        <p:strVal val="visible"/>
                                      </p:to>
                                    </p:set>
                                    <p:animEffect transition="in" filter="wipe(left)">
                                      <p:cBhvr>
                                        <p:cTn id="44" dur="500"/>
                                        <p:tgtEl>
                                          <p:spTgt spid="16692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66920"/>
                                        </p:tgtEl>
                                        <p:attrNameLst>
                                          <p:attrName>style.visibility</p:attrName>
                                        </p:attrNameLst>
                                      </p:cBhvr>
                                      <p:to>
                                        <p:strVal val="visible"/>
                                      </p:to>
                                    </p:set>
                                    <p:animEffect transition="in" filter="wipe(left)">
                                      <p:cBhvr>
                                        <p:cTn id="49" dur="500"/>
                                        <p:tgtEl>
                                          <p:spTgt spid="166920"/>
                                        </p:tgtEl>
                                      </p:cBhvr>
                                    </p:animEffect>
                                  </p:childTnLst>
                                </p:cTn>
                              </p:par>
                            </p:childTnLst>
                          </p:cTn>
                        </p:par>
                      </p:childTnLst>
                    </p:cTn>
                  </p:par>
                  <p:par>
                    <p:cTn id="50" fill="hold">
                      <p:stCondLst>
                        <p:cond delay="indefinite"/>
                      </p:stCondLst>
                      <p:childTnLst>
                        <p:par>
                          <p:cTn id="51" fill="hold">
                            <p:stCondLst>
                              <p:cond delay="0"/>
                            </p:stCondLst>
                            <p:childTnLst>
                              <p:par>
                                <p:cTn id="52" presetID="23" presetClass="entr" presetSubtype="16" fill="hold" nodeType="clickEffect">
                                  <p:stCondLst>
                                    <p:cond delay="0"/>
                                  </p:stCondLst>
                                  <p:childTnLst>
                                    <p:set>
                                      <p:cBhvr>
                                        <p:cTn id="53" dur="1" fill="hold">
                                          <p:stCondLst>
                                            <p:cond delay="0"/>
                                          </p:stCondLst>
                                        </p:cTn>
                                        <p:tgtEl>
                                          <p:spTgt spid="166921"/>
                                        </p:tgtEl>
                                        <p:attrNameLst>
                                          <p:attrName>style.visibility</p:attrName>
                                        </p:attrNameLst>
                                      </p:cBhvr>
                                      <p:to>
                                        <p:strVal val="visible"/>
                                      </p:to>
                                    </p:set>
                                    <p:anim calcmode="lin" valueType="num">
                                      <p:cBhvr>
                                        <p:cTn id="54" dur="500" fill="hold"/>
                                        <p:tgtEl>
                                          <p:spTgt spid="166921"/>
                                        </p:tgtEl>
                                        <p:attrNameLst>
                                          <p:attrName>ppt_w</p:attrName>
                                        </p:attrNameLst>
                                      </p:cBhvr>
                                      <p:tavLst>
                                        <p:tav tm="0">
                                          <p:val>
                                            <p:fltVal val="0"/>
                                          </p:val>
                                        </p:tav>
                                        <p:tav tm="100000">
                                          <p:val>
                                            <p:strVal val="#ppt_w"/>
                                          </p:val>
                                        </p:tav>
                                      </p:tavLst>
                                    </p:anim>
                                    <p:anim calcmode="lin" valueType="num">
                                      <p:cBhvr>
                                        <p:cTn id="55" dur="500" fill="hold"/>
                                        <p:tgtEl>
                                          <p:spTgt spid="166921"/>
                                        </p:tgtEl>
                                        <p:attrNameLst>
                                          <p:attrName>ppt_h</p:attrName>
                                        </p:attrNameLst>
                                      </p:cBhvr>
                                      <p:tavLst>
                                        <p:tav tm="0">
                                          <p:val>
                                            <p:fltVal val="0"/>
                                          </p:val>
                                        </p:tav>
                                        <p:tav tm="100000">
                                          <p:val>
                                            <p:strVal val="#ppt_h"/>
                                          </p:val>
                                        </p:tav>
                                      </p:tavLst>
                                    </p:anim>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66922"/>
                                        </p:tgtEl>
                                        <p:attrNameLst>
                                          <p:attrName>style.visibility</p:attrName>
                                        </p:attrNameLst>
                                      </p:cBhvr>
                                      <p:to>
                                        <p:strVal val="visible"/>
                                      </p:to>
                                    </p:set>
                                    <p:animEffect transition="in" filter="wipe(left)">
                                      <p:cBhvr>
                                        <p:cTn id="60" dur="500"/>
                                        <p:tgtEl>
                                          <p:spTgt spid="16692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166923"/>
                                        </p:tgtEl>
                                        <p:attrNameLst>
                                          <p:attrName>style.visibility</p:attrName>
                                        </p:attrNameLst>
                                      </p:cBhvr>
                                      <p:to>
                                        <p:strVal val="visible"/>
                                      </p:to>
                                    </p:set>
                                    <p:animEffect transition="in" filter="wipe(left)">
                                      <p:cBhvr>
                                        <p:cTn id="65" dur="500"/>
                                        <p:tgtEl>
                                          <p:spTgt spid="166923"/>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66953"/>
                                        </p:tgtEl>
                                        <p:attrNameLst>
                                          <p:attrName>style.visibility</p:attrName>
                                        </p:attrNameLst>
                                      </p:cBhvr>
                                      <p:to>
                                        <p:strVal val="visible"/>
                                      </p:to>
                                    </p:set>
                                    <p:animEffect transition="in" filter="wipe(left)">
                                      <p:cBhvr>
                                        <p:cTn id="70" dur="500"/>
                                        <p:tgtEl>
                                          <p:spTgt spid="166953"/>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166927"/>
                                        </p:tgtEl>
                                        <p:attrNameLst>
                                          <p:attrName>style.visibility</p:attrName>
                                        </p:attrNameLst>
                                      </p:cBhvr>
                                      <p:to>
                                        <p:strVal val="visible"/>
                                      </p:to>
                                    </p:set>
                                    <p:animEffect transition="in" filter="wipe(left)">
                                      <p:cBhvr>
                                        <p:cTn id="75" dur="500"/>
                                        <p:tgtEl>
                                          <p:spTgt spid="166927"/>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66954"/>
                                        </p:tgtEl>
                                        <p:attrNameLst>
                                          <p:attrName>style.visibility</p:attrName>
                                        </p:attrNameLst>
                                      </p:cBhvr>
                                      <p:to>
                                        <p:strVal val="visible"/>
                                      </p:to>
                                    </p:set>
                                    <p:animEffect transition="in" filter="wipe(left)">
                                      <p:cBhvr>
                                        <p:cTn id="80" dur="500"/>
                                        <p:tgtEl>
                                          <p:spTgt spid="166954"/>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166928"/>
                                        </p:tgtEl>
                                        <p:attrNameLst>
                                          <p:attrName>style.visibility</p:attrName>
                                        </p:attrNameLst>
                                      </p:cBhvr>
                                      <p:to>
                                        <p:strVal val="visible"/>
                                      </p:to>
                                    </p:set>
                                    <p:animEffect transition="in" filter="wipe(left)">
                                      <p:cBhvr>
                                        <p:cTn id="85" dur="500"/>
                                        <p:tgtEl>
                                          <p:spTgt spid="166928"/>
                                        </p:tgtEl>
                                      </p:cBhvr>
                                    </p:animEffect>
                                  </p:childTnLst>
                                </p:cTn>
                              </p:par>
                            </p:childTnLst>
                          </p:cTn>
                        </p:par>
                        <p:par>
                          <p:cTn id="86" fill="hold">
                            <p:stCondLst>
                              <p:cond delay="500"/>
                            </p:stCondLst>
                            <p:childTnLst>
                              <p:par>
                                <p:cTn id="87" presetID="22" presetClass="entr" presetSubtype="8" fill="hold" grpId="0" nodeType="afterEffect">
                                  <p:stCondLst>
                                    <p:cond delay="0"/>
                                  </p:stCondLst>
                                  <p:childTnLst>
                                    <p:set>
                                      <p:cBhvr>
                                        <p:cTn id="88" dur="1" fill="hold">
                                          <p:stCondLst>
                                            <p:cond delay="0"/>
                                          </p:stCondLst>
                                        </p:cTn>
                                        <p:tgtEl>
                                          <p:spTgt spid="166935"/>
                                        </p:tgtEl>
                                        <p:attrNameLst>
                                          <p:attrName>style.visibility</p:attrName>
                                        </p:attrNameLst>
                                      </p:cBhvr>
                                      <p:to>
                                        <p:strVal val="visible"/>
                                      </p:to>
                                    </p:set>
                                    <p:animEffect transition="in" filter="wipe(left)">
                                      <p:cBhvr>
                                        <p:cTn id="89" dur="500"/>
                                        <p:tgtEl>
                                          <p:spTgt spid="166935"/>
                                        </p:tgtEl>
                                      </p:cBhvr>
                                    </p:animEffect>
                                  </p:childTnLst>
                                </p:cTn>
                              </p:par>
                            </p:childTnLst>
                          </p:cTn>
                        </p:par>
                        <p:par>
                          <p:cTn id="90" fill="hold">
                            <p:stCondLst>
                              <p:cond delay="1000"/>
                            </p:stCondLst>
                            <p:childTnLst>
                              <p:par>
                                <p:cTn id="91" presetID="22" presetClass="entr" presetSubtype="8" fill="hold" nodeType="afterEffect">
                                  <p:stCondLst>
                                    <p:cond delay="0"/>
                                  </p:stCondLst>
                                  <p:childTnLst>
                                    <p:set>
                                      <p:cBhvr>
                                        <p:cTn id="92" dur="1" fill="hold">
                                          <p:stCondLst>
                                            <p:cond delay="0"/>
                                          </p:stCondLst>
                                        </p:cTn>
                                        <p:tgtEl>
                                          <p:spTgt spid="166936"/>
                                        </p:tgtEl>
                                        <p:attrNameLst>
                                          <p:attrName>style.visibility</p:attrName>
                                        </p:attrNameLst>
                                      </p:cBhvr>
                                      <p:to>
                                        <p:strVal val="visible"/>
                                      </p:to>
                                    </p:set>
                                    <p:animEffect transition="in" filter="wipe(left)">
                                      <p:cBhvr>
                                        <p:cTn id="93" dur="500"/>
                                        <p:tgtEl>
                                          <p:spTgt spid="166936"/>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166931"/>
                                        </p:tgtEl>
                                        <p:attrNameLst>
                                          <p:attrName>style.visibility</p:attrName>
                                        </p:attrNameLst>
                                      </p:cBhvr>
                                      <p:to>
                                        <p:strVal val="visible"/>
                                      </p:to>
                                    </p:set>
                                    <p:animEffect transition="in" filter="wipe(left)">
                                      <p:cBhvr>
                                        <p:cTn id="98" dur="500"/>
                                        <p:tgtEl>
                                          <p:spTgt spid="166931"/>
                                        </p:tgtEl>
                                      </p:cBhvr>
                                    </p:animEffect>
                                  </p:childTnLst>
                                </p:cTn>
                              </p:par>
                            </p:childTnLst>
                          </p:cTn>
                        </p:par>
                        <p:par>
                          <p:cTn id="99" fill="hold">
                            <p:stCondLst>
                              <p:cond delay="500"/>
                            </p:stCondLst>
                            <p:childTnLst>
                              <p:par>
                                <p:cTn id="100" presetID="22" presetClass="entr" presetSubtype="8" fill="hold" grpId="0" nodeType="afterEffect">
                                  <p:stCondLst>
                                    <p:cond delay="0"/>
                                  </p:stCondLst>
                                  <p:childTnLst>
                                    <p:set>
                                      <p:cBhvr>
                                        <p:cTn id="101" dur="1" fill="hold">
                                          <p:stCondLst>
                                            <p:cond delay="0"/>
                                          </p:stCondLst>
                                        </p:cTn>
                                        <p:tgtEl>
                                          <p:spTgt spid="166932"/>
                                        </p:tgtEl>
                                        <p:attrNameLst>
                                          <p:attrName>style.visibility</p:attrName>
                                        </p:attrNameLst>
                                      </p:cBhvr>
                                      <p:to>
                                        <p:strVal val="visible"/>
                                      </p:to>
                                    </p:set>
                                    <p:animEffect transition="in" filter="wipe(left)">
                                      <p:cBhvr>
                                        <p:cTn id="102" dur="1000"/>
                                        <p:tgtEl>
                                          <p:spTgt spid="166932"/>
                                        </p:tgtEl>
                                      </p:cBhvr>
                                    </p:animEffect>
                                  </p:childTnLst>
                                </p:cTn>
                              </p:par>
                            </p:childTnLst>
                          </p:cTn>
                        </p:par>
                        <p:par>
                          <p:cTn id="103" fill="hold">
                            <p:stCondLst>
                              <p:cond delay="1500"/>
                            </p:stCondLst>
                            <p:childTnLst>
                              <p:par>
                                <p:cTn id="104" presetID="22" presetClass="entr" presetSubtype="8" fill="hold" nodeType="afterEffect">
                                  <p:stCondLst>
                                    <p:cond delay="0"/>
                                  </p:stCondLst>
                                  <p:childTnLst>
                                    <p:set>
                                      <p:cBhvr>
                                        <p:cTn id="105" dur="1" fill="hold">
                                          <p:stCondLst>
                                            <p:cond delay="0"/>
                                          </p:stCondLst>
                                        </p:cTn>
                                        <p:tgtEl>
                                          <p:spTgt spid="166933"/>
                                        </p:tgtEl>
                                        <p:attrNameLst>
                                          <p:attrName>style.visibility</p:attrName>
                                        </p:attrNameLst>
                                      </p:cBhvr>
                                      <p:to>
                                        <p:strVal val="visible"/>
                                      </p:to>
                                    </p:set>
                                    <p:animEffect transition="in" filter="wipe(left)">
                                      <p:cBhvr>
                                        <p:cTn id="106" dur="1000"/>
                                        <p:tgtEl>
                                          <p:spTgt spid="166933"/>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166934"/>
                                        </p:tgtEl>
                                        <p:attrNameLst>
                                          <p:attrName>style.visibility</p:attrName>
                                        </p:attrNameLst>
                                      </p:cBhvr>
                                      <p:to>
                                        <p:strVal val="visible"/>
                                      </p:to>
                                    </p:set>
                                    <p:animEffect transition="in" filter="wipe(left)">
                                      <p:cBhvr>
                                        <p:cTn id="111" dur="500"/>
                                        <p:tgtEl>
                                          <p:spTgt spid="166934"/>
                                        </p:tgtEl>
                                      </p:cBhvr>
                                    </p:animEffect>
                                  </p:childTnLst>
                                </p:cTn>
                              </p:par>
                            </p:childTnLst>
                          </p:cTn>
                        </p:par>
                        <p:par>
                          <p:cTn id="112" fill="hold">
                            <p:stCondLst>
                              <p:cond delay="500"/>
                            </p:stCondLst>
                            <p:childTnLst>
                              <p:par>
                                <p:cTn id="113" presetID="22" presetClass="entr" presetSubtype="8" fill="hold" grpId="0" nodeType="afterEffect">
                                  <p:stCondLst>
                                    <p:cond delay="0"/>
                                  </p:stCondLst>
                                  <p:childTnLst>
                                    <p:set>
                                      <p:cBhvr>
                                        <p:cTn id="114" dur="1" fill="hold">
                                          <p:stCondLst>
                                            <p:cond delay="0"/>
                                          </p:stCondLst>
                                        </p:cTn>
                                        <p:tgtEl>
                                          <p:spTgt spid="166938"/>
                                        </p:tgtEl>
                                        <p:attrNameLst>
                                          <p:attrName>style.visibility</p:attrName>
                                        </p:attrNameLst>
                                      </p:cBhvr>
                                      <p:to>
                                        <p:strVal val="visible"/>
                                      </p:to>
                                    </p:set>
                                    <p:animEffect transition="in" filter="wipe(left)">
                                      <p:cBhvr>
                                        <p:cTn id="115" dur="1000"/>
                                        <p:tgtEl>
                                          <p:spTgt spid="166938"/>
                                        </p:tgtEl>
                                      </p:cBhvr>
                                    </p:animEffect>
                                  </p:childTnLst>
                                </p:cTn>
                              </p:par>
                            </p:childTnLst>
                          </p:cTn>
                        </p:par>
                        <p:par>
                          <p:cTn id="116" fill="hold">
                            <p:stCondLst>
                              <p:cond delay="1500"/>
                            </p:stCondLst>
                            <p:childTnLst>
                              <p:par>
                                <p:cTn id="117" presetID="22" presetClass="entr" presetSubtype="8" fill="hold" nodeType="afterEffect">
                                  <p:stCondLst>
                                    <p:cond delay="0"/>
                                  </p:stCondLst>
                                  <p:childTnLst>
                                    <p:set>
                                      <p:cBhvr>
                                        <p:cTn id="118" dur="1" fill="hold">
                                          <p:stCondLst>
                                            <p:cond delay="0"/>
                                          </p:stCondLst>
                                        </p:cTn>
                                        <p:tgtEl>
                                          <p:spTgt spid="166939"/>
                                        </p:tgtEl>
                                        <p:attrNameLst>
                                          <p:attrName>style.visibility</p:attrName>
                                        </p:attrNameLst>
                                      </p:cBhvr>
                                      <p:to>
                                        <p:strVal val="visible"/>
                                      </p:to>
                                    </p:set>
                                    <p:animEffect transition="in" filter="wipe(left)">
                                      <p:cBhvr>
                                        <p:cTn id="119" dur="1000"/>
                                        <p:tgtEl>
                                          <p:spTgt spid="166939"/>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1" fill="hold" grpId="0" nodeType="clickEffect">
                                  <p:stCondLst>
                                    <p:cond delay="0"/>
                                  </p:stCondLst>
                                  <p:childTnLst>
                                    <p:set>
                                      <p:cBhvr>
                                        <p:cTn id="123" dur="1" fill="hold">
                                          <p:stCondLst>
                                            <p:cond delay="0"/>
                                          </p:stCondLst>
                                        </p:cTn>
                                        <p:tgtEl>
                                          <p:spTgt spid="166942"/>
                                        </p:tgtEl>
                                        <p:attrNameLst>
                                          <p:attrName>style.visibility</p:attrName>
                                        </p:attrNameLst>
                                      </p:cBhvr>
                                      <p:to>
                                        <p:strVal val="visible"/>
                                      </p:to>
                                    </p:set>
                                    <p:animEffect transition="in" filter="wipe(up)">
                                      <p:cBhvr>
                                        <p:cTn id="124" dur="1000"/>
                                        <p:tgtEl>
                                          <p:spTgt spid="166942"/>
                                        </p:tgtEl>
                                      </p:cBhvr>
                                    </p:animEffect>
                                  </p:childTnLst>
                                </p:cTn>
                              </p:par>
                            </p:childTnLst>
                          </p:cTn>
                        </p:par>
                        <p:par>
                          <p:cTn id="125" fill="hold">
                            <p:stCondLst>
                              <p:cond delay="1000"/>
                            </p:stCondLst>
                            <p:childTnLst>
                              <p:par>
                                <p:cTn id="126" presetID="22" presetClass="entr" presetSubtype="8" fill="hold" nodeType="afterEffect">
                                  <p:stCondLst>
                                    <p:cond delay="0"/>
                                  </p:stCondLst>
                                  <p:childTnLst>
                                    <p:set>
                                      <p:cBhvr>
                                        <p:cTn id="127" dur="1" fill="hold">
                                          <p:stCondLst>
                                            <p:cond delay="0"/>
                                          </p:stCondLst>
                                        </p:cTn>
                                        <p:tgtEl>
                                          <p:spTgt spid="166929"/>
                                        </p:tgtEl>
                                        <p:attrNameLst>
                                          <p:attrName>style.visibility</p:attrName>
                                        </p:attrNameLst>
                                      </p:cBhvr>
                                      <p:to>
                                        <p:strVal val="visible"/>
                                      </p:to>
                                    </p:set>
                                    <p:animEffect transition="in" filter="wipe(left)">
                                      <p:cBhvr>
                                        <p:cTn id="128" dur="1000"/>
                                        <p:tgtEl>
                                          <p:spTgt spid="166929"/>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1" fill="hold" grpId="0" nodeType="clickEffect">
                                  <p:stCondLst>
                                    <p:cond delay="0"/>
                                  </p:stCondLst>
                                  <p:childTnLst>
                                    <p:set>
                                      <p:cBhvr>
                                        <p:cTn id="132" dur="1" fill="hold">
                                          <p:stCondLst>
                                            <p:cond delay="0"/>
                                          </p:stCondLst>
                                        </p:cTn>
                                        <p:tgtEl>
                                          <p:spTgt spid="166943"/>
                                        </p:tgtEl>
                                        <p:attrNameLst>
                                          <p:attrName>style.visibility</p:attrName>
                                        </p:attrNameLst>
                                      </p:cBhvr>
                                      <p:to>
                                        <p:strVal val="visible"/>
                                      </p:to>
                                    </p:set>
                                    <p:animEffect transition="in" filter="wipe(up)">
                                      <p:cBhvr>
                                        <p:cTn id="133" dur="1000"/>
                                        <p:tgtEl>
                                          <p:spTgt spid="166943"/>
                                        </p:tgtEl>
                                      </p:cBhvr>
                                    </p:animEffect>
                                  </p:childTnLst>
                                </p:cTn>
                              </p:par>
                            </p:childTnLst>
                          </p:cTn>
                        </p:par>
                        <p:par>
                          <p:cTn id="134" fill="hold">
                            <p:stCondLst>
                              <p:cond delay="1000"/>
                            </p:stCondLst>
                            <p:childTnLst>
                              <p:par>
                                <p:cTn id="135" presetID="22" presetClass="entr" presetSubtype="8" fill="hold" nodeType="afterEffect">
                                  <p:stCondLst>
                                    <p:cond delay="0"/>
                                  </p:stCondLst>
                                  <p:childTnLst>
                                    <p:set>
                                      <p:cBhvr>
                                        <p:cTn id="136" dur="1" fill="hold">
                                          <p:stCondLst>
                                            <p:cond delay="0"/>
                                          </p:stCondLst>
                                        </p:cTn>
                                        <p:tgtEl>
                                          <p:spTgt spid="166930"/>
                                        </p:tgtEl>
                                        <p:attrNameLst>
                                          <p:attrName>style.visibility</p:attrName>
                                        </p:attrNameLst>
                                      </p:cBhvr>
                                      <p:to>
                                        <p:strVal val="visible"/>
                                      </p:to>
                                    </p:set>
                                    <p:animEffect transition="in" filter="wipe(left)">
                                      <p:cBhvr>
                                        <p:cTn id="137" dur="500"/>
                                        <p:tgtEl>
                                          <p:spTgt spid="166930"/>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1" fill="hold" grpId="0" nodeType="clickEffect">
                                  <p:stCondLst>
                                    <p:cond delay="0"/>
                                  </p:stCondLst>
                                  <p:childTnLst>
                                    <p:set>
                                      <p:cBhvr>
                                        <p:cTn id="141" dur="1" fill="hold">
                                          <p:stCondLst>
                                            <p:cond delay="0"/>
                                          </p:stCondLst>
                                        </p:cTn>
                                        <p:tgtEl>
                                          <p:spTgt spid="166915"/>
                                        </p:tgtEl>
                                        <p:attrNameLst>
                                          <p:attrName>style.visibility</p:attrName>
                                        </p:attrNameLst>
                                      </p:cBhvr>
                                      <p:to>
                                        <p:strVal val="visible"/>
                                      </p:to>
                                    </p:set>
                                    <p:animEffect transition="in" filter="wipe(up)">
                                      <p:cBhvr>
                                        <p:cTn id="142" dur="1000"/>
                                        <p:tgtEl>
                                          <p:spTgt spid="166915"/>
                                        </p:tgtEl>
                                      </p:cBhvr>
                                    </p:animEffect>
                                  </p:childTnLst>
                                </p:cTn>
                              </p:par>
                              <p:par>
                                <p:cTn id="143" presetID="22" presetClass="entr" presetSubtype="1" fill="hold" grpId="0" nodeType="withEffect">
                                  <p:stCondLst>
                                    <p:cond delay="0"/>
                                  </p:stCondLst>
                                  <p:childTnLst>
                                    <p:set>
                                      <p:cBhvr>
                                        <p:cTn id="144" dur="1" fill="hold">
                                          <p:stCondLst>
                                            <p:cond delay="0"/>
                                          </p:stCondLst>
                                        </p:cTn>
                                        <p:tgtEl>
                                          <p:spTgt spid="166914"/>
                                        </p:tgtEl>
                                        <p:attrNameLst>
                                          <p:attrName>style.visibility</p:attrName>
                                        </p:attrNameLst>
                                      </p:cBhvr>
                                      <p:to>
                                        <p:strVal val="visible"/>
                                      </p:to>
                                    </p:set>
                                    <p:animEffect transition="in" filter="wipe(up)">
                                      <p:cBhvr>
                                        <p:cTn id="145" dur="1000"/>
                                        <p:tgtEl>
                                          <p:spTgt spid="166914"/>
                                        </p:tgtEl>
                                      </p:cBhvr>
                                    </p:animEffect>
                                  </p:childTnLst>
                                </p:cTn>
                              </p:par>
                            </p:childTnLst>
                          </p:cTn>
                        </p:par>
                        <p:par>
                          <p:cTn id="146" fill="hold">
                            <p:stCondLst>
                              <p:cond delay="1000"/>
                            </p:stCondLst>
                            <p:childTnLst>
                              <p:par>
                                <p:cTn id="147" presetID="22" presetClass="entr" presetSubtype="1" fill="hold" nodeType="afterEffect">
                                  <p:stCondLst>
                                    <p:cond delay="0"/>
                                  </p:stCondLst>
                                  <p:childTnLst>
                                    <p:set>
                                      <p:cBhvr>
                                        <p:cTn id="148" dur="1" fill="hold">
                                          <p:stCondLst>
                                            <p:cond delay="0"/>
                                          </p:stCondLst>
                                        </p:cTn>
                                        <p:tgtEl>
                                          <p:spTgt spid="166937"/>
                                        </p:tgtEl>
                                        <p:attrNameLst>
                                          <p:attrName>style.visibility</p:attrName>
                                        </p:attrNameLst>
                                      </p:cBhvr>
                                      <p:to>
                                        <p:strVal val="visible"/>
                                      </p:to>
                                    </p:set>
                                    <p:animEffect transition="in" filter="wipe(up)">
                                      <p:cBhvr>
                                        <p:cTn id="149" dur="1000"/>
                                        <p:tgtEl>
                                          <p:spTgt spid="166937"/>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8" fill="hold" grpId="0" nodeType="clickEffect">
                                  <p:stCondLst>
                                    <p:cond delay="0"/>
                                  </p:stCondLst>
                                  <p:childTnLst>
                                    <p:set>
                                      <p:cBhvr>
                                        <p:cTn id="153" dur="1" fill="hold">
                                          <p:stCondLst>
                                            <p:cond delay="0"/>
                                          </p:stCondLst>
                                        </p:cTn>
                                        <p:tgtEl>
                                          <p:spTgt spid="166941"/>
                                        </p:tgtEl>
                                        <p:attrNameLst>
                                          <p:attrName>style.visibility</p:attrName>
                                        </p:attrNameLst>
                                      </p:cBhvr>
                                      <p:to>
                                        <p:strVal val="visible"/>
                                      </p:to>
                                    </p:set>
                                    <p:animEffect transition="in" filter="wipe(left)">
                                      <p:cBhvr>
                                        <p:cTn id="154" dur="1000"/>
                                        <p:tgtEl>
                                          <p:spTgt spid="166941"/>
                                        </p:tgtEl>
                                      </p:cBhvr>
                                    </p:animEffect>
                                  </p:childTnLst>
                                </p:cTn>
                              </p:par>
                              <p:par>
                                <p:cTn id="155" presetID="22" presetClass="entr" presetSubtype="8" fill="hold" nodeType="withEffect">
                                  <p:stCondLst>
                                    <p:cond delay="0"/>
                                  </p:stCondLst>
                                  <p:childTnLst>
                                    <p:set>
                                      <p:cBhvr>
                                        <p:cTn id="156" dur="1" fill="hold">
                                          <p:stCondLst>
                                            <p:cond delay="0"/>
                                          </p:stCondLst>
                                        </p:cTn>
                                        <p:tgtEl>
                                          <p:spTgt spid="166940"/>
                                        </p:tgtEl>
                                        <p:attrNameLst>
                                          <p:attrName>style.visibility</p:attrName>
                                        </p:attrNameLst>
                                      </p:cBhvr>
                                      <p:to>
                                        <p:strVal val="visible"/>
                                      </p:to>
                                    </p:set>
                                    <p:animEffect transition="in" filter="wipe(left)">
                                      <p:cBhvr>
                                        <p:cTn id="157" dur="1000"/>
                                        <p:tgtEl>
                                          <p:spTgt spid="166940"/>
                                        </p:tgtEl>
                                      </p:cBhvr>
                                    </p:animEffect>
                                  </p:childTnLst>
                                </p:cTn>
                              </p:par>
                            </p:childTnLst>
                          </p:cTn>
                        </p:par>
                      </p:childTnLst>
                    </p:cTn>
                  </p:par>
                  <p:par>
                    <p:cTn id="158" fill="hold">
                      <p:stCondLst>
                        <p:cond delay="indefinite"/>
                      </p:stCondLst>
                      <p:childTnLst>
                        <p:par>
                          <p:cTn id="159" fill="hold">
                            <p:stCondLst>
                              <p:cond delay="0"/>
                            </p:stCondLst>
                            <p:childTnLst>
                              <p:par>
                                <p:cTn id="160" presetID="22" presetClass="entr" presetSubtype="8" fill="hold" grpId="0" nodeType="clickEffect">
                                  <p:stCondLst>
                                    <p:cond delay="0"/>
                                  </p:stCondLst>
                                  <p:childTnLst>
                                    <p:set>
                                      <p:cBhvr>
                                        <p:cTn id="161" dur="1" fill="hold">
                                          <p:stCondLst>
                                            <p:cond delay="0"/>
                                          </p:stCondLst>
                                        </p:cTn>
                                        <p:tgtEl>
                                          <p:spTgt spid="166950"/>
                                        </p:tgtEl>
                                        <p:attrNameLst>
                                          <p:attrName>style.visibility</p:attrName>
                                        </p:attrNameLst>
                                      </p:cBhvr>
                                      <p:to>
                                        <p:strVal val="visible"/>
                                      </p:to>
                                    </p:set>
                                    <p:animEffect transition="in" filter="wipe(left)">
                                      <p:cBhvr>
                                        <p:cTn id="162" dur="500"/>
                                        <p:tgtEl>
                                          <p:spTgt spid="166950"/>
                                        </p:tgtEl>
                                      </p:cBhvr>
                                    </p:animEffect>
                                  </p:childTnLst>
                                </p:cTn>
                              </p:par>
                            </p:childTnLst>
                          </p:cTn>
                        </p:par>
                        <p:par>
                          <p:cTn id="163" fill="hold">
                            <p:stCondLst>
                              <p:cond delay="500"/>
                            </p:stCondLst>
                            <p:childTnLst>
                              <p:par>
                                <p:cTn id="164" presetID="22" presetClass="entr" presetSubtype="8" fill="hold" nodeType="afterEffect">
                                  <p:stCondLst>
                                    <p:cond delay="0"/>
                                  </p:stCondLst>
                                  <p:childTnLst>
                                    <p:set>
                                      <p:cBhvr>
                                        <p:cTn id="165" dur="1" fill="hold">
                                          <p:stCondLst>
                                            <p:cond delay="0"/>
                                          </p:stCondLst>
                                        </p:cTn>
                                        <p:tgtEl>
                                          <p:spTgt spid="166946"/>
                                        </p:tgtEl>
                                        <p:attrNameLst>
                                          <p:attrName>style.visibility</p:attrName>
                                        </p:attrNameLst>
                                      </p:cBhvr>
                                      <p:to>
                                        <p:strVal val="visible"/>
                                      </p:to>
                                    </p:set>
                                    <p:animEffect transition="in" filter="wipe(left)">
                                      <p:cBhvr>
                                        <p:cTn id="166" dur="500"/>
                                        <p:tgtEl>
                                          <p:spTgt spid="166946"/>
                                        </p:tgtEl>
                                      </p:cBhvr>
                                    </p:animEffect>
                                  </p:childTnLst>
                                </p:cTn>
                              </p:par>
                            </p:childTnLst>
                          </p:cTn>
                        </p:par>
                      </p:childTnLst>
                    </p:cTn>
                  </p:par>
                  <p:par>
                    <p:cTn id="167" fill="hold">
                      <p:stCondLst>
                        <p:cond delay="indefinite"/>
                      </p:stCondLst>
                      <p:childTnLst>
                        <p:par>
                          <p:cTn id="168" fill="hold">
                            <p:stCondLst>
                              <p:cond delay="0"/>
                            </p:stCondLst>
                            <p:childTnLst>
                              <p:par>
                                <p:cTn id="169" presetID="22" presetClass="entr" presetSubtype="8" fill="hold" grpId="0" nodeType="clickEffect">
                                  <p:stCondLst>
                                    <p:cond delay="0"/>
                                  </p:stCondLst>
                                  <p:childTnLst>
                                    <p:set>
                                      <p:cBhvr>
                                        <p:cTn id="170" dur="1" fill="hold">
                                          <p:stCondLst>
                                            <p:cond delay="0"/>
                                          </p:stCondLst>
                                        </p:cTn>
                                        <p:tgtEl>
                                          <p:spTgt spid="166951"/>
                                        </p:tgtEl>
                                        <p:attrNameLst>
                                          <p:attrName>style.visibility</p:attrName>
                                        </p:attrNameLst>
                                      </p:cBhvr>
                                      <p:to>
                                        <p:strVal val="visible"/>
                                      </p:to>
                                    </p:set>
                                    <p:animEffect transition="in" filter="wipe(left)">
                                      <p:cBhvr>
                                        <p:cTn id="171" dur="500"/>
                                        <p:tgtEl>
                                          <p:spTgt spid="166951"/>
                                        </p:tgtEl>
                                      </p:cBhvr>
                                    </p:animEffect>
                                  </p:childTnLst>
                                </p:cTn>
                              </p:par>
                            </p:childTnLst>
                          </p:cTn>
                        </p:par>
                        <p:par>
                          <p:cTn id="172" fill="hold">
                            <p:stCondLst>
                              <p:cond delay="500"/>
                            </p:stCondLst>
                            <p:childTnLst>
                              <p:par>
                                <p:cTn id="173" presetID="22" presetClass="entr" presetSubtype="8" fill="hold" nodeType="afterEffect">
                                  <p:stCondLst>
                                    <p:cond delay="0"/>
                                  </p:stCondLst>
                                  <p:childTnLst>
                                    <p:set>
                                      <p:cBhvr>
                                        <p:cTn id="174" dur="1" fill="hold">
                                          <p:stCondLst>
                                            <p:cond delay="0"/>
                                          </p:stCondLst>
                                        </p:cTn>
                                        <p:tgtEl>
                                          <p:spTgt spid="166947"/>
                                        </p:tgtEl>
                                        <p:attrNameLst>
                                          <p:attrName>style.visibility</p:attrName>
                                        </p:attrNameLst>
                                      </p:cBhvr>
                                      <p:to>
                                        <p:strVal val="visible"/>
                                      </p:to>
                                    </p:set>
                                    <p:animEffect transition="in" filter="wipe(left)">
                                      <p:cBhvr>
                                        <p:cTn id="175" dur="500"/>
                                        <p:tgtEl>
                                          <p:spTgt spid="166947"/>
                                        </p:tgtEl>
                                      </p:cBhvr>
                                    </p:animEffect>
                                  </p:childTnLst>
                                </p:cTn>
                              </p:par>
                            </p:childTnLst>
                          </p:cTn>
                        </p:par>
                      </p:childTnLst>
                    </p:cTn>
                  </p:par>
                  <p:par>
                    <p:cTn id="176" fill="hold">
                      <p:stCondLst>
                        <p:cond delay="indefinite"/>
                      </p:stCondLst>
                      <p:childTnLst>
                        <p:par>
                          <p:cTn id="177" fill="hold">
                            <p:stCondLst>
                              <p:cond delay="0"/>
                            </p:stCondLst>
                            <p:childTnLst>
                              <p:par>
                                <p:cTn id="178" presetID="22" presetClass="entr" presetSubtype="1" fill="hold" grpId="0" nodeType="clickEffect">
                                  <p:stCondLst>
                                    <p:cond delay="0"/>
                                  </p:stCondLst>
                                  <p:childTnLst>
                                    <p:set>
                                      <p:cBhvr>
                                        <p:cTn id="179" dur="1" fill="hold">
                                          <p:stCondLst>
                                            <p:cond delay="0"/>
                                          </p:stCondLst>
                                        </p:cTn>
                                        <p:tgtEl>
                                          <p:spTgt spid="166945"/>
                                        </p:tgtEl>
                                        <p:attrNameLst>
                                          <p:attrName>style.visibility</p:attrName>
                                        </p:attrNameLst>
                                      </p:cBhvr>
                                      <p:to>
                                        <p:strVal val="visible"/>
                                      </p:to>
                                    </p:set>
                                    <p:animEffect transition="in" filter="wipe(up)">
                                      <p:cBhvr>
                                        <p:cTn id="180" dur="500"/>
                                        <p:tgtEl>
                                          <p:spTgt spid="166945"/>
                                        </p:tgtEl>
                                      </p:cBhvr>
                                    </p:animEffect>
                                  </p:childTnLst>
                                </p:cTn>
                              </p:par>
                            </p:childTnLst>
                          </p:cTn>
                        </p:par>
                        <p:par>
                          <p:cTn id="181" fill="hold">
                            <p:stCondLst>
                              <p:cond delay="500"/>
                            </p:stCondLst>
                            <p:childTnLst>
                              <p:par>
                                <p:cTn id="182" presetID="22" presetClass="entr" presetSubtype="8" fill="hold" nodeType="afterEffect">
                                  <p:stCondLst>
                                    <p:cond delay="0"/>
                                  </p:stCondLst>
                                  <p:childTnLst>
                                    <p:set>
                                      <p:cBhvr>
                                        <p:cTn id="183" dur="1" fill="hold">
                                          <p:stCondLst>
                                            <p:cond delay="0"/>
                                          </p:stCondLst>
                                        </p:cTn>
                                        <p:tgtEl>
                                          <p:spTgt spid="166948"/>
                                        </p:tgtEl>
                                        <p:attrNameLst>
                                          <p:attrName>style.visibility</p:attrName>
                                        </p:attrNameLst>
                                      </p:cBhvr>
                                      <p:to>
                                        <p:strVal val="visible"/>
                                      </p:to>
                                    </p:set>
                                    <p:animEffect transition="in" filter="wipe(left)">
                                      <p:cBhvr>
                                        <p:cTn id="184" dur="500"/>
                                        <p:tgtEl>
                                          <p:spTgt spid="166948"/>
                                        </p:tgtEl>
                                      </p:cBhvr>
                                    </p:animEffect>
                                  </p:childTnLst>
                                </p:cTn>
                              </p:par>
                            </p:childTnLst>
                          </p:cTn>
                        </p:par>
                      </p:childTnLst>
                    </p:cTn>
                  </p:par>
                  <p:par>
                    <p:cTn id="185" fill="hold">
                      <p:stCondLst>
                        <p:cond delay="indefinite"/>
                      </p:stCondLst>
                      <p:childTnLst>
                        <p:par>
                          <p:cTn id="186" fill="hold">
                            <p:stCondLst>
                              <p:cond delay="0"/>
                            </p:stCondLst>
                            <p:childTnLst>
                              <p:par>
                                <p:cTn id="187" presetID="23" presetClass="entr" presetSubtype="16" fill="hold" nodeType="clickEffect">
                                  <p:stCondLst>
                                    <p:cond delay="0"/>
                                  </p:stCondLst>
                                  <p:childTnLst>
                                    <p:set>
                                      <p:cBhvr>
                                        <p:cTn id="188" dur="1" fill="hold">
                                          <p:stCondLst>
                                            <p:cond delay="0"/>
                                          </p:stCondLst>
                                        </p:cTn>
                                        <p:tgtEl>
                                          <p:spTgt spid="166944"/>
                                        </p:tgtEl>
                                        <p:attrNameLst>
                                          <p:attrName>style.visibility</p:attrName>
                                        </p:attrNameLst>
                                      </p:cBhvr>
                                      <p:to>
                                        <p:strVal val="visible"/>
                                      </p:to>
                                    </p:set>
                                    <p:anim calcmode="lin" valueType="num">
                                      <p:cBhvr>
                                        <p:cTn id="189" dur="500" fill="hold"/>
                                        <p:tgtEl>
                                          <p:spTgt spid="166944"/>
                                        </p:tgtEl>
                                        <p:attrNameLst>
                                          <p:attrName>ppt_w</p:attrName>
                                        </p:attrNameLst>
                                      </p:cBhvr>
                                      <p:tavLst>
                                        <p:tav tm="0">
                                          <p:val>
                                            <p:fltVal val="0"/>
                                          </p:val>
                                        </p:tav>
                                        <p:tav tm="100000">
                                          <p:val>
                                            <p:strVal val="#ppt_w"/>
                                          </p:val>
                                        </p:tav>
                                      </p:tavLst>
                                    </p:anim>
                                    <p:anim calcmode="lin" valueType="num">
                                      <p:cBhvr>
                                        <p:cTn id="190" dur="500" fill="hold"/>
                                        <p:tgtEl>
                                          <p:spTgt spid="166944"/>
                                        </p:tgtEl>
                                        <p:attrNameLst>
                                          <p:attrName>ppt_h</p:attrName>
                                        </p:attrNameLst>
                                      </p:cBhvr>
                                      <p:tavLst>
                                        <p:tav tm="0">
                                          <p:val>
                                            <p:fltVal val="0"/>
                                          </p:val>
                                        </p:tav>
                                        <p:tav tm="100000">
                                          <p:val>
                                            <p:strVal val="#ppt_h"/>
                                          </p:val>
                                        </p:tav>
                                      </p:tavLst>
                                    </p:anim>
                                  </p:childTnLst>
                                </p:cTn>
                              </p:par>
                            </p:childTnLst>
                          </p:cTn>
                        </p:par>
                      </p:childTnLst>
                    </p:cTn>
                  </p:par>
                  <p:par>
                    <p:cTn id="191" fill="hold">
                      <p:stCondLst>
                        <p:cond delay="indefinite"/>
                      </p:stCondLst>
                      <p:childTnLst>
                        <p:par>
                          <p:cTn id="192" fill="hold">
                            <p:stCondLst>
                              <p:cond delay="0"/>
                            </p:stCondLst>
                            <p:childTnLst>
                              <p:par>
                                <p:cTn id="193" presetID="22" presetClass="entr" presetSubtype="1" fill="hold" grpId="0" nodeType="clickEffect">
                                  <p:stCondLst>
                                    <p:cond delay="0"/>
                                  </p:stCondLst>
                                  <p:childTnLst>
                                    <p:set>
                                      <p:cBhvr>
                                        <p:cTn id="194" dur="1" fill="hold">
                                          <p:stCondLst>
                                            <p:cond delay="0"/>
                                          </p:stCondLst>
                                        </p:cTn>
                                        <p:tgtEl>
                                          <p:spTgt spid="166952"/>
                                        </p:tgtEl>
                                        <p:attrNameLst>
                                          <p:attrName>style.visibility</p:attrName>
                                        </p:attrNameLst>
                                      </p:cBhvr>
                                      <p:to>
                                        <p:strVal val="visible"/>
                                      </p:to>
                                    </p:set>
                                    <p:animEffect transition="in" filter="wipe(up)">
                                      <p:cBhvr>
                                        <p:cTn id="195" dur="2000"/>
                                        <p:tgtEl>
                                          <p:spTgt spid="166952"/>
                                        </p:tgtEl>
                                      </p:cBhvr>
                                    </p:animEffect>
                                  </p:childTnLst>
                                </p:cTn>
                              </p:par>
                            </p:childTnLst>
                          </p:cTn>
                        </p:par>
                        <p:par>
                          <p:cTn id="196" fill="hold">
                            <p:stCondLst>
                              <p:cond delay="2000"/>
                            </p:stCondLst>
                            <p:childTnLst>
                              <p:par>
                                <p:cTn id="197" presetID="22" presetClass="entr" presetSubtype="8" fill="hold" nodeType="afterEffect">
                                  <p:stCondLst>
                                    <p:cond delay="0"/>
                                  </p:stCondLst>
                                  <p:childTnLst>
                                    <p:set>
                                      <p:cBhvr>
                                        <p:cTn id="198" dur="1" fill="hold">
                                          <p:stCondLst>
                                            <p:cond delay="0"/>
                                          </p:stCondLst>
                                        </p:cTn>
                                        <p:tgtEl>
                                          <p:spTgt spid="166949"/>
                                        </p:tgtEl>
                                        <p:attrNameLst>
                                          <p:attrName>style.visibility</p:attrName>
                                        </p:attrNameLst>
                                      </p:cBhvr>
                                      <p:to>
                                        <p:strVal val="visible"/>
                                      </p:to>
                                    </p:set>
                                    <p:animEffect transition="in" filter="wipe(left)">
                                      <p:cBhvr>
                                        <p:cTn id="199" dur="500"/>
                                        <p:tgtEl>
                                          <p:spTgt spid="166949"/>
                                        </p:tgtEl>
                                      </p:cBhvr>
                                    </p:animEffect>
                                  </p:childTnLst>
                                </p:cTn>
                              </p:par>
                            </p:childTnLst>
                          </p:cTn>
                        </p:par>
                      </p:childTnLst>
                    </p:cTn>
                  </p:par>
                  <p:par>
                    <p:cTn id="200" fill="hold">
                      <p:stCondLst>
                        <p:cond delay="indefinite"/>
                      </p:stCondLst>
                      <p:childTnLst>
                        <p:par>
                          <p:cTn id="201" fill="hold">
                            <p:stCondLst>
                              <p:cond delay="0"/>
                            </p:stCondLst>
                            <p:childTnLst>
                              <p:par>
                                <p:cTn id="202" presetID="22" presetClass="entr" presetSubtype="8" fill="hold" grpId="0" nodeType="clickEffect">
                                  <p:stCondLst>
                                    <p:cond delay="0"/>
                                  </p:stCondLst>
                                  <p:childTnLst>
                                    <p:set>
                                      <p:cBhvr>
                                        <p:cTn id="203" dur="1" fill="hold">
                                          <p:stCondLst>
                                            <p:cond delay="0"/>
                                          </p:stCondLst>
                                        </p:cTn>
                                        <p:tgtEl>
                                          <p:spTgt spid="166955"/>
                                        </p:tgtEl>
                                        <p:attrNameLst>
                                          <p:attrName>style.visibility</p:attrName>
                                        </p:attrNameLst>
                                      </p:cBhvr>
                                      <p:to>
                                        <p:strVal val="visible"/>
                                      </p:to>
                                    </p:set>
                                    <p:animEffect transition="in" filter="wipe(left)">
                                      <p:cBhvr>
                                        <p:cTn id="204" dur="500"/>
                                        <p:tgtEl>
                                          <p:spTgt spid="166955"/>
                                        </p:tgtEl>
                                      </p:cBhvr>
                                    </p:animEffect>
                                  </p:childTnLst>
                                </p:cTn>
                              </p:par>
                            </p:childTnLst>
                          </p:cTn>
                        </p:par>
                      </p:childTnLst>
                    </p:cTn>
                  </p:par>
                  <p:par>
                    <p:cTn id="205" fill="hold">
                      <p:stCondLst>
                        <p:cond delay="indefinite"/>
                      </p:stCondLst>
                      <p:childTnLst>
                        <p:par>
                          <p:cTn id="206" fill="hold">
                            <p:stCondLst>
                              <p:cond delay="0"/>
                            </p:stCondLst>
                            <p:childTnLst>
                              <p:par>
                                <p:cTn id="207" presetID="23" presetClass="entr" presetSubtype="16" fill="hold" nodeType="clickEffect">
                                  <p:stCondLst>
                                    <p:cond delay="0"/>
                                  </p:stCondLst>
                                  <p:childTnLst>
                                    <p:set>
                                      <p:cBhvr>
                                        <p:cTn id="208" dur="1" fill="hold">
                                          <p:stCondLst>
                                            <p:cond delay="0"/>
                                          </p:stCondLst>
                                        </p:cTn>
                                        <p:tgtEl>
                                          <p:spTgt spid="166956"/>
                                        </p:tgtEl>
                                        <p:attrNameLst>
                                          <p:attrName>style.visibility</p:attrName>
                                        </p:attrNameLst>
                                      </p:cBhvr>
                                      <p:to>
                                        <p:strVal val="visible"/>
                                      </p:to>
                                    </p:set>
                                    <p:anim calcmode="lin" valueType="num">
                                      <p:cBhvr>
                                        <p:cTn id="209" dur="500" fill="hold"/>
                                        <p:tgtEl>
                                          <p:spTgt spid="166956"/>
                                        </p:tgtEl>
                                        <p:attrNameLst>
                                          <p:attrName>ppt_w</p:attrName>
                                        </p:attrNameLst>
                                      </p:cBhvr>
                                      <p:tavLst>
                                        <p:tav tm="0">
                                          <p:val>
                                            <p:fltVal val="0"/>
                                          </p:val>
                                        </p:tav>
                                        <p:tav tm="100000">
                                          <p:val>
                                            <p:strVal val="#ppt_w"/>
                                          </p:val>
                                        </p:tav>
                                      </p:tavLst>
                                    </p:anim>
                                    <p:anim calcmode="lin" valueType="num">
                                      <p:cBhvr>
                                        <p:cTn id="210" dur="500" fill="hold"/>
                                        <p:tgtEl>
                                          <p:spTgt spid="166956"/>
                                        </p:tgtEl>
                                        <p:attrNameLst>
                                          <p:attrName>ppt_h</p:attrName>
                                        </p:attrNameLst>
                                      </p:cBhvr>
                                      <p:tavLst>
                                        <p:tav tm="0">
                                          <p:val>
                                            <p:fltVal val="0"/>
                                          </p:val>
                                        </p:tav>
                                        <p:tav tm="100000">
                                          <p:val>
                                            <p:strVal val="#ppt_h"/>
                                          </p:val>
                                        </p:tav>
                                      </p:tavLst>
                                    </p:anim>
                                  </p:childTnLst>
                                </p:cTn>
                              </p:par>
                            </p:childTnLst>
                          </p:cTn>
                        </p:par>
                      </p:childTnLst>
                    </p:cTn>
                  </p:par>
                  <p:par>
                    <p:cTn id="211" fill="hold">
                      <p:stCondLst>
                        <p:cond delay="indefinite"/>
                      </p:stCondLst>
                      <p:childTnLst>
                        <p:par>
                          <p:cTn id="212" fill="hold">
                            <p:stCondLst>
                              <p:cond delay="0"/>
                            </p:stCondLst>
                            <p:childTnLst>
                              <p:par>
                                <p:cTn id="213" presetID="23" presetClass="entr" presetSubtype="16" fill="hold" nodeType="clickEffect">
                                  <p:stCondLst>
                                    <p:cond delay="0"/>
                                  </p:stCondLst>
                                  <p:childTnLst>
                                    <p:set>
                                      <p:cBhvr>
                                        <p:cTn id="214" dur="1" fill="hold">
                                          <p:stCondLst>
                                            <p:cond delay="0"/>
                                          </p:stCondLst>
                                        </p:cTn>
                                        <p:tgtEl>
                                          <p:spTgt spid="166957"/>
                                        </p:tgtEl>
                                        <p:attrNameLst>
                                          <p:attrName>style.visibility</p:attrName>
                                        </p:attrNameLst>
                                      </p:cBhvr>
                                      <p:to>
                                        <p:strVal val="visible"/>
                                      </p:to>
                                    </p:set>
                                    <p:anim calcmode="lin" valueType="num">
                                      <p:cBhvr>
                                        <p:cTn id="215" dur="500" fill="hold"/>
                                        <p:tgtEl>
                                          <p:spTgt spid="166957"/>
                                        </p:tgtEl>
                                        <p:attrNameLst>
                                          <p:attrName>ppt_w</p:attrName>
                                        </p:attrNameLst>
                                      </p:cBhvr>
                                      <p:tavLst>
                                        <p:tav tm="0">
                                          <p:val>
                                            <p:fltVal val="0"/>
                                          </p:val>
                                        </p:tav>
                                        <p:tav tm="100000">
                                          <p:val>
                                            <p:strVal val="#ppt_w"/>
                                          </p:val>
                                        </p:tav>
                                      </p:tavLst>
                                    </p:anim>
                                    <p:anim calcmode="lin" valueType="num">
                                      <p:cBhvr>
                                        <p:cTn id="216" dur="500" fill="hold"/>
                                        <p:tgtEl>
                                          <p:spTgt spid="166957"/>
                                        </p:tgtEl>
                                        <p:attrNameLst>
                                          <p:attrName>ppt_h</p:attrName>
                                        </p:attrNameLst>
                                      </p:cBhvr>
                                      <p:tavLst>
                                        <p:tav tm="0">
                                          <p:val>
                                            <p:fltVal val="0"/>
                                          </p:val>
                                        </p:tav>
                                        <p:tav tm="100000">
                                          <p:val>
                                            <p:strVal val="#ppt_h"/>
                                          </p:val>
                                        </p:tav>
                                      </p:tavLst>
                                    </p:anim>
                                  </p:childTnLst>
                                </p:cTn>
                              </p:par>
                            </p:childTnLst>
                          </p:cTn>
                        </p:par>
                        <p:par>
                          <p:cTn id="217" fill="hold">
                            <p:stCondLst>
                              <p:cond delay="500"/>
                            </p:stCondLst>
                            <p:childTnLst>
                              <p:par>
                                <p:cTn id="218" presetID="22" presetClass="entr" presetSubtype="8" fill="hold" grpId="0" nodeType="afterEffect">
                                  <p:stCondLst>
                                    <p:cond delay="0"/>
                                  </p:stCondLst>
                                  <p:childTnLst>
                                    <p:set>
                                      <p:cBhvr>
                                        <p:cTn id="219" dur="1" fill="hold">
                                          <p:stCondLst>
                                            <p:cond delay="0"/>
                                          </p:stCondLst>
                                        </p:cTn>
                                        <p:tgtEl>
                                          <p:spTgt spid="166958"/>
                                        </p:tgtEl>
                                        <p:attrNameLst>
                                          <p:attrName>style.visibility</p:attrName>
                                        </p:attrNameLst>
                                      </p:cBhvr>
                                      <p:to>
                                        <p:strVal val="visible"/>
                                      </p:to>
                                    </p:set>
                                    <p:animEffect transition="in" filter="wipe(left)">
                                      <p:cBhvr>
                                        <p:cTn id="220" dur="500"/>
                                        <p:tgtEl>
                                          <p:spTgt spid="166958"/>
                                        </p:tgtEl>
                                      </p:cBhvr>
                                    </p:animEffect>
                                  </p:childTnLst>
                                </p:cTn>
                              </p:par>
                            </p:childTnLst>
                          </p:cTn>
                        </p:par>
                      </p:childTnLst>
                    </p:cTn>
                  </p:par>
                  <p:par>
                    <p:cTn id="221" fill="hold">
                      <p:stCondLst>
                        <p:cond delay="indefinite"/>
                      </p:stCondLst>
                      <p:childTnLst>
                        <p:par>
                          <p:cTn id="222" fill="hold">
                            <p:stCondLst>
                              <p:cond delay="0"/>
                            </p:stCondLst>
                            <p:childTnLst>
                              <p:par>
                                <p:cTn id="223" presetID="23" presetClass="entr" presetSubtype="16" fill="hold" nodeType="clickEffect">
                                  <p:stCondLst>
                                    <p:cond delay="0"/>
                                  </p:stCondLst>
                                  <p:childTnLst>
                                    <p:set>
                                      <p:cBhvr>
                                        <p:cTn id="224" dur="1" fill="hold">
                                          <p:stCondLst>
                                            <p:cond delay="0"/>
                                          </p:stCondLst>
                                        </p:cTn>
                                        <p:tgtEl>
                                          <p:spTgt spid="166959"/>
                                        </p:tgtEl>
                                        <p:attrNameLst>
                                          <p:attrName>style.visibility</p:attrName>
                                        </p:attrNameLst>
                                      </p:cBhvr>
                                      <p:to>
                                        <p:strVal val="visible"/>
                                      </p:to>
                                    </p:set>
                                    <p:anim calcmode="lin" valueType="num">
                                      <p:cBhvr>
                                        <p:cTn id="225" dur="500" fill="hold"/>
                                        <p:tgtEl>
                                          <p:spTgt spid="166959"/>
                                        </p:tgtEl>
                                        <p:attrNameLst>
                                          <p:attrName>ppt_w</p:attrName>
                                        </p:attrNameLst>
                                      </p:cBhvr>
                                      <p:tavLst>
                                        <p:tav tm="0">
                                          <p:val>
                                            <p:fltVal val="0"/>
                                          </p:val>
                                        </p:tav>
                                        <p:tav tm="100000">
                                          <p:val>
                                            <p:strVal val="#ppt_w"/>
                                          </p:val>
                                        </p:tav>
                                      </p:tavLst>
                                    </p:anim>
                                    <p:anim calcmode="lin" valueType="num">
                                      <p:cBhvr>
                                        <p:cTn id="226" dur="500" fill="hold"/>
                                        <p:tgtEl>
                                          <p:spTgt spid="166959"/>
                                        </p:tgtEl>
                                        <p:attrNameLst>
                                          <p:attrName>ppt_h</p:attrName>
                                        </p:attrNameLst>
                                      </p:cBhvr>
                                      <p:tavLst>
                                        <p:tav tm="0">
                                          <p:val>
                                            <p:fltVal val="0"/>
                                          </p:val>
                                        </p:tav>
                                        <p:tav tm="100000">
                                          <p:val>
                                            <p:strVal val="#ppt_h"/>
                                          </p:val>
                                        </p:tav>
                                      </p:tavLst>
                                    </p:anim>
                                  </p:childTnLst>
                                </p:cTn>
                              </p:par>
                            </p:childTnLst>
                          </p:cTn>
                        </p:par>
                      </p:childTnLst>
                    </p:cTn>
                  </p:par>
                  <p:par>
                    <p:cTn id="227" fill="hold">
                      <p:stCondLst>
                        <p:cond delay="indefinite"/>
                      </p:stCondLst>
                      <p:childTnLst>
                        <p:par>
                          <p:cTn id="228" fill="hold">
                            <p:stCondLst>
                              <p:cond delay="0"/>
                            </p:stCondLst>
                            <p:childTnLst>
                              <p:par>
                                <p:cTn id="229" presetID="22" presetClass="entr" presetSubtype="8" fill="hold" grpId="0" nodeType="clickEffect">
                                  <p:stCondLst>
                                    <p:cond delay="0"/>
                                  </p:stCondLst>
                                  <p:childTnLst>
                                    <p:set>
                                      <p:cBhvr>
                                        <p:cTn id="230" dur="1" fill="hold">
                                          <p:stCondLst>
                                            <p:cond delay="0"/>
                                          </p:stCondLst>
                                        </p:cTn>
                                        <p:tgtEl>
                                          <p:spTgt spid="166960"/>
                                        </p:tgtEl>
                                        <p:attrNameLst>
                                          <p:attrName>style.visibility</p:attrName>
                                        </p:attrNameLst>
                                      </p:cBhvr>
                                      <p:to>
                                        <p:strVal val="visible"/>
                                      </p:to>
                                    </p:set>
                                    <p:animEffect transition="in" filter="wipe(left)">
                                      <p:cBhvr>
                                        <p:cTn id="231" dur="500"/>
                                        <p:tgtEl>
                                          <p:spTgt spid="166960"/>
                                        </p:tgtEl>
                                      </p:cBhvr>
                                    </p:animEffect>
                                  </p:childTnLst>
                                </p:cTn>
                              </p:par>
                            </p:childTnLst>
                          </p:cTn>
                        </p:par>
                      </p:childTnLst>
                    </p:cTn>
                  </p:par>
                  <p:par>
                    <p:cTn id="232" fill="hold">
                      <p:stCondLst>
                        <p:cond delay="indefinite"/>
                      </p:stCondLst>
                      <p:childTnLst>
                        <p:par>
                          <p:cTn id="233" fill="hold">
                            <p:stCondLst>
                              <p:cond delay="0"/>
                            </p:stCondLst>
                            <p:childTnLst>
                              <p:par>
                                <p:cTn id="234" presetID="22" presetClass="entr" presetSubtype="2" fill="hold" nodeType="clickEffect">
                                  <p:stCondLst>
                                    <p:cond delay="0"/>
                                  </p:stCondLst>
                                  <p:childTnLst>
                                    <p:set>
                                      <p:cBhvr>
                                        <p:cTn id="235" dur="1" fill="hold">
                                          <p:stCondLst>
                                            <p:cond delay="0"/>
                                          </p:stCondLst>
                                        </p:cTn>
                                        <p:tgtEl>
                                          <p:spTgt spid="166961"/>
                                        </p:tgtEl>
                                        <p:attrNameLst>
                                          <p:attrName>style.visibility</p:attrName>
                                        </p:attrNameLst>
                                      </p:cBhvr>
                                      <p:to>
                                        <p:strVal val="visible"/>
                                      </p:to>
                                    </p:set>
                                    <p:animEffect transition="in" filter="wipe(right)">
                                      <p:cBhvr>
                                        <p:cTn id="236" dur="500"/>
                                        <p:tgtEl>
                                          <p:spTgt spid="166961"/>
                                        </p:tgtEl>
                                      </p:cBhvr>
                                    </p:animEffect>
                                  </p:childTnLst>
                                </p:cTn>
                              </p:par>
                            </p:childTnLst>
                          </p:cTn>
                        </p:par>
                      </p:childTnLst>
                    </p:cTn>
                  </p:par>
                  <p:par>
                    <p:cTn id="237" fill="hold">
                      <p:stCondLst>
                        <p:cond delay="indefinite"/>
                      </p:stCondLst>
                      <p:childTnLst>
                        <p:par>
                          <p:cTn id="238" fill="hold">
                            <p:stCondLst>
                              <p:cond delay="0"/>
                            </p:stCondLst>
                            <p:childTnLst>
                              <p:par>
                                <p:cTn id="239" presetID="22" presetClass="entr" presetSubtype="8" fill="hold" grpId="0" nodeType="clickEffect">
                                  <p:stCondLst>
                                    <p:cond delay="0"/>
                                  </p:stCondLst>
                                  <p:childTnLst>
                                    <p:set>
                                      <p:cBhvr>
                                        <p:cTn id="240" dur="1" fill="hold">
                                          <p:stCondLst>
                                            <p:cond delay="0"/>
                                          </p:stCondLst>
                                        </p:cTn>
                                        <p:tgtEl>
                                          <p:spTgt spid="166962"/>
                                        </p:tgtEl>
                                        <p:attrNameLst>
                                          <p:attrName>style.visibility</p:attrName>
                                        </p:attrNameLst>
                                      </p:cBhvr>
                                      <p:to>
                                        <p:strVal val="visible"/>
                                      </p:to>
                                    </p:set>
                                    <p:animEffect transition="in" filter="wipe(left)">
                                      <p:cBhvr>
                                        <p:cTn id="241" dur="500"/>
                                        <p:tgtEl>
                                          <p:spTgt spid="166962"/>
                                        </p:tgtEl>
                                      </p:cBhvr>
                                    </p:animEffect>
                                  </p:childTnLst>
                                </p:cTn>
                              </p:par>
                            </p:childTnLst>
                          </p:cTn>
                        </p:par>
                      </p:childTnLst>
                    </p:cTn>
                  </p:par>
                  <p:par>
                    <p:cTn id="242" fill="hold">
                      <p:stCondLst>
                        <p:cond delay="indefinite"/>
                      </p:stCondLst>
                      <p:childTnLst>
                        <p:par>
                          <p:cTn id="243" fill="hold">
                            <p:stCondLst>
                              <p:cond delay="0"/>
                            </p:stCondLst>
                            <p:childTnLst>
                              <p:par>
                                <p:cTn id="244" presetID="23" presetClass="entr" presetSubtype="16" fill="hold" nodeType="clickEffect">
                                  <p:stCondLst>
                                    <p:cond delay="0"/>
                                  </p:stCondLst>
                                  <p:childTnLst>
                                    <p:set>
                                      <p:cBhvr>
                                        <p:cTn id="245" dur="1" fill="hold">
                                          <p:stCondLst>
                                            <p:cond delay="0"/>
                                          </p:stCondLst>
                                        </p:cTn>
                                        <p:tgtEl>
                                          <p:spTgt spid="166963"/>
                                        </p:tgtEl>
                                        <p:attrNameLst>
                                          <p:attrName>style.visibility</p:attrName>
                                        </p:attrNameLst>
                                      </p:cBhvr>
                                      <p:to>
                                        <p:strVal val="visible"/>
                                      </p:to>
                                    </p:set>
                                    <p:anim calcmode="lin" valueType="num">
                                      <p:cBhvr>
                                        <p:cTn id="246" dur="500" fill="hold"/>
                                        <p:tgtEl>
                                          <p:spTgt spid="166963"/>
                                        </p:tgtEl>
                                        <p:attrNameLst>
                                          <p:attrName>ppt_w</p:attrName>
                                        </p:attrNameLst>
                                      </p:cBhvr>
                                      <p:tavLst>
                                        <p:tav tm="0">
                                          <p:val>
                                            <p:fltVal val="0"/>
                                          </p:val>
                                        </p:tav>
                                        <p:tav tm="100000">
                                          <p:val>
                                            <p:strVal val="#ppt_w"/>
                                          </p:val>
                                        </p:tav>
                                      </p:tavLst>
                                    </p:anim>
                                    <p:anim calcmode="lin" valueType="num">
                                      <p:cBhvr>
                                        <p:cTn id="247" dur="500" fill="hold"/>
                                        <p:tgtEl>
                                          <p:spTgt spid="16696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4" grpId="0" animBg="1"/>
      <p:bldP spid="166915" grpId="0" animBg="1"/>
      <p:bldP spid="166916" grpId="0" autoUpdateAnimBg="0"/>
      <p:bldP spid="166920" grpId="0" autoUpdateAnimBg="0"/>
      <p:bldP spid="166922" grpId="0" autoUpdateAnimBg="0"/>
      <p:bldP spid="166925" grpId="0"/>
      <p:bldP spid="166926" grpId="0"/>
      <p:bldP spid="166928" grpId="0" animBg="1"/>
      <p:bldP spid="166932" grpId="0" animBg="1"/>
      <p:bldP spid="166935" grpId="0" animBg="1"/>
      <p:bldP spid="166938" grpId="0" animBg="1"/>
      <p:bldP spid="166941" grpId="0" animBg="1"/>
      <p:bldP spid="166942" grpId="0" animBg="1"/>
      <p:bldP spid="166943" grpId="0" animBg="1"/>
      <p:bldP spid="166945" grpId="0" animBg="1"/>
      <p:bldP spid="166950" grpId="0" animBg="1"/>
      <p:bldP spid="166951" grpId="0" animBg="1"/>
      <p:bldP spid="166952" grpId="0" animBg="1"/>
      <p:bldP spid="166953" grpId="0"/>
      <p:bldP spid="166954" grpId="0"/>
      <p:bldP spid="166955" grpId="0" autoUpdateAnimBg="0"/>
      <p:bldP spid="166958" grpId="0" autoUpdateAnimBg="0"/>
      <p:bldP spid="166960" grpId="0" animBg="1"/>
      <p:bldP spid="16696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7938" name="Object 2"/>
          <p:cNvGraphicFramePr>
            <a:graphicFrameLocks noChangeAspect="1"/>
          </p:cNvGraphicFramePr>
          <p:nvPr/>
        </p:nvGraphicFramePr>
        <p:xfrm>
          <a:off x="971550" y="2241550"/>
          <a:ext cx="1570038" cy="411163"/>
        </p:xfrm>
        <a:graphic>
          <a:graphicData uri="http://schemas.openxmlformats.org/presentationml/2006/ole">
            <p:oleObj spid="_x0000_s22530" name="公式" r:id="rId3" imgW="876240" imgH="228600" progId="Equation.3">
              <p:embed/>
            </p:oleObj>
          </a:graphicData>
        </a:graphic>
      </p:graphicFrame>
      <p:graphicFrame>
        <p:nvGraphicFramePr>
          <p:cNvPr id="167939" name="Object 3"/>
          <p:cNvGraphicFramePr>
            <a:graphicFrameLocks noChangeAspect="1"/>
          </p:cNvGraphicFramePr>
          <p:nvPr/>
        </p:nvGraphicFramePr>
        <p:xfrm>
          <a:off x="1422400" y="1230313"/>
          <a:ext cx="1327150" cy="733425"/>
        </p:xfrm>
        <a:graphic>
          <a:graphicData uri="http://schemas.openxmlformats.org/presentationml/2006/ole">
            <p:oleObj spid="_x0000_s22531" name="公式" r:id="rId4" imgW="736560" imgH="406080" progId="Equation.3">
              <p:embed/>
            </p:oleObj>
          </a:graphicData>
        </a:graphic>
      </p:graphicFrame>
      <p:graphicFrame>
        <p:nvGraphicFramePr>
          <p:cNvPr id="167940" name="Object 4"/>
          <p:cNvGraphicFramePr>
            <a:graphicFrameLocks noChangeAspect="1"/>
          </p:cNvGraphicFramePr>
          <p:nvPr/>
        </p:nvGraphicFramePr>
        <p:xfrm>
          <a:off x="3041650" y="404813"/>
          <a:ext cx="1779588" cy="733425"/>
        </p:xfrm>
        <a:graphic>
          <a:graphicData uri="http://schemas.openxmlformats.org/presentationml/2006/ole">
            <p:oleObj spid="_x0000_s22532" name="公式" r:id="rId5" imgW="990360" imgH="406080" progId="Equation.3">
              <p:embed/>
            </p:oleObj>
          </a:graphicData>
        </a:graphic>
      </p:graphicFrame>
      <p:graphicFrame>
        <p:nvGraphicFramePr>
          <p:cNvPr id="22533" name="Object 5"/>
          <p:cNvGraphicFramePr>
            <a:graphicFrameLocks noChangeAspect="1"/>
          </p:cNvGraphicFramePr>
          <p:nvPr/>
        </p:nvGraphicFramePr>
        <p:xfrm>
          <a:off x="1268413" y="425450"/>
          <a:ext cx="1752600" cy="730250"/>
        </p:xfrm>
        <a:graphic>
          <a:graphicData uri="http://schemas.openxmlformats.org/presentationml/2006/ole">
            <p:oleObj spid="_x0000_s22533" name="公式" r:id="rId6" imgW="977760" imgH="406080" progId="Equation.3">
              <p:embed/>
            </p:oleObj>
          </a:graphicData>
        </a:graphic>
      </p:graphicFrame>
      <p:graphicFrame>
        <p:nvGraphicFramePr>
          <p:cNvPr id="167942" name="Object 6"/>
          <p:cNvGraphicFramePr>
            <a:graphicFrameLocks noChangeAspect="1"/>
          </p:cNvGraphicFramePr>
          <p:nvPr/>
        </p:nvGraphicFramePr>
        <p:xfrm>
          <a:off x="4751388" y="404813"/>
          <a:ext cx="912812" cy="777875"/>
        </p:xfrm>
        <a:graphic>
          <a:graphicData uri="http://schemas.openxmlformats.org/presentationml/2006/ole">
            <p:oleObj spid="_x0000_s22534" name="公式" r:id="rId7" imgW="507960" imgH="431640" progId="Equation.3">
              <p:embed/>
            </p:oleObj>
          </a:graphicData>
        </a:graphic>
      </p:graphicFrame>
      <p:graphicFrame>
        <p:nvGraphicFramePr>
          <p:cNvPr id="167943" name="Object 7"/>
          <p:cNvGraphicFramePr>
            <a:graphicFrameLocks noChangeAspect="1"/>
          </p:cNvGraphicFramePr>
          <p:nvPr/>
        </p:nvGraphicFramePr>
        <p:xfrm>
          <a:off x="2816225" y="1196975"/>
          <a:ext cx="1830388" cy="801688"/>
        </p:xfrm>
        <a:graphic>
          <a:graphicData uri="http://schemas.openxmlformats.org/presentationml/2006/ole">
            <p:oleObj spid="_x0000_s22535" name="公式" r:id="rId8" imgW="1015920" imgH="444240" progId="Equation.3">
              <p:embed/>
            </p:oleObj>
          </a:graphicData>
        </a:graphic>
      </p:graphicFrame>
      <p:graphicFrame>
        <p:nvGraphicFramePr>
          <p:cNvPr id="167944" name="Object 8"/>
          <p:cNvGraphicFramePr>
            <a:graphicFrameLocks noChangeAspect="1"/>
          </p:cNvGraphicFramePr>
          <p:nvPr/>
        </p:nvGraphicFramePr>
        <p:xfrm>
          <a:off x="2636838" y="2060575"/>
          <a:ext cx="1593850" cy="798513"/>
        </p:xfrm>
        <a:graphic>
          <a:graphicData uri="http://schemas.openxmlformats.org/presentationml/2006/ole">
            <p:oleObj spid="_x0000_s22536" name="公式" r:id="rId9" imgW="888840" imgH="444240" progId="Equation.3">
              <p:embed/>
            </p:oleObj>
          </a:graphicData>
        </a:graphic>
      </p:graphicFrame>
      <p:graphicFrame>
        <p:nvGraphicFramePr>
          <p:cNvPr id="167945" name="Object 9"/>
          <p:cNvGraphicFramePr>
            <a:graphicFrameLocks noChangeAspect="1"/>
          </p:cNvGraphicFramePr>
          <p:nvPr/>
        </p:nvGraphicFramePr>
        <p:xfrm>
          <a:off x="4256088" y="2071688"/>
          <a:ext cx="2206625" cy="798512"/>
        </p:xfrm>
        <a:graphic>
          <a:graphicData uri="http://schemas.openxmlformats.org/presentationml/2006/ole">
            <p:oleObj spid="_x0000_s22537" name="公式" r:id="rId10" imgW="1231560" imgH="444240" progId="Equation.3">
              <p:embed/>
            </p:oleObj>
          </a:graphicData>
        </a:graphic>
      </p:graphicFrame>
      <p:sp>
        <p:nvSpPr>
          <p:cNvPr id="167946" name="Text Box 10"/>
          <p:cNvSpPr txBox="1">
            <a:spLocks noChangeArrowheads="1"/>
          </p:cNvSpPr>
          <p:nvPr/>
        </p:nvSpPr>
        <p:spPr bwMode="auto">
          <a:xfrm>
            <a:off x="836613" y="3106738"/>
            <a:ext cx="2205037" cy="457200"/>
          </a:xfrm>
          <a:prstGeom prst="rect">
            <a:avLst/>
          </a:prstGeom>
          <a:noFill/>
          <a:ln w="9525">
            <a:noFill/>
            <a:miter lim="800000"/>
            <a:headEnd/>
            <a:tailEnd/>
          </a:ln>
        </p:spPr>
        <p:txBody>
          <a:bodyPr>
            <a:spAutoFit/>
          </a:bodyPr>
          <a:lstStyle/>
          <a:p>
            <a:pPr>
              <a:spcBef>
                <a:spcPct val="50000"/>
              </a:spcBef>
            </a:pPr>
            <a:r>
              <a:rPr kumimoji="1" lang="zh-CN" altLang="en-US" sz="2400">
                <a:latin typeface="Times New Roman" pitchFamily="18" charset="0"/>
              </a:rPr>
              <a:t>加速度大小：</a:t>
            </a:r>
          </a:p>
        </p:txBody>
      </p:sp>
      <p:graphicFrame>
        <p:nvGraphicFramePr>
          <p:cNvPr id="167947" name="Object 11"/>
          <p:cNvGraphicFramePr>
            <a:graphicFrameLocks noChangeAspect="1"/>
          </p:cNvGraphicFramePr>
          <p:nvPr/>
        </p:nvGraphicFramePr>
        <p:xfrm>
          <a:off x="2935288" y="3068638"/>
          <a:ext cx="1592262" cy="525462"/>
        </p:xfrm>
        <a:graphic>
          <a:graphicData uri="http://schemas.openxmlformats.org/presentationml/2006/ole">
            <p:oleObj spid="_x0000_s22538" name="公式" r:id="rId11" imgW="888840" imgH="291960" progId="Equation.3">
              <p:embed/>
            </p:oleObj>
          </a:graphicData>
        </a:graphic>
      </p:graphicFrame>
      <p:sp>
        <p:nvSpPr>
          <p:cNvPr id="167948" name="Text Box 12"/>
          <p:cNvSpPr txBox="1">
            <a:spLocks noChangeArrowheads="1"/>
          </p:cNvSpPr>
          <p:nvPr/>
        </p:nvSpPr>
        <p:spPr bwMode="auto">
          <a:xfrm>
            <a:off x="836613" y="3970338"/>
            <a:ext cx="3014662" cy="457200"/>
          </a:xfrm>
          <a:prstGeom prst="rect">
            <a:avLst/>
          </a:prstGeom>
          <a:noFill/>
          <a:ln w="9525">
            <a:noFill/>
            <a:miter lim="800000"/>
            <a:headEnd/>
            <a:tailEnd/>
          </a:ln>
        </p:spPr>
        <p:txBody>
          <a:bodyPr>
            <a:spAutoFit/>
          </a:bodyPr>
          <a:lstStyle/>
          <a:p>
            <a:pPr>
              <a:spcBef>
                <a:spcPct val="50000"/>
              </a:spcBef>
            </a:pPr>
            <a:r>
              <a:rPr kumimoji="1" lang="zh-CN" altLang="en-US" sz="2400">
                <a:latin typeface="Times New Roman" pitchFamily="18" charset="0"/>
              </a:rPr>
              <a:t>加速度的方向：</a:t>
            </a:r>
          </a:p>
        </p:txBody>
      </p:sp>
      <p:graphicFrame>
        <p:nvGraphicFramePr>
          <p:cNvPr id="167949" name="Object 13"/>
          <p:cNvGraphicFramePr>
            <a:graphicFrameLocks noChangeAspect="1"/>
          </p:cNvGraphicFramePr>
          <p:nvPr/>
        </p:nvGraphicFramePr>
        <p:xfrm>
          <a:off x="3357563" y="3852863"/>
          <a:ext cx="1227137" cy="800100"/>
        </p:xfrm>
        <a:graphic>
          <a:graphicData uri="http://schemas.openxmlformats.org/presentationml/2006/ole">
            <p:oleObj spid="_x0000_s22539" name="公式" r:id="rId12" imgW="685800" imgH="444240" progId="Equation.3">
              <p:embed/>
            </p:oleObj>
          </a:graphicData>
        </a:graphic>
      </p:graphicFrame>
      <p:grpSp>
        <p:nvGrpSpPr>
          <p:cNvPr id="2" name="Group 14"/>
          <p:cNvGrpSpPr>
            <a:grpSpLocks/>
          </p:cNvGrpSpPr>
          <p:nvPr/>
        </p:nvGrpSpPr>
        <p:grpSpPr bwMode="auto">
          <a:xfrm>
            <a:off x="4859338" y="3997325"/>
            <a:ext cx="3960812" cy="457200"/>
            <a:chOff x="3107" y="3096"/>
            <a:chExt cx="2495" cy="288"/>
          </a:xfrm>
        </p:grpSpPr>
        <p:sp>
          <p:nvSpPr>
            <p:cNvPr id="22552" name="Text Box 15"/>
            <p:cNvSpPr txBox="1">
              <a:spLocks noChangeArrowheads="1"/>
            </p:cNvSpPr>
            <p:nvPr/>
          </p:nvSpPr>
          <p:spPr bwMode="auto">
            <a:xfrm>
              <a:off x="3107" y="3096"/>
              <a:ext cx="2495" cy="288"/>
            </a:xfrm>
            <a:prstGeom prst="rect">
              <a:avLst/>
            </a:prstGeom>
            <a:noFill/>
            <a:ln w="9525">
              <a:noFill/>
              <a:miter lim="800000"/>
              <a:headEnd/>
              <a:tailEnd/>
            </a:ln>
          </p:spPr>
          <p:txBody>
            <a:bodyPr>
              <a:spAutoFit/>
            </a:bodyPr>
            <a:lstStyle/>
            <a:p>
              <a:pPr>
                <a:spcBef>
                  <a:spcPct val="50000"/>
                </a:spcBef>
              </a:pPr>
              <a:r>
                <a:rPr kumimoji="1" lang="zh-CN" altLang="en-US" sz="2400" i="1">
                  <a:solidFill>
                    <a:srgbClr val="FF6600"/>
                  </a:solidFill>
                  <a:latin typeface="Times New Roman" pitchFamily="18" charset="0"/>
                </a:rPr>
                <a:t> </a:t>
              </a:r>
              <a:r>
                <a:rPr kumimoji="1" lang="en-US" altLang="zh-CN" sz="2400" i="1">
                  <a:solidFill>
                    <a:srgbClr val="FF6600"/>
                  </a:solidFill>
                  <a:latin typeface="Times New Roman" pitchFamily="18" charset="0"/>
                </a:rPr>
                <a:t>θ </a:t>
              </a:r>
              <a:r>
                <a:rPr kumimoji="1" lang="zh-CN" altLang="en-US" sz="2400">
                  <a:latin typeface="Times New Roman" pitchFamily="18" charset="0"/>
                </a:rPr>
                <a:t>是</a:t>
              </a:r>
              <a:r>
                <a:rPr kumimoji="1" lang="zh-CN" altLang="en-US" sz="2400">
                  <a:solidFill>
                    <a:schemeClr val="bg1"/>
                  </a:solidFill>
                  <a:latin typeface="Times New Roman" pitchFamily="18" charset="0"/>
                </a:rPr>
                <a:t>  </a:t>
              </a:r>
              <a:r>
                <a:rPr kumimoji="1" lang="zh-CN" altLang="en-US" sz="2400">
                  <a:latin typeface="Times New Roman" pitchFamily="18" charset="0"/>
                </a:rPr>
                <a:t>和</a:t>
              </a:r>
              <a:r>
                <a:rPr kumimoji="1" lang="zh-CN" altLang="en-US" sz="2400">
                  <a:solidFill>
                    <a:schemeClr val="bg1"/>
                  </a:solidFill>
                  <a:latin typeface="Times New Roman" pitchFamily="18" charset="0"/>
                </a:rPr>
                <a:t>  </a:t>
              </a:r>
              <a:r>
                <a:rPr kumimoji="1" lang="zh-CN" altLang="en-US" sz="2400">
                  <a:latin typeface="Times New Roman" pitchFamily="18" charset="0"/>
                </a:rPr>
                <a:t>之间的夹角</a:t>
              </a:r>
            </a:p>
          </p:txBody>
        </p:sp>
        <p:graphicFrame>
          <p:nvGraphicFramePr>
            <p:cNvPr id="22542" name="Object 16"/>
            <p:cNvGraphicFramePr>
              <a:graphicFrameLocks noChangeAspect="1"/>
            </p:cNvGraphicFramePr>
            <p:nvPr/>
          </p:nvGraphicFramePr>
          <p:xfrm>
            <a:off x="3511" y="3124"/>
            <a:ext cx="145" cy="203"/>
          </p:xfrm>
          <a:graphic>
            <a:graphicData uri="http://schemas.openxmlformats.org/presentationml/2006/ole">
              <p:oleObj spid="_x0000_s22542" name="公式" r:id="rId13" imgW="126720" imgH="177480" progId="Equation.3">
                <p:embed/>
              </p:oleObj>
            </a:graphicData>
          </a:graphic>
        </p:graphicFrame>
        <p:graphicFrame>
          <p:nvGraphicFramePr>
            <p:cNvPr id="22543" name="Object 17"/>
            <p:cNvGraphicFramePr>
              <a:graphicFrameLocks noChangeAspect="1"/>
            </p:cNvGraphicFramePr>
            <p:nvPr/>
          </p:nvGraphicFramePr>
          <p:xfrm>
            <a:off x="3826" y="3120"/>
            <a:ext cx="145" cy="203"/>
          </p:xfrm>
          <a:graphic>
            <a:graphicData uri="http://schemas.openxmlformats.org/presentationml/2006/ole">
              <p:oleObj spid="_x0000_s22543" name="公式" r:id="rId14" imgW="126720" imgH="177480" progId="Equation.3">
                <p:embed/>
              </p:oleObj>
            </a:graphicData>
          </a:graphic>
        </p:graphicFrame>
      </p:grpSp>
      <p:sp>
        <p:nvSpPr>
          <p:cNvPr id="167960" name="AutoShape 24"/>
          <p:cNvSpPr>
            <a:spLocks noChangeArrowheads="1"/>
          </p:cNvSpPr>
          <p:nvPr/>
        </p:nvSpPr>
        <p:spPr bwMode="auto">
          <a:xfrm>
            <a:off x="6516688" y="1731963"/>
            <a:ext cx="2198687" cy="431800"/>
          </a:xfrm>
          <a:prstGeom prst="wedgeEllipseCallout">
            <a:avLst>
              <a:gd name="adj1" fmla="val -119755"/>
              <a:gd name="adj2" fmla="val -197796"/>
            </a:avLst>
          </a:prstGeom>
          <a:gradFill rotWithShape="1">
            <a:gsLst>
              <a:gs pos="0">
                <a:srgbClr val="FFFFFF"/>
              </a:gs>
              <a:gs pos="100000">
                <a:srgbClr val="66FFFF"/>
              </a:gs>
            </a:gsLst>
            <a:path path="rect">
              <a:fillToRect l="50000" t="50000" r="50000" b="50000"/>
            </a:path>
          </a:gradFill>
          <a:ln w="9525">
            <a:solidFill>
              <a:srgbClr val="00FFFF"/>
            </a:solidFill>
            <a:miter lim="800000"/>
            <a:headEnd/>
            <a:tailEnd/>
          </a:ln>
        </p:spPr>
        <p:txBody>
          <a:bodyPr/>
          <a:lstStyle/>
          <a:p>
            <a:pPr algn="ctr"/>
            <a:r>
              <a:rPr lang="zh-CN" altLang="en-US" sz="2400">
                <a:latin typeface="Times New Roman" pitchFamily="18" charset="0"/>
              </a:rPr>
              <a:t>曲率半径</a:t>
            </a:r>
          </a:p>
        </p:txBody>
      </p:sp>
      <p:sp>
        <p:nvSpPr>
          <p:cNvPr id="167962" name="AutoShape 26"/>
          <p:cNvSpPr>
            <a:spLocks noChangeArrowheads="1"/>
          </p:cNvSpPr>
          <p:nvPr/>
        </p:nvSpPr>
        <p:spPr bwMode="auto">
          <a:xfrm>
            <a:off x="250825" y="4914900"/>
            <a:ext cx="360363"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sz="2400">
              <a:latin typeface="Times New Roman" pitchFamily="18" charset="0"/>
            </a:endParaRPr>
          </a:p>
        </p:txBody>
      </p:sp>
      <p:sp>
        <p:nvSpPr>
          <p:cNvPr id="167963" name="Text Box 27"/>
          <p:cNvSpPr txBox="1">
            <a:spLocks noChangeArrowheads="1"/>
          </p:cNvSpPr>
          <p:nvPr/>
        </p:nvSpPr>
        <p:spPr bwMode="auto">
          <a:xfrm>
            <a:off x="646113" y="4960938"/>
            <a:ext cx="3519487" cy="457200"/>
          </a:xfrm>
          <a:prstGeom prst="rect">
            <a:avLst/>
          </a:prstGeom>
          <a:noFill/>
          <a:ln w="9525">
            <a:noFill/>
            <a:miter lim="800000"/>
            <a:headEnd/>
            <a:tailEnd/>
          </a:ln>
        </p:spPr>
        <p:txBody>
          <a:bodyPr>
            <a:spAutoFit/>
          </a:bodyPr>
          <a:lstStyle/>
          <a:p>
            <a:pPr>
              <a:spcBef>
                <a:spcPct val="50000"/>
              </a:spcBef>
            </a:pPr>
            <a:r>
              <a:rPr kumimoji="1" lang="zh-CN" altLang="en-US" sz="2400">
                <a:latin typeface="Times New Roman" pitchFamily="18" charset="0"/>
              </a:rPr>
              <a:t>对于圆周运动</a:t>
            </a:r>
          </a:p>
        </p:txBody>
      </p:sp>
      <p:graphicFrame>
        <p:nvGraphicFramePr>
          <p:cNvPr id="167964" name="Object 28"/>
          <p:cNvGraphicFramePr>
            <a:graphicFrameLocks noChangeAspect="1"/>
          </p:cNvGraphicFramePr>
          <p:nvPr/>
        </p:nvGraphicFramePr>
        <p:xfrm>
          <a:off x="3175000" y="4824413"/>
          <a:ext cx="3114675" cy="755650"/>
        </p:xfrm>
        <a:graphic>
          <a:graphicData uri="http://schemas.openxmlformats.org/presentationml/2006/ole">
            <p:oleObj spid="_x0000_s22540" name="公式" r:id="rId15" imgW="1726920" imgH="419040" progId="Equation.3">
              <p:embed/>
            </p:oleObj>
          </a:graphicData>
        </a:graphic>
      </p:graphicFrame>
      <p:sp>
        <p:nvSpPr>
          <p:cNvPr id="167965" name="AutoShape 29"/>
          <p:cNvSpPr>
            <a:spLocks noChangeArrowheads="1"/>
          </p:cNvSpPr>
          <p:nvPr/>
        </p:nvSpPr>
        <p:spPr bwMode="auto">
          <a:xfrm>
            <a:off x="250825" y="5815013"/>
            <a:ext cx="360363"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sz="2400">
              <a:latin typeface="Times New Roman" pitchFamily="18" charset="0"/>
            </a:endParaRPr>
          </a:p>
        </p:txBody>
      </p:sp>
      <p:graphicFrame>
        <p:nvGraphicFramePr>
          <p:cNvPr id="167966" name="Object 30"/>
          <p:cNvGraphicFramePr>
            <a:graphicFrameLocks noChangeAspect="1"/>
          </p:cNvGraphicFramePr>
          <p:nvPr/>
        </p:nvGraphicFramePr>
        <p:xfrm>
          <a:off x="3671888" y="5759450"/>
          <a:ext cx="3962400" cy="730250"/>
        </p:xfrm>
        <a:graphic>
          <a:graphicData uri="http://schemas.openxmlformats.org/presentationml/2006/ole">
            <p:oleObj spid="_x0000_s22541" name="公式" r:id="rId16" imgW="2006280" imgH="406080" progId="Equation.3">
              <p:embed/>
            </p:oleObj>
          </a:graphicData>
        </a:graphic>
      </p:graphicFrame>
      <p:sp>
        <p:nvSpPr>
          <p:cNvPr id="167967" name="Text Box 31"/>
          <p:cNvSpPr txBox="1">
            <a:spLocks noChangeArrowheads="1"/>
          </p:cNvSpPr>
          <p:nvPr/>
        </p:nvSpPr>
        <p:spPr bwMode="auto">
          <a:xfrm>
            <a:off x="647700" y="5888038"/>
            <a:ext cx="3475038" cy="457200"/>
          </a:xfrm>
          <a:prstGeom prst="rect">
            <a:avLst/>
          </a:prstGeom>
          <a:noFill/>
          <a:ln w="9525">
            <a:noFill/>
            <a:miter lim="800000"/>
            <a:headEnd/>
            <a:tailEnd/>
          </a:ln>
        </p:spPr>
        <p:txBody>
          <a:bodyPr>
            <a:spAutoFit/>
          </a:bodyPr>
          <a:lstStyle/>
          <a:p>
            <a:pPr>
              <a:spcBef>
                <a:spcPct val="50000"/>
              </a:spcBef>
            </a:pPr>
            <a:r>
              <a:rPr kumimoji="1" lang="zh-CN" altLang="en-US" sz="2400">
                <a:latin typeface="Times New Roman" pitchFamily="18" charset="0"/>
              </a:rPr>
              <a:t>对于平面曲线运动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7940"/>
                                        </p:tgtEl>
                                        <p:attrNameLst>
                                          <p:attrName>style.visibility</p:attrName>
                                        </p:attrNameLst>
                                      </p:cBhvr>
                                      <p:to>
                                        <p:strVal val="visible"/>
                                      </p:to>
                                    </p:set>
                                    <p:animEffect transition="in" filter="wipe(left)">
                                      <p:cBhvr>
                                        <p:cTn id="7" dur="500"/>
                                        <p:tgtEl>
                                          <p:spTgt spid="1679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7942"/>
                                        </p:tgtEl>
                                        <p:attrNameLst>
                                          <p:attrName>style.visibility</p:attrName>
                                        </p:attrNameLst>
                                      </p:cBhvr>
                                      <p:to>
                                        <p:strVal val="visible"/>
                                      </p:to>
                                    </p:set>
                                    <p:animEffect transition="in" filter="wipe(left)">
                                      <p:cBhvr>
                                        <p:cTn id="12" dur="500"/>
                                        <p:tgtEl>
                                          <p:spTgt spid="16794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7960"/>
                                        </p:tgtEl>
                                        <p:attrNameLst>
                                          <p:attrName>style.visibility</p:attrName>
                                        </p:attrNameLst>
                                      </p:cBhvr>
                                      <p:to>
                                        <p:strVal val="visible"/>
                                      </p:to>
                                    </p:set>
                                    <p:animEffect transition="in" filter="wipe(left)">
                                      <p:cBhvr>
                                        <p:cTn id="17" dur="500"/>
                                        <p:tgtEl>
                                          <p:spTgt spid="16796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7939"/>
                                        </p:tgtEl>
                                        <p:attrNameLst>
                                          <p:attrName>style.visibility</p:attrName>
                                        </p:attrNameLst>
                                      </p:cBhvr>
                                      <p:to>
                                        <p:strVal val="visible"/>
                                      </p:to>
                                    </p:set>
                                    <p:animEffect transition="in" filter="wipe(left)">
                                      <p:cBhvr>
                                        <p:cTn id="22" dur="500"/>
                                        <p:tgtEl>
                                          <p:spTgt spid="16793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7943"/>
                                        </p:tgtEl>
                                        <p:attrNameLst>
                                          <p:attrName>style.visibility</p:attrName>
                                        </p:attrNameLst>
                                      </p:cBhvr>
                                      <p:to>
                                        <p:strVal val="visible"/>
                                      </p:to>
                                    </p:set>
                                    <p:animEffect transition="in" filter="wipe(left)">
                                      <p:cBhvr>
                                        <p:cTn id="27" dur="500"/>
                                        <p:tgtEl>
                                          <p:spTgt spid="16794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67938"/>
                                        </p:tgtEl>
                                        <p:attrNameLst>
                                          <p:attrName>style.visibility</p:attrName>
                                        </p:attrNameLst>
                                      </p:cBhvr>
                                      <p:to>
                                        <p:strVal val="visible"/>
                                      </p:to>
                                    </p:set>
                                    <p:animEffect transition="in" filter="wipe(left)">
                                      <p:cBhvr>
                                        <p:cTn id="32" dur="500"/>
                                        <p:tgtEl>
                                          <p:spTgt spid="16793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7944"/>
                                        </p:tgtEl>
                                        <p:attrNameLst>
                                          <p:attrName>style.visibility</p:attrName>
                                        </p:attrNameLst>
                                      </p:cBhvr>
                                      <p:to>
                                        <p:strVal val="visible"/>
                                      </p:to>
                                    </p:set>
                                    <p:animEffect transition="in" filter="wipe(left)">
                                      <p:cBhvr>
                                        <p:cTn id="37" dur="500"/>
                                        <p:tgtEl>
                                          <p:spTgt spid="16794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67945"/>
                                        </p:tgtEl>
                                        <p:attrNameLst>
                                          <p:attrName>style.visibility</p:attrName>
                                        </p:attrNameLst>
                                      </p:cBhvr>
                                      <p:to>
                                        <p:strVal val="visible"/>
                                      </p:to>
                                    </p:set>
                                    <p:animEffect transition="in" filter="wipe(left)">
                                      <p:cBhvr>
                                        <p:cTn id="42" dur="500"/>
                                        <p:tgtEl>
                                          <p:spTgt spid="16794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67946"/>
                                        </p:tgtEl>
                                        <p:attrNameLst>
                                          <p:attrName>style.visibility</p:attrName>
                                        </p:attrNameLst>
                                      </p:cBhvr>
                                      <p:to>
                                        <p:strVal val="visible"/>
                                      </p:to>
                                    </p:set>
                                    <p:animEffect transition="in" filter="wipe(left)">
                                      <p:cBhvr>
                                        <p:cTn id="47" dur="1000"/>
                                        <p:tgtEl>
                                          <p:spTgt spid="16794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67947"/>
                                        </p:tgtEl>
                                        <p:attrNameLst>
                                          <p:attrName>style.visibility</p:attrName>
                                        </p:attrNameLst>
                                      </p:cBhvr>
                                      <p:to>
                                        <p:strVal val="visible"/>
                                      </p:to>
                                    </p:set>
                                    <p:animEffect transition="in" filter="wipe(left)">
                                      <p:cBhvr>
                                        <p:cTn id="52" dur="1000"/>
                                        <p:tgtEl>
                                          <p:spTgt spid="16794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67948"/>
                                        </p:tgtEl>
                                        <p:attrNameLst>
                                          <p:attrName>style.visibility</p:attrName>
                                        </p:attrNameLst>
                                      </p:cBhvr>
                                      <p:to>
                                        <p:strVal val="visible"/>
                                      </p:to>
                                    </p:set>
                                    <p:animEffect transition="in" filter="wipe(left)">
                                      <p:cBhvr>
                                        <p:cTn id="57" dur="1000"/>
                                        <p:tgtEl>
                                          <p:spTgt spid="16794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67949"/>
                                        </p:tgtEl>
                                        <p:attrNameLst>
                                          <p:attrName>style.visibility</p:attrName>
                                        </p:attrNameLst>
                                      </p:cBhvr>
                                      <p:to>
                                        <p:strVal val="visible"/>
                                      </p:to>
                                    </p:set>
                                    <p:animEffect transition="in" filter="wipe(left)">
                                      <p:cBhvr>
                                        <p:cTn id="62" dur="1000"/>
                                        <p:tgtEl>
                                          <p:spTgt spid="167949"/>
                                        </p:tgtEl>
                                      </p:cBhvr>
                                    </p:animEffect>
                                  </p:childTnLst>
                                </p:cTn>
                              </p:par>
                            </p:childTnLst>
                          </p:cTn>
                        </p:par>
                        <p:par>
                          <p:cTn id="63" fill="hold">
                            <p:stCondLst>
                              <p:cond delay="1000"/>
                            </p:stCondLst>
                            <p:childTnLst>
                              <p:par>
                                <p:cTn id="64" presetID="22" presetClass="entr" presetSubtype="8" fill="hold" nodeType="afterEffect">
                                  <p:stCondLst>
                                    <p:cond delay="0"/>
                                  </p:stCondLst>
                                  <p:childTnLst>
                                    <p:set>
                                      <p:cBhvr>
                                        <p:cTn id="65" dur="1" fill="hold">
                                          <p:stCondLst>
                                            <p:cond delay="0"/>
                                          </p:stCondLst>
                                        </p:cTn>
                                        <p:tgtEl>
                                          <p:spTgt spid="2"/>
                                        </p:tgtEl>
                                        <p:attrNameLst>
                                          <p:attrName>style.visibility</p:attrName>
                                        </p:attrNameLst>
                                      </p:cBhvr>
                                      <p:to>
                                        <p:strVal val="visible"/>
                                      </p:to>
                                    </p:set>
                                    <p:animEffect transition="in" filter="wipe(left)">
                                      <p:cBhvr>
                                        <p:cTn id="66" dur="1000"/>
                                        <p:tgtEl>
                                          <p:spTgt spid="2"/>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grpId="0" nodeType="clickEffect">
                                  <p:stCondLst>
                                    <p:cond delay="0"/>
                                  </p:stCondLst>
                                  <p:childTnLst>
                                    <p:set>
                                      <p:cBhvr>
                                        <p:cTn id="70" dur="1" fill="hold">
                                          <p:stCondLst>
                                            <p:cond delay="0"/>
                                          </p:stCondLst>
                                        </p:cTn>
                                        <p:tgtEl>
                                          <p:spTgt spid="167962"/>
                                        </p:tgtEl>
                                        <p:attrNameLst>
                                          <p:attrName>style.visibility</p:attrName>
                                        </p:attrNameLst>
                                      </p:cBhvr>
                                      <p:to>
                                        <p:strVal val="visible"/>
                                      </p:to>
                                    </p:set>
                                    <p:animEffect transition="in" filter="dissolve">
                                      <p:cBhvr>
                                        <p:cTn id="71" dur="1000"/>
                                        <p:tgtEl>
                                          <p:spTgt spid="167962"/>
                                        </p:tgtEl>
                                      </p:cBhvr>
                                    </p:animEffect>
                                  </p:childTnLst>
                                </p:cTn>
                              </p:par>
                            </p:childTnLst>
                          </p:cTn>
                        </p:par>
                        <p:par>
                          <p:cTn id="72" fill="hold">
                            <p:stCondLst>
                              <p:cond delay="1000"/>
                            </p:stCondLst>
                            <p:childTnLst>
                              <p:par>
                                <p:cTn id="73" presetID="22" presetClass="entr" presetSubtype="8" fill="hold" grpId="0" nodeType="afterEffect">
                                  <p:stCondLst>
                                    <p:cond delay="0"/>
                                  </p:stCondLst>
                                  <p:childTnLst>
                                    <p:set>
                                      <p:cBhvr>
                                        <p:cTn id="74" dur="1" fill="hold">
                                          <p:stCondLst>
                                            <p:cond delay="0"/>
                                          </p:stCondLst>
                                        </p:cTn>
                                        <p:tgtEl>
                                          <p:spTgt spid="167963"/>
                                        </p:tgtEl>
                                        <p:attrNameLst>
                                          <p:attrName>style.visibility</p:attrName>
                                        </p:attrNameLst>
                                      </p:cBhvr>
                                      <p:to>
                                        <p:strVal val="visible"/>
                                      </p:to>
                                    </p:set>
                                    <p:animEffect transition="in" filter="wipe(left)">
                                      <p:cBhvr>
                                        <p:cTn id="75" dur="500"/>
                                        <p:tgtEl>
                                          <p:spTgt spid="167963"/>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167964"/>
                                        </p:tgtEl>
                                        <p:attrNameLst>
                                          <p:attrName>style.visibility</p:attrName>
                                        </p:attrNameLst>
                                      </p:cBhvr>
                                      <p:to>
                                        <p:strVal val="visible"/>
                                      </p:to>
                                    </p:set>
                                    <p:animEffect transition="in" filter="wipe(left)">
                                      <p:cBhvr>
                                        <p:cTn id="80" dur="500"/>
                                        <p:tgtEl>
                                          <p:spTgt spid="167964"/>
                                        </p:tgtEl>
                                      </p:cBhvr>
                                    </p:animEffect>
                                  </p:childTnLst>
                                </p:cTn>
                              </p:par>
                            </p:childTnLst>
                          </p:cTn>
                        </p:par>
                      </p:childTnLst>
                    </p:cTn>
                  </p:par>
                  <p:par>
                    <p:cTn id="81" fill="hold">
                      <p:stCondLst>
                        <p:cond delay="indefinite"/>
                      </p:stCondLst>
                      <p:childTnLst>
                        <p:par>
                          <p:cTn id="82" fill="hold">
                            <p:stCondLst>
                              <p:cond delay="0"/>
                            </p:stCondLst>
                            <p:childTnLst>
                              <p:par>
                                <p:cTn id="83" presetID="9" presetClass="entr" presetSubtype="0" fill="hold" grpId="0" nodeType="clickEffect">
                                  <p:stCondLst>
                                    <p:cond delay="0"/>
                                  </p:stCondLst>
                                  <p:childTnLst>
                                    <p:set>
                                      <p:cBhvr>
                                        <p:cTn id="84" dur="1" fill="hold">
                                          <p:stCondLst>
                                            <p:cond delay="0"/>
                                          </p:stCondLst>
                                        </p:cTn>
                                        <p:tgtEl>
                                          <p:spTgt spid="167965"/>
                                        </p:tgtEl>
                                        <p:attrNameLst>
                                          <p:attrName>style.visibility</p:attrName>
                                        </p:attrNameLst>
                                      </p:cBhvr>
                                      <p:to>
                                        <p:strVal val="visible"/>
                                      </p:to>
                                    </p:set>
                                    <p:animEffect transition="in" filter="dissolve">
                                      <p:cBhvr>
                                        <p:cTn id="85" dur="1000"/>
                                        <p:tgtEl>
                                          <p:spTgt spid="167965"/>
                                        </p:tgtEl>
                                      </p:cBhvr>
                                    </p:animEffect>
                                  </p:childTnLst>
                                </p:cTn>
                              </p:par>
                            </p:childTnLst>
                          </p:cTn>
                        </p:par>
                        <p:par>
                          <p:cTn id="86" fill="hold">
                            <p:stCondLst>
                              <p:cond delay="1000"/>
                            </p:stCondLst>
                            <p:childTnLst>
                              <p:par>
                                <p:cTn id="87" presetID="22" presetClass="entr" presetSubtype="8" fill="hold" grpId="0" nodeType="afterEffect">
                                  <p:stCondLst>
                                    <p:cond delay="0"/>
                                  </p:stCondLst>
                                  <p:childTnLst>
                                    <p:set>
                                      <p:cBhvr>
                                        <p:cTn id="88" dur="1" fill="hold">
                                          <p:stCondLst>
                                            <p:cond delay="0"/>
                                          </p:stCondLst>
                                        </p:cTn>
                                        <p:tgtEl>
                                          <p:spTgt spid="167967"/>
                                        </p:tgtEl>
                                        <p:attrNameLst>
                                          <p:attrName>style.visibility</p:attrName>
                                        </p:attrNameLst>
                                      </p:cBhvr>
                                      <p:to>
                                        <p:strVal val="visible"/>
                                      </p:to>
                                    </p:set>
                                    <p:animEffect transition="in" filter="wipe(left)">
                                      <p:cBhvr>
                                        <p:cTn id="89" dur="500"/>
                                        <p:tgtEl>
                                          <p:spTgt spid="167967"/>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nodeType="clickEffect">
                                  <p:stCondLst>
                                    <p:cond delay="0"/>
                                  </p:stCondLst>
                                  <p:childTnLst>
                                    <p:set>
                                      <p:cBhvr>
                                        <p:cTn id="93" dur="1" fill="hold">
                                          <p:stCondLst>
                                            <p:cond delay="0"/>
                                          </p:stCondLst>
                                        </p:cTn>
                                        <p:tgtEl>
                                          <p:spTgt spid="167966"/>
                                        </p:tgtEl>
                                        <p:attrNameLst>
                                          <p:attrName>style.visibility</p:attrName>
                                        </p:attrNameLst>
                                      </p:cBhvr>
                                      <p:to>
                                        <p:strVal val="visible"/>
                                      </p:to>
                                    </p:set>
                                    <p:animEffect transition="in" filter="wipe(left)">
                                      <p:cBhvr>
                                        <p:cTn id="94" dur="500"/>
                                        <p:tgtEl>
                                          <p:spTgt spid="1679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46" grpId="0"/>
      <p:bldP spid="167948" grpId="0"/>
      <p:bldP spid="167960" grpId="0" animBg="1"/>
      <p:bldP spid="167962" grpId="0" animBg="1"/>
      <p:bldP spid="167963" grpId="0" autoUpdateAnimBg="0"/>
      <p:bldP spid="167965" grpId="0" animBg="1"/>
      <p:bldP spid="167967"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ChangeArrowheads="1"/>
          </p:cNvSpPr>
          <p:nvPr/>
        </p:nvSpPr>
        <p:spPr bwMode="auto">
          <a:xfrm>
            <a:off x="598488" y="531813"/>
            <a:ext cx="1722437" cy="457200"/>
          </a:xfrm>
          <a:prstGeom prst="rect">
            <a:avLst/>
          </a:prstGeom>
          <a:noFill/>
          <a:ln w="9525">
            <a:noFill/>
            <a:miter lim="800000"/>
            <a:headEnd/>
            <a:tailEnd/>
          </a:ln>
        </p:spPr>
        <p:txBody>
          <a:bodyPr>
            <a:spAutoFit/>
          </a:bodyPr>
          <a:lstStyle/>
          <a:p>
            <a:pPr>
              <a:buClr>
                <a:srgbClr val="CC0000"/>
              </a:buClr>
              <a:buFont typeface="Wingdings" pitchFamily="2" charset="2"/>
              <a:buNone/>
            </a:pPr>
            <a:r>
              <a:rPr kumimoji="1" lang="zh-CN" altLang="en-US" sz="2400">
                <a:solidFill>
                  <a:srgbClr val="FF6600"/>
                </a:solidFill>
                <a:latin typeface="Times New Roman" pitchFamily="18" charset="0"/>
              </a:rPr>
              <a:t>讨论</a:t>
            </a:r>
            <a:endParaRPr kumimoji="1" lang="zh-CN" altLang="en-US" sz="2400">
              <a:solidFill>
                <a:srgbClr val="FF6600"/>
              </a:solidFill>
              <a:latin typeface="Times New Roman" pitchFamily="18" charset="0"/>
              <a:ea typeface="楷体_GB2312" pitchFamily="49" charset="-122"/>
            </a:endParaRPr>
          </a:p>
        </p:txBody>
      </p:sp>
      <p:sp>
        <p:nvSpPr>
          <p:cNvPr id="175107" name="Rectangle 3"/>
          <p:cNvSpPr>
            <a:spLocks noChangeArrowheads="1"/>
          </p:cNvSpPr>
          <p:nvPr/>
        </p:nvSpPr>
        <p:spPr bwMode="auto">
          <a:xfrm>
            <a:off x="206375" y="1071563"/>
            <a:ext cx="3249613" cy="479425"/>
          </a:xfrm>
          <a:prstGeom prst="rect">
            <a:avLst/>
          </a:prstGeom>
          <a:noFill/>
          <a:ln w="9525">
            <a:noFill/>
            <a:miter lim="800000"/>
            <a:headEnd/>
            <a:tailEnd/>
          </a:ln>
        </p:spPr>
        <p:txBody>
          <a:bodyPr>
            <a:spAutoFit/>
          </a:bodyPr>
          <a:lstStyle/>
          <a:p>
            <a:pPr>
              <a:lnSpc>
                <a:spcPct val="115000"/>
              </a:lnSpc>
            </a:pPr>
            <a:r>
              <a:rPr kumimoji="1" lang="en-US" altLang="zh-CN" sz="2400">
                <a:latin typeface="Times New Roman" pitchFamily="18" charset="0"/>
              </a:rPr>
              <a:t>(1) </a:t>
            </a:r>
            <a:r>
              <a:rPr kumimoji="1" lang="zh-CN" altLang="en-US" sz="2400">
                <a:latin typeface="Times New Roman" pitchFamily="18" charset="0"/>
              </a:rPr>
              <a:t>在一般情况下</a:t>
            </a:r>
          </a:p>
        </p:txBody>
      </p:sp>
      <p:graphicFrame>
        <p:nvGraphicFramePr>
          <p:cNvPr id="175108" name="Object 4"/>
          <p:cNvGraphicFramePr>
            <a:graphicFrameLocks/>
          </p:cNvGraphicFramePr>
          <p:nvPr/>
        </p:nvGraphicFramePr>
        <p:xfrm>
          <a:off x="771525" y="1717675"/>
          <a:ext cx="5613400" cy="798513"/>
        </p:xfrm>
        <a:graphic>
          <a:graphicData uri="http://schemas.openxmlformats.org/presentationml/2006/ole">
            <p:oleObj spid="_x0000_s23554" name="公式" r:id="rId3" imgW="3124080" imgH="444240" progId="Equation.3">
              <p:embed/>
            </p:oleObj>
          </a:graphicData>
        </a:graphic>
      </p:graphicFrame>
      <p:sp>
        <p:nvSpPr>
          <p:cNvPr id="175109" name="Rectangle 5"/>
          <p:cNvSpPr>
            <a:spLocks noChangeArrowheads="1"/>
          </p:cNvSpPr>
          <p:nvPr/>
        </p:nvSpPr>
        <p:spPr bwMode="auto">
          <a:xfrm>
            <a:off x="611188" y="2701925"/>
            <a:ext cx="3789362" cy="457200"/>
          </a:xfrm>
          <a:prstGeom prst="rect">
            <a:avLst/>
          </a:prstGeom>
          <a:noFill/>
          <a:ln w="9525">
            <a:noFill/>
            <a:miter lim="800000"/>
            <a:headEnd/>
            <a:tailEnd/>
          </a:ln>
        </p:spPr>
        <p:txBody>
          <a:bodyPr>
            <a:spAutoFit/>
          </a:bodyPr>
          <a:lstStyle/>
          <a:p>
            <a:r>
              <a:rPr kumimoji="1" lang="zh-CN" altLang="en-US" sz="2400">
                <a:latin typeface="Times New Roman" pitchFamily="18" charset="0"/>
              </a:rPr>
              <a:t>其中</a:t>
            </a:r>
            <a:r>
              <a:rPr kumimoji="1" lang="zh-CN" altLang="en-US" sz="2400" i="1">
                <a:solidFill>
                  <a:srgbClr val="FF6600"/>
                </a:solidFill>
                <a:latin typeface="Times New Roman" pitchFamily="18" charset="0"/>
                <a:sym typeface="Symbol" pitchFamily="18" charset="2"/>
              </a:rPr>
              <a:t></a:t>
            </a:r>
            <a:r>
              <a:rPr kumimoji="1" lang="zh-CN" altLang="en-US" sz="2400" i="1">
                <a:latin typeface="Times New Roman" pitchFamily="18" charset="0"/>
                <a:sym typeface="Symbol" pitchFamily="18" charset="2"/>
              </a:rPr>
              <a:t> </a:t>
            </a:r>
            <a:r>
              <a:rPr kumimoji="1" lang="zh-CN" altLang="en-US" sz="2400">
                <a:latin typeface="Times New Roman" pitchFamily="18" charset="0"/>
                <a:sym typeface="Symbol" pitchFamily="18" charset="2"/>
              </a:rPr>
              <a:t>为曲率半径，</a:t>
            </a:r>
          </a:p>
        </p:txBody>
      </p:sp>
      <p:sp>
        <p:nvSpPr>
          <p:cNvPr id="175110" name="Rectangle 6"/>
          <p:cNvSpPr>
            <a:spLocks noChangeArrowheads="1"/>
          </p:cNvSpPr>
          <p:nvPr/>
        </p:nvSpPr>
        <p:spPr bwMode="auto">
          <a:xfrm>
            <a:off x="611188" y="3143250"/>
            <a:ext cx="8235950" cy="933450"/>
          </a:xfrm>
          <a:prstGeom prst="rect">
            <a:avLst/>
          </a:prstGeom>
          <a:noFill/>
          <a:ln w="9525">
            <a:noFill/>
            <a:miter lim="800000"/>
            <a:headEnd/>
            <a:tailEnd/>
          </a:ln>
        </p:spPr>
        <p:txBody>
          <a:bodyPr>
            <a:spAutoFit/>
          </a:bodyPr>
          <a:lstStyle/>
          <a:p>
            <a:pPr>
              <a:lnSpc>
                <a:spcPct val="115000"/>
              </a:lnSpc>
            </a:pPr>
            <a:r>
              <a:rPr kumimoji="1" lang="zh-CN" altLang="en-US" sz="2400">
                <a:latin typeface="Times New Roman" pitchFamily="18" charset="0"/>
                <a:sym typeface="Symbol" pitchFamily="18" charset="2"/>
              </a:rPr>
              <a:t>引入曲率圆后，整条曲线就可看成是由许多不同曲率半径的圆弧所构成。</a:t>
            </a:r>
          </a:p>
        </p:txBody>
      </p:sp>
      <p:graphicFrame>
        <p:nvGraphicFramePr>
          <p:cNvPr id="175111" name="Object 7"/>
          <p:cNvGraphicFramePr>
            <a:graphicFrameLocks noChangeAspect="1"/>
          </p:cNvGraphicFramePr>
          <p:nvPr/>
        </p:nvGraphicFramePr>
        <p:xfrm>
          <a:off x="3365500" y="2787650"/>
          <a:ext cx="247650" cy="320675"/>
        </p:xfrm>
        <a:graphic>
          <a:graphicData uri="http://schemas.openxmlformats.org/presentationml/2006/ole">
            <p:oleObj spid="_x0000_s23555" name="公式" r:id="rId4" imgW="139680" imgH="177480" progId="Equation.3">
              <p:embed/>
            </p:oleObj>
          </a:graphicData>
        </a:graphic>
      </p:graphicFrame>
      <p:sp>
        <p:nvSpPr>
          <p:cNvPr id="175112" name="Rectangle 8"/>
          <p:cNvSpPr>
            <a:spLocks noChangeArrowheads="1"/>
          </p:cNvSpPr>
          <p:nvPr/>
        </p:nvSpPr>
        <p:spPr bwMode="auto">
          <a:xfrm>
            <a:off x="3516313" y="2689225"/>
            <a:ext cx="3989387" cy="457200"/>
          </a:xfrm>
          <a:prstGeom prst="rect">
            <a:avLst/>
          </a:prstGeom>
          <a:noFill/>
          <a:ln w="9525">
            <a:noFill/>
            <a:miter lim="800000"/>
            <a:headEnd/>
            <a:tailEnd/>
          </a:ln>
        </p:spPr>
        <p:txBody>
          <a:bodyPr>
            <a:spAutoFit/>
          </a:bodyPr>
          <a:lstStyle/>
          <a:p>
            <a:r>
              <a:rPr kumimoji="1" lang="zh-CN" altLang="en-US" sz="2400">
                <a:latin typeface="Times New Roman" pitchFamily="18" charset="0"/>
                <a:sym typeface="Symbol" pitchFamily="18" charset="2"/>
              </a:rPr>
              <a:t>的方向指向曲率圆中心。 </a:t>
            </a:r>
          </a:p>
        </p:txBody>
      </p:sp>
      <p:sp>
        <p:nvSpPr>
          <p:cNvPr id="175113" name="AutoShape 9"/>
          <p:cNvSpPr>
            <a:spLocks noChangeArrowheads="1"/>
          </p:cNvSpPr>
          <p:nvPr/>
        </p:nvSpPr>
        <p:spPr bwMode="auto">
          <a:xfrm>
            <a:off x="206375" y="458788"/>
            <a:ext cx="360363"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grpSp>
        <p:nvGrpSpPr>
          <p:cNvPr id="2" name="Group 10"/>
          <p:cNvGrpSpPr>
            <a:grpSpLocks/>
          </p:cNvGrpSpPr>
          <p:nvPr/>
        </p:nvGrpSpPr>
        <p:grpSpPr bwMode="auto">
          <a:xfrm>
            <a:off x="296863" y="4146550"/>
            <a:ext cx="8505825" cy="933450"/>
            <a:chOff x="187" y="2612"/>
            <a:chExt cx="5358" cy="588"/>
          </a:xfrm>
        </p:grpSpPr>
        <p:sp>
          <p:nvSpPr>
            <p:cNvPr id="23573" name="Rectangle 11"/>
            <p:cNvSpPr>
              <a:spLocks noChangeArrowheads="1"/>
            </p:cNvSpPr>
            <p:nvPr/>
          </p:nvSpPr>
          <p:spPr bwMode="auto">
            <a:xfrm>
              <a:off x="187" y="2612"/>
              <a:ext cx="5358" cy="588"/>
            </a:xfrm>
            <a:prstGeom prst="rect">
              <a:avLst/>
            </a:prstGeom>
            <a:noFill/>
            <a:ln w="9525">
              <a:noFill/>
              <a:miter lim="800000"/>
              <a:headEnd/>
              <a:tailEnd/>
            </a:ln>
          </p:spPr>
          <p:txBody>
            <a:bodyPr anchor="ctr">
              <a:spAutoFit/>
            </a:bodyPr>
            <a:lstStyle/>
            <a:p>
              <a:pPr>
                <a:lnSpc>
                  <a:spcPct val="115000"/>
                </a:lnSpc>
              </a:pPr>
              <a:r>
                <a:rPr kumimoji="1" lang="en-US" altLang="zh-CN" sz="2400">
                  <a:latin typeface="Times New Roman" pitchFamily="18" charset="0"/>
                </a:rPr>
                <a:t>(2) </a:t>
              </a:r>
              <a:r>
                <a:rPr kumimoji="1" lang="zh-CN" altLang="en-US" sz="2400">
                  <a:latin typeface="Times New Roman" pitchFamily="18" charset="0"/>
                  <a:sym typeface="Symbol" pitchFamily="18" charset="2"/>
                </a:rPr>
                <a:t>当     与     同向时，质点的运动是加速的，这时     与     之</a:t>
              </a:r>
            </a:p>
            <a:p>
              <a:pPr>
                <a:lnSpc>
                  <a:spcPct val="115000"/>
                </a:lnSpc>
              </a:pPr>
              <a:r>
                <a:rPr kumimoji="1" lang="zh-CN" altLang="en-US" sz="2400">
                  <a:latin typeface="Times New Roman" pitchFamily="18" charset="0"/>
                  <a:sym typeface="Symbol" pitchFamily="18" charset="2"/>
                </a:rPr>
                <a:t>      间的夹角</a:t>
              </a:r>
              <a:r>
                <a:rPr kumimoji="1" lang="en-US" altLang="zh-CN" sz="2400" i="1">
                  <a:solidFill>
                    <a:srgbClr val="FF6600"/>
                  </a:solidFill>
                  <a:latin typeface="Times New Roman" pitchFamily="18" charset="0"/>
                </a:rPr>
                <a:t>θ</a:t>
              </a:r>
              <a:r>
                <a:rPr kumimoji="1" lang="zh-CN" altLang="en-US" sz="2400">
                  <a:latin typeface="Times New Roman" pitchFamily="18" charset="0"/>
                  <a:sym typeface="Symbol" pitchFamily="18" charset="2"/>
                </a:rPr>
                <a:t>为锐角；</a:t>
              </a:r>
            </a:p>
          </p:txBody>
        </p:sp>
        <p:graphicFrame>
          <p:nvGraphicFramePr>
            <p:cNvPr id="23560" name="Object 12"/>
            <p:cNvGraphicFramePr>
              <a:graphicFrameLocks noChangeAspect="1"/>
            </p:cNvGraphicFramePr>
            <p:nvPr/>
          </p:nvGraphicFramePr>
          <p:xfrm>
            <a:off x="750" y="2694"/>
            <a:ext cx="145" cy="203"/>
          </p:xfrm>
          <a:graphic>
            <a:graphicData uri="http://schemas.openxmlformats.org/presentationml/2006/ole">
              <p:oleObj spid="_x0000_s23560" name="公式" r:id="rId5" imgW="126720" imgH="177480" progId="Equation.3">
                <p:embed/>
              </p:oleObj>
            </a:graphicData>
          </a:graphic>
        </p:graphicFrame>
        <p:graphicFrame>
          <p:nvGraphicFramePr>
            <p:cNvPr id="23561" name="Object 13"/>
            <p:cNvGraphicFramePr>
              <a:graphicFrameLocks noChangeAspect="1"/>
            </p:cNvGraphicFramePr>
            <p:nvPr/>
          </p:nvGraphicFramePr>
          <p:xfrm>
            <a:off x="1145" y="2670"/>
            <a:ext cx="203" cy="261"/>
          </p:xfrm>
          <a:graphic>
            <a:graphicData uri="http://schemas.openxmlformats.org/presentationml/2006/ole">
              <p:oleObj spid="_x0000_s23561" name="公式" r:id="rId6" imgW="177480" imgH="228600" progId="Equation.3">
                <p:embed/>
              </p:oleObj>
            </a:graphicData>
          </a:graphic>
        </p:graphicFrame>
        <p:graphicFrame>
          <p:nvGraphicFramePr>
            <p:cNvPr id="23562" name="Object 14"/>
            <p:cNvGraphicFramePr>
              <a:graphicFrameLocks noChangeAspect="1"/>
            </p:cNvGraphicFramePr>
            <p:nvPr/>
          </p:nvGraphicFramePr>
          <p:xfrm>
            <a:off x="4495" y="2694"/>
            <a:ext cx="145" cy="203"/>
          </p:xfrm>
          <a:graphic>
            <a:graphicData uri="http://schemas.openxmlformats.org/presentationml/2006/ole">
              <p:oleObj spid="_x0000_s23562" name="公式" r:id="rId7" imgW="126720" imgH="177480" progId="Equation.3">
                <p:embed/>
              </p:oleObj>
            </a:graphicData>
          </a:graphic>
        </p:graphicFrame>
        <p:graphicFrame>
          <p:nvGraphicFramePr>
            <p:cNvPr id="23563" name="Object 15"/>
            <p:cNvGraphicFramePr>
              <a:graphicFrameLocks noChangeAspect="1"/>
            </p:cNvGraphicFramePr>
            <p:nvPr/>
          </p:nvGraphicFramePr>
          <p:xfrm>
            <a:off x="4946" y="2694"/>
            <a:ext cx="145" cy="203"/>
          </p:xfrm>
          <a:graphic>
            <a:graphicData uri="http://schemas.openxmlformats.org/presentationml/2006/ole">
              <p:oleObj spid="_x0000_s23563" name="公式" r:id="rId8" imgW="126720" imgH="177480" progId="Equation.3">
                <p:embed/>
              </p:oleObj>
            </a:graphicData>
          </a:graphic>
        </p:graphicFrame>
      </p:grpSp>
      <p:grpSp>
        <p:nvGrpSpPr>
          <p:cNvPr id="3" name="Group 16"/>
          <p:cNvGrpSpPr>
            <a:grpSpLocks/>
          </p:cNvGrpSpPr>
          <p:nvPr/>
        </p:nvGrpSpPr>
        <p:grpSpPr bwMode="auto">
          <a:xfrm>
            <a:off x="701675" y="5151438"/>
            <a:ext cx="8010525" cy="933450"/>
            <a:chOff x="471" y="3245"/>
            <a:chExt cx="5046" cy="588"/>
          </a:xfrm>
        </p:grpSpPr>
        <p:sp>
          <p:nvSpPr>
            <p:cNvPr id="23572" name="Rectangle 17"/>
            <p:cNvSpPr>
              <a:spLocks noChangeArrowheads="1"/>
            </p:cNvSpPr>
            <p:nvPr/>
          </p:nvSpPr>
          <p:spPr bwMode="auto">
            <a:xfrm>
              <a:off x="471" y="3245"/>
              <a:ext cx="5046" cy="588"/>
            </a:xfrm>
            <a:prstGeom prst="rect">
              <a:avLst/>
            </a:prstGeom>
            <a:noFill/>
            <a:ln w="9525">
              <a:noFill/>
              <a:miter lim="800000"/>
              <a:headEnd/>
              <a:tailEnd/>
            </a:ln>
          </p:spPr>
          <p:txBody>
            <a:bodyPr anchor="ctr">
              <a:spAutoFit/>
            </a:bodyPr>
            <a:lstStyle/>
            <a:p>
              <a:pPr>
                <a:lnSpc>
                  <a:spcPct val="115000"/>
                </a:lnSpc>
              </a:pPr>
              <a:r>
                <a:rPr kumimoji="1" lang="zh-CN" altLang="en-US" sz="2400">
                  <a:latin typeface="Times New Roman" pitchFamily="18" charset="0"/>
                  <a:sym typeface="Symbol" pitchFamily="18" charset="2"/>
                </a:rPr>
                <a:t>当     与     反向时，质点的运动是减速的，这时     与     之</a:t>
              </a:r>
            </a:p>
            <a:p>
              <a:pPr>
                <a:lnSpc>
                  <a:spcPct val="115000"/>
                </a:lnSpc>
              </a:pPr>
              <a:r>
                <a:rPr kumimoji="1" lang="zh-CN" altLang="en-US" sz="2400">
                  <a:latin typeface="Times New Roman" pitchFamily="18" charset="0"/>
                  <a:sym typeface="Symbol" pitchFamily="18" charset="2"/>
                </a:rPr>
                <a:t>间的夹角</a:t>
              </a:r>
              <a:r>
                <a:rPr kumimoji="1" lang="en-US" altLang="zh-CN" sz="2400" i="1">
                  <a:solidFill>
                    <a:srgbClr val="FF6600"/>
                  </a:solidFill>
                  <a:latin typeface="Times New Roman" pitchFamily="18" charset="0"/>
                </a:rPr>
                <a:t>θ</a:t>
              </a:r>
              <a:r>
                <a:rPr kumimoji="1" lang="zh-CN" altLang="en-US" sz="2400">
                  <a:latin typeface="Times New Roman" pitchFamily="18" charset="0"/>
                  <a:sym typeface="Symbol" pitchFamily="18" charset="2"/>
                </a:rPr>
                <a:t>为钝角。</a:t>
              </a:r>
            </a:p>
          </p:txBody>
        </p:sp>
        <p:graphicFrame>
          <p:nvGraphicFramePr>
            <p:cNvPr id="23556" name="Object 18"/>
            <p:cNvGraphicFramePr>
              <a:graphicFrameLocks noChangeAspect="1"/>
            </p:cNvGraphicFramePr>
            <p:nvPr/>
          </p:nvGraphicFramePr>
          <p:xfrm>
            <a:off x="783" y="3318"/>
            <a:ext cx="145" cy="203"/>
          </p:xfrm>
          <a:graphic>
            <a:graphicData uri="http://schemas.openxmlformats.org/presentationml/2006/ole">
              <p:oleObj spid="_x0000_s23556" name="公式" r:id="rId9" imgW="126720" imgH="177480" progId="Equation.3">
                <p:embed/>
              </p:oleObj>
            </a:graphicData>
          </a:graphic>
        </p:graphicFrame>
        <p:graphicFrame>
          <p:nvGraphicFramePr>
            <p:cNvPr id="23557" name="Object 19"/>
            <p:cNvGraphicFramePr>
              <a:graphicFrameLocks noChangeAspect="1"/>
            </p:cNvGraphicFramePr>
            <p:nvPr/>
          </p:nvGraphicFramePr>
          <p:xfrm>
            <a:off x="1152" y="3294"/>
            <a:ext cx="203" cy="261"/>
          </p:xfrm>
          <a:graphic>
            <a:graphicData uri="http://schemas.openxmlformats.org/presentationml/2006/ole">
              <p:oleObj spid="_x0000_s23557" name="公式" r:id="rId10" imgW="177480" imgH="228600" progId="Equation.3">
                <p:embed/>
              </p:oleObj>
            </a:graphicData>
          </a:graphic>
        </p:graphicFrame>
        <p:graphicFrame>
          <p:nvGraphicFramePr>
            <p:cNvPr id="23558" name="Object 20"/>
            <p:cNvGraphicFramePr>
              <a:graphicFrameLocks noChangeAspect="1"/>
            </p:cNvGraphicFramePr>
            <p:nvPr/>
          </p:nvGraphicFramePr>
          <p:xfrm>
            <a:off x="4525" y="3322"/>
            <a:ext cx="145" cy="203"/>
          </p:xfrm>
          <a:graphic>
            <a:graphicData uri="http://schemas.openxmlformats.org/presentationml/2006/ole">
              <p:oleObj spid="_x0000_s23558" name="公式" r:id="rId11" imgW="126720" imgH="177480" progId="Equation.3">
                <p:embed/>
              </p:oleObj>
            </a:graphicData>
          </a:graphic>
        </p:graphicFrame>
        <p:graphicFrame>
          <p:nvGraphicFramePr>
            <p:cNvPr id="23559" name="Object 21"/>
            <p:cNvGraphicFramePr>
              <a:graphicFrameLocks noChangeAspect="1"/>
            </p:cNvGraphicFramePr>
            <p:nvPr/>
          </p:nvGraphicFramePr>
          <p:xfrm>
            <a:off x="4950" y="3322"/>
            <a:ext cx="145" cy="203"/>
          </p:xfrm>
          <a:graphic>
            <a:graphicData uri="http://schemas.openxmlformats.org/presentationml/2006/ole">
              <p:oleObj spid="_x0000_s23559" name="公式" r:id="rId12" imgW="126720" imgH="177480" progId="Equation.3">
                <p:embed/>
              </p:oleObj>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5113"/>
                                        </p:tgtEl>
                                        <p:attrNameLst>
                                          <p:attrName>style.visibility</p:attrName>
                                        </p:attrNameLst>
                                      </p:cBhvr>
                                      <p:to>
                                        <p:strVal val="visible"/>
                                      </p:to>
                                    </p:set>
                                    <p:animEffect transition="in" filter="dissolve">
                                      <p:cBhvr>
                                        <p:cTn id="7" dur="1000"/>
                                        <p:tgtEl>
                                          <p:spTgt spid="175113"/>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175106"/>
                                        </p:tgtEl>
                                        <p:attrNameLst>
                                          <p:attrName>style.visibility</p:attrName>
                                        </p:attrNameLst>
                                      </p:cBhvr>
                                      <p:to>
                                        <p:strVal val="visible"/>
                                      </p:to>
                                    </p:set>
                                    <p:animEffect transition="in" filter="wipe(left)">
                                      <p:cBhvr>
                                        <p:cTn id="11" dur="500"/>
                                        <p:tgtEl>
                                          <p:spTgt spid="17510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75107"/>
                                        </p:tgtEl>
                                        <p:attrNameLst>
                                          <p:attrName>style.visibility</p:attrName>
                                        </p:attrNameLst>
                                      </p:cBhvr>
                                      <p:to>
                                        <p:strVal val="visible"/>
                                      </p:to>
                                    </p:set>
                                    <p:animEffect transition="in" filter="wipe(left)">
                                      <p:cBhvr>
                                        <p:cTn id="16" dur="500"/>
                                        <p:tgtEl>
                                          <p:spTgt spid="175107"/>
                                        </p:tgtEl>
                                      </p:cBhvr>
                                    </p:animEffect>
                                  </p:childTnLst>
                                </p:cTn>
                              </p:par>
                            </p:childTnLst>
                          </p:cTn>
                        </p:par>
                      </p:childTnLst>
                    </p:cTn>
                  </p:par>
                  <p:par>
                    <p:cTn id="17" fill="hold">
                      <p:stCondLst>
                        <p:cond delay="indefinite"/>
                      </p:stCondLst>
                      <p:childTnLst>
                        <p:par>
                          <p:cTn id="18" fill="hold">
                            <p:stCondLst>
                              <p:cond delay="0"/>
                            </p:stCondLst>
                            <p:childTnLst>
                              <p:par>
                                <p:cTn id="19" presetID="23" presetClass="entr" presetSubtype="16" fill="hold" nodeType="clickEffect">
                                  <p:stCondLst>
                                    <p:cond delay="0"/>
                                  </p:stCondLst>
                                  <p:childTnLst>
                                    <p:set>
                                      <p:cBhvr>
                                        <p:cTn id="20" dur="1" fill="hold">
                                          <p:stCondLst>
                                            <p:cond delay="0"/>
                                          </p:stCondLst>
                                        </p:cTn>
                                        <p:tgtEl>
                                          <p:spTgt spid="175108"/>
                                        </p:tgtEl>
                                        <p:attrNameLst>
                                          <p:attrName>style.visibility</p:attrName>
                                        </p:attrNameLst>
                                      </p:cBhvr>
                                      <p:to>
                                        <p:strVal val="visible"/>
                                      </p:to>
                                    </p:set>
                                    <p:anim calcmode="lin" valueType="num">
                                      <p:cBhvr>
                                        <p:cTn id="21" dur="500" fill="hold"/>
                                        <p:tgtEl>
                                          <p:spTgt spid="175108"/>
                                        </p:tgtEl>
                                        <p:attrNameLst>
                                          <p:attrName>ppt_w</p:attrName>
                                        </p:attrNameLst>
                                      </p:cBhvr>
                                      <p:tavLst>
                                        <p:tav tm="0">
                                          <p:val>
                                            <p:fltVal val="0"/>
                                          </p:val>
                                        </p:tav>
                                        <p:tav tm="100000">
                                          <p:val>
                                            <p:strVal val="#ppt_w"/>
                                          </p:val>
                                        </p:tav>
                                      </p:tavLst>
                                    </p:anim>
                                    <p:anim calcmode="lin" valueType="num">
                                      <p:cBhvr>
                                        <p:cTn id="22" dur="500" fill="hold"/>
                                        <p:tgtEl>
                                          <p:spTgt spid="175108"/>
                                        </p:tgtEl>
                                        <p:attrNameLst>
                                          <p:attrName>ppt_h</p:attrName>
                                        </p:attrNameLst>
                                      </p:cBhvr>
                                      <p:tavLst>
                                        <p:tav tm="0">
                                          <p:val>
                                            <p:fltVal val="0"/>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5109"/>
                                        </p:tgtEl>
                                        <p:attrNameLst>
                                          <p:attrName>style.visibility</p:attrName>
                                        </p:attrNameLst>
                                      </p:cBhvr>
                                      <p:to>
                                        <p:strVal val="visible"/>
                                      </p:to>
                                    </p:set>
                                    <p:animEffect transition="in" filter="wipe(left)">
                                      <p:cBhvr>
                                        <p:cTn id="27" dur="500"/>
                                        <p:tgtEl>
                                          <p:spTgt spid="175109"/>
                                        </p:tgtEl>
                                      </p:cBhvr>
                                    </p:animEffect>
                                  </p:childTnLst>
                                </p:cTn>
                              </p:par>
                            </p:childTnLst>
                          </p:cTn>
                        </p:par>
                        <p:par>
                          <p:cTn id="28" fill="hold">
                            <p:stCondLst>
                              <p:cond delay="500"/>
                            </p:stCondLst>
                            <p:childTnLst>
                              <p:par>
                                <p:cTn id="29" presetID="23" presetClass="entr" presetSubtype="16" fill="hold" nodeType="afterEffect">
                                  <p:stCondLst>
                                    <p:cond delay="0"/>
                                  </p:stCondLst>
                                  <p:childTnLst>
                                    <p:set>
                                      <p:cBhvr>
                                        <p:cTn id="30" dur="1" fill="hold">
                                          <p:stCondLst>
                                            <p:cond delay="0"/>
                                          </p:stCondLst>
                                        </p:cTn>
                                        <p:tgtEl>
                                          <p:spTgt spid="175111"/>
                                        </p:tgtEl>
                                        <p:attrNameLst>
                                          <p:attrName>style.visibility</p:attrName>
                                        </p:attrNameLst>
                                      </p:cBhvr>
                                      <p:to>
                                        <p:strVal val="visible"/>
                                      </p:to>
                                    </p:set>
                                    <p:anim calcmode="lin" valueType="num">
                                      <p:cBhvr>
                                        <p:cTn id="31" dur="500" fill="hold"/>
                                        <p:tgtEl>
                                          <p:spTgt spid="175111"/>
                                        </p:tgtEl>
                                        <p:attrNameLst>
                                          <p:attrName>ppt_w</p:attrName>
                                        </p:attrNameLst>
                                      </p:cBhvr>
                                      <p:tavLst>
                                        <p:tav tm="0">
                                          <p:val>
                                            <p:fltVal val="0"/>
                                          </p:val>
                                        </p:tav>
                                        <p:tav tm="100000">
                                          <p:val>
                                            <p:strVal val="#ppt_w"/>
                                          </p:val>
                                        </p:tav>
                                      </p:tavLst>
                                    </p:anim>
                                    <p:anim calcmode="lin" valueType="num">
                                      <p:cBhvr>
                                        <p:cTn id="32" dur="500" fill="hold"/>
                                        <p:tgtEl>
                                          <p:spTgt spid="175111"/>
                                        </p:tgtEl>
                                        <p:attrNameLst>
                                          <p:attrName>ppt_h</p:attrName>
                                        </p:attrNameLst>
                                      </p:cBhvr>
                                      <p:tavLst>
                                        <p:tav tm="0">
                                          <p:val>
                                            <p:fltVal val="0"/>
                                          </p:val>
                                        </p:tav>
                                        <p:tav tm="100000">
                                          <p:val>
                                            <p:strVal val="#ppt_h"/>
                                          </p:val>
                                        </p:tav>
                                      </p:tavLst>
                                    </p:anim>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175112"/>
                                        </p:tgtEl>
                                        <p:attrNameLst>
                                          <p:attrName>style.visibility</p:attrName>
                                        </p:attrNameLst>
                                      </p:cBhvr>
                                      <p:to>
                                        <p:strVal val="visible"/>
                                      </p:to>
                                    </p:set>
                                    <p:animEffect transition="in" filter="wipe(left)">
                                      <p:cBhvr>
                                        <p:cTn id="36" dur="1000"/>
                                        <p:tgtEl>
                                          <p:spTgt spid="17511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75110"/>
                                        </p:tgtEl>
                                        <p:attrNameLst>
                                          <p:attrName>style.visibility</p:attrName>
                                        </p:attrNameLst>
                                      </p:cBhvr>
                                      <p:to>
                                        <p:strVal val="visible"/>
                                      </p:to>
                                    </p:set>
                                    <p:animEffect transition="in" filter="wipe(left)">
                                      <p:cBhvr>
                                        <p:cTn id="41" dur="500"/>
                                        <p:tgtEl>
                                          <p:spTgt spid="17511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wipe(left)">
                                      <p:cBhvr>
                                        <p:cTn id="46" dur="1000"/>
                                        <p:tgtEl>
                                          <p:spTgt spid="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3"/>
                                        </p:tgtEl>
                                        <p:attrNameLst>
                                          <p:attrName>style.visibility</p:attrName>
                                        </p:attrNameLst>
                                      </p:cBhvr>
                                      <p:to>
                                        <p:strVal val="visible"/>
                                      </p:to>
                                    </p:set>
                                    <p:animEffect transition="in" filter="wipe(left)">
                                      <p:cBhvr>
                                        <p:cTn id="51"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6" grpId="0" autoUpdateAnimBg="0"/>
      <p:bldP spid="175107" grpId="0" autoUpdateAnimBg="0"/>
      <p:bldP spid="175109" grpId="0" autoUpdateAnimBg="0"/>
      <p:bldP spid="175110" grpId="0" autoUpdateAnimBg="0"/>
      <p:bldP spid="175112" grpId="0"/>
      <p:bldP spid="17511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ChangeArrowheads="1"/>
          </p:cNvSpPr>
          <p:nvPr/>
        </p:nvSpPr>
        <p:spPr bwMode="auto">
          <a:xfrm>
            <a:off x="762000" y="661988"/>
            <a:ext cx="3248025" cy="457200"/>
          </a:xfrm>
          <a:prstGeom prst="rect">
            <a:avLst/>
          </a:prstGeom>
          <a:noFill/>
          <a:ln w="9525">
            <a:noFill/>
            <a:miter lim="800000"/>
            <a:headEnd/>
            <a:tailEnd/>
          </a:ln>
        </p:spPr>
        <p:txBody>
          <a:bodyPr wrap="none">
            <a:spAutoFit/>
          </a:bodyPr>
          <a:lstStyle/>
          <a:p>
            <a:r>
              <a:rPr kumimoji="1" lang="zh-CN" altLang="en-US" sz="2400">
                <a:latin typeface="Times New Roman" pitchFamily="18" charset="0"/>
              </a:rPr>
              <a:t>已知质点的运动方程为</a:t>
            </a:r>
            <a:endParaRPr kumimoji="1" lang="zh-CN" altLang="en-US" sz="1200">
              <a:latin typeface="Times New Roman" pitchFamily="18" charset="0"/>
            </a:endParaRPr>
          </a:p>
        </p:txBody>
      </p:sp>
      <p:graphicFrame>
        <p:nvGraphicFramePr>
          <p:cNvPr id="172035" name="Object 3"/>
          <p:cNvGraphicFramePr>
            <a:graphicFrameLocks noChangeAspect="1"/>
          </p:cNvGraphicFramePr>
          <p:nvPr/>
        </p:nvGraphicFramePr>
        <p:xfrm>
          <a:off x="1382713" y="1306513"/>
          <a:ext cx="4044950" cy="366712"/>
        </p:xfrm>
        <a:graphic>
          <a:graphicData uri="http://schemas.openxmlformats.org/presentationml/2006/ole">
            <p:oleObj spid="_x0000_s24578" name="公式" r:id="rId3" imgW="2260440" imgH="203040" progId="Equation.3">
              <p:embed/>
            </p:oleObj>
          </a:graphicData>
        </a:graphic>
      </p:graphicFrame>
      <p:sp>
        <p:nvSpPr>
          <p:cNvPr id="172036" name="Rectangle 4"/>
          <p:cNvSpPr>
            <a:spLocks noChangeArrowheads="1"/>
          </p:cNvSpPr>
          <p:nvPr/>
        </p:nvSpPr>
        <p:spPr bwMode="auto">
          <a:xfrm>
            <a:off x="771525" y="1825625"/>
            <a:ext cx="6140450" cy="457200"/>
          </a:xfrm>
          <a:prstGeom prst="rect">
            <a:avLst/>
          </a:prstGeom>
          <a:noFill/>
          <a:ln w="9525">
            <a:noFill/>
            <a:miter lim="800000"/>
            <a:headEnd/>
            <a:tailEnd/>
          </a:ln>
        </p:spPr>
        <p:txBody>
          <a:bodyPr>
            <a:spAutoFit/>
          </a:bodyPr>
          <a:lstStyle/>
          <a:p>
            <a:r>
              <a:rPr kumimoji="1" lang="zh-CN" altLang="en-US" sz="2400">
                <a:latin typeface="Times New Roman" pitchFamily="18" charset="0"/>
              </a:rPr>
              <a:t>在自然坐标系中任意时刻的速度</a:t>
            </a:r>
            <a:endParaRPr kumimoji="1" lang="zh-CN" altLang="en-US" sz="1200">
              <a:latin typeface="Times New Roman" pitchFamily="18" charset="0"/>
            </a:endParaRPr>
          </a:p>
        </p:txBody>
      </p:sp>
      <p:sp>
        <p:nvSpPr>
          <p:cNvPr id="172037" name="Rectangle 5"/>
          <p:cNvSpPr>
            <a:spLocks noChangeArrowheads="1"/>
          </p:cNvSpPr>
          <p:nvPr/>
        </p:nvSpPr>
        <p:spPr bwMode="auto">
          <a:xfrm>
            <a:off x="330200" y="2590800"/>
            <a:ext cx="493713" cy="461963"/>
          </a:xfrm>
          <a:prstGeom prst="rect">
            <a:avLst/>
          </a:prstGeom>
          <a:noFill/>
          <a:ln w="9525">
            <a:noFill/>
            <a:miter lim="800000"/>
            <a:headEnd/>
            <a:tailEnd/>
          </a:ln>
        </p:spPr>
        <p:txBody>
          <a:bodyPr wrap="none">
            <a:spAutoFit/>
          </a:bodyPr>
          <a:lstStyle/>
          <a:p>
            <a:r>
              <a:rPr kumimoji="1" lang="zh-CN" altLang="en-US" sz="2400">
                <a:solidFill>
                  <a:srgbClr val="FF0000"/>
                </a:solidFill>
                <a:latin typeface="Times New Roman" pitchFamily="18" charset="0"/>
              </a:rPr>
              <a:t>解</a:t>
            </a:r>
            <a:endParaRPr kumimoji="1" lang="zh-CN" altLang="en-US" sz="1200">
              <a:solidFill>
                <a:srgbClr val="FF0000"/>
              </a:solidFill>
              <a:latin typeface="Times New Roman" pitchFamily="18" charset="0"/>
            </a:endParaRPr>
          </a:p>
        </p:txBody>
      </p:sp>
      <p:graphicFrame>
        <p:nvGraphicFramePr>
          <p:cNvPr id="172038" name="Object 6"/>
          <p:cNvGraphicFramePr>
            <a:graphicFrameLocks noChangeAspect="1"/>
          </p:cNvGraphicFramePr>
          <p:nvPr/>
        </p:nvGraphicFramePr>
        <p:xfrm>
          <a:off x="1466850" y="3249613"/>
          <a:ext cx="2655888" cy="573087"/>
        </p:xfrm>
        <a:graphic>
          <a:graphicData uri="http://schemas.openxmlformats.org/presentationml/2006/ole">
            <p:oleObj spid="_x0000_s24579" name="公式" r:id="rId4" imgW="1473120" imgH="317160" progId="Equation.3">
              <p:embed/>
            </p:oleObj>
          </a:graphicData>
        </a:graphic>
      </p:graphicFrame>
      <p:graphicFrame>
        <p:nvGraphicFramePr>
          <p:cNvPr id="172039" name="Object 7"/>
          <p:cNvGraphicFramePr>
            <a:graphicFrameLocks noChangeAspect="1"/>
          </p:cNvGraphicFramePr>
          <p:nvPr/>
        </p:nvGraphicFramePr>
        <p:xfrm>
          <a:off x="1692275" y="5334000"/>
          <a:ext cx="3462338" cy="731838"/>
        </p:xfrm>
        <a:graphic>
          <a:graphicData uri="http://schemas.openxmlformats.org/presentationml/2006/ole">
            <p:oleObj spid="_x0000_s24580" name="公式" r:id="rId5" imgW="1930320" imgH="406080" progId="Equation.3">
              <p:embed/>
            </p:oleObj>
          </a:graphicData>
        </a:graphic>
      </p:graphicFrame>
      <p:sp>
        <p:nvSpPr>
          <p:cNvPr id="172040" name="Rectangle 8"/>
          <p:cNvSpPr>
            <a:spLocks noChangeArrowheads="1"/>
          </p:cNvSpPr>
          <p:nvPr/>
        </p:nvSpPr>
        <p:spPr bwMode="auto">
          <a:xfrm>
            <a:off x="304800" y="685800"/>
            <a:ext cx="492125" cy="457200"/>
          </a:xfrm>
          <a:prstGeom prst="rect">
            <a:avLst/>
          </a:prstGeom>
          <a:noFill/>
          <a:ln w="9525">
            <a:noFill/>
            <a:miter lim="800000"/>
            <a:headEnd/>
            <a:tailEnd/>
          </a:ln>
        </p:spPr>
        <p:txBody>
          <a:bodyPr wrap="none" anchor="ctr">
            <a:spAutoFit/>
          </a:bodyPr>
          <a:lstStyle/>
          <a:p>
            <a:pPr algn="ctr"/>
            <a:r>
              <a:rPr kumimoji="1" lang="zh-CN" altLang="en-US" sz="2400">
                <a:solidFill>
                  <a:srgbClr val="FF0000"/>
                </a:solidFill>
                <a:latin typeface="宋体" pitchFamily="2" charset="-122"/>
              </a:rPr>
              <a:t>例</a:t>
            </a:r>
          </a:p>
        </p:txBody>
      </p:sp>
      <p:sp>
        <p:nvSpPr>
          <p:cNvPr id="172041" name="Rectangle 9"/>
          <p:cNvSpPr>
            <a:spLocks noChangeArrowheads="1"/>
          </p:cNvSpPr>
          <p:nvPr/>
        </p:nvSpPr>
        <p:spPr bwMode="auto">
          <a:xfrm>
            <a:off x="307975" y="1828800"/>
            <a:ext cx="492125" cy="457200"/>
          </a:xfrm>
          <a:prstGeom prst="rect">
            <a:avLst/>
          </a:prstGeom>
          <a:noFill/>
          <a:ln w="9525">
            <a:noFill/>
            <a:miter lim="800000"/>
            <a:headEnd/>
            <a:tailEnd/>
          </a:ln>
        </p:spPr>
        <p:txBody>
          <a:bodyPr wrap="none" anchor="ctr">
            <a:spAutoFit/>
          </a:bodyPr>
          <a:lstStyle/>
          <a:p>
            <a:pPr algn="ctr"/>
            <a:r>
              <a:rPr kumimoji="1" lang="zh-CN" altLang="en-US" sz="2400">
                <a:solidFill>
                  <a:srgbClr val="FF0000"/>
                </a:solidFill>
                <a:latin typeface="Times New Roman" pitchFamily="18" charset="0"/>
              </a:rPr>
              <a:t>求</a:t>
            </a:r>
            <a:endParaRPr kumimoji="1" lang="zh-CN" altLang="en-US" sz="2400">
              <a:solidFill>
                <a:srgbClr val="FF0000"/>
              </a:solidFill>
              <a:latin typeface="Times New Roman" pitchFamily="18" charset="0"/>
              <a:ea typeface="仿宋_GB2312" pitchFamily="49" charset="-122"/>
            </a:endParaRPr>
          </a:p>
        </p:txBody>
      </p:sp>
      <p:graphicFrame>
        <p:nvGraphicFramePr>
          <p:cNvPr id="172042" name="Object 10"/>
          <p:cNvGraphicFramePr>
            <a:graphicFrameLocks noChangeAspect="1"/>
          </p:cNvGraphicFramePr>
          <p:nvPr/>
        </p:nvGraphicFramePr>
        <p:xfrm>
          <a:off x="1781175" y="4149725"/>
          <a:ext cx="4681538" cy="525463"/>
        </p:xfrm>
        <a:graphic>
          <a:graphicData uri="http://schemas.openxmlformats.org/presentationml/2006/ole">
            <p:oleObj spid="_x0000_s24581" name="公式" r:id="rId6" imgW="2603160" imgH="291960" progId="Equation.3">
              <p:embed/>
            </p:oleObj>
          </a:graphicData>
        </a:graphic>
      </p:graphicFrame>
      <p:sp>
        <p:nvSpPr>
          <p:cNvPr id="172043" name="Rectangle 11"/>
          <p:cNvSpPr>
            <a:spLocks noChangeArrowheads="1"/>
          </p:cNvSpPr>
          <p:nvPr/>
        </p:nvSpPr>
        <p:spPr bwMode="auto">
          <a:xfrm>
            <a:off x="827088" y="2589213"/>
            <a:ext cx="6894512" cy="457200"/>
          </a:xfrm>
          <a:prstGeom prst="rect">
            <a:avLst/>
          </a:prstGeom>
          <a:noFill/>
          <a:ln w="9525">
            <a:noFill/>
            <a:miter lim="800000"/>
            <a:headEnd/>
            <a:tailEnd/>
          </a:ln>
        </p:spPr>
        <p:txBody>
          <a:bodyPr>
            <a:spAutoFit/>
          </a:bodyPr>
          <a:lstStyle/>
          <a:p>
            <a:r>
              <a:rPr kumimoji="1" lang="zh-CN" altLang="en-US" sz="2400">
                <a:latin typeface="Times New Roman" pitchFamily="18" charset="0"/>
              </a:rPr>
              <a:t>设自然坐标的正方向与质点运动方向相同</a:t>
            </a:r>
            <a:endParaRPr kumimoji="1" lang="zh-CN" altLang="en-US" sz="1200">
              <a:latin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2040">
                                            <p:txEl>
                                              <p:pRg st="0" end="0"/>
                                            </p:txEl>
                                          </p:spTgt>
                                        </p:tgtEl>
                                        <p:attrNameLst>
                                          <p:attrName>style.visibility</p:attrName>
                                        </p:attrNameLst>
                                      </p:cBhvr>
                                      <p:to>
                                        <p:strVal val="visible"/>
                                      </p:to>
                                    </p:set>
                                    <p:animEffect transition="in" filter="wipe(left)">
                                      <p:cBhvr>
                                        <p:cTn id="7" dur="500"/>
                                        <p:tgtEl>
                                          <p:spTgt spid="1720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2034"/>
                                        </p:tgtEl>
                                        <p:attrNameLst>
                                          <p:attrName>style.visibility</p:attrName>
                                        </p:attrNameLst>
                                      </p:cBhvr>
                                      <p:to>
                                        <p:strVal val="visible"/>
                                      </p:to>
                                    </p:set>
                                    <p:animEffect transition="in" filter="wipe(left)">
                                      <p:cBhvr>
                                        <p:cTn id="12" dur="500"/>
                                        <p:tgtEl>
                                          <p:spTgt spid="1720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2035"/>
                                        </p:tgtEl>
                                        <p:attrNameLst>
                                          <p:attrName>style.visibility</p:attrName>
                                        </p:attrNameLst>
                                      </p:cBhvr>
                                      <p:to>
                                        <p:strVal val="visible"/>
                                      </p:to>
                                    </p:set>
                                    <p:animEffect transition="in" filter="wipe(left)">
                                      <p:cBhvr>
                                        <p:cTn id="17" dur="500"/>
                                        <p:tgtEl>
                                          <p:spTgt spid="17203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2041">
                                            <p:txEl>
                                              <p:pRg st="0" end="0"/>
                                            </p:txEl>
                                          </p:spTgt>
                                        </p:tgtEl>
                                        <p:attrNameLst>
                                          <p:attrName>style.visibility</p:attrName>
                                        </p:attrNameLst>
                                      </p:cBhvr>
                                      <p:to>
                                        <p:strVal val="visible"/>
                                      </p:to>
                                    </p:set>
                                    <p:animEffect transition="in" filter="wipe(left)">
                                      <p:cBhvr>
                                        <p:cTn id="22" dur="500"/>
                                        <p:tgtEl>
                                          <p:spTgt spid="17204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2036"/>
                                        </p:tgtEl>
                                        <p:attrNameLst>
                                          <p:attrName>style.visibility</p:attrName>
                                        </p:attrNameLst>
                                      </p:cBhvr>
                                      <p:to>
                                        <p:strVal val="visible"/>
                                      </p:to>
                                    </p:set>
                                    <p:animEffect transition="in" filter="wipe(left)">
                                      <p:cBhvr>
                                        <p:cTn id="27" dur="500"/>
                                        <p:tgtEl>
                                          <p:spTgt spid="17203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2037"/>
                                        </p:tgtEl>
                                        <p:attrNameLst>
                                          <p:attrName>style.visibility</p:attrName>
                                        </p:attrNameLst>
                                      </p:cBhvr>
                                      <p:to>
                                        <p:strVal val="visible"/>
                                      </p:to>
                                    </p:set>
                                    <p:animEffect transition="in" filter="wipe(left)">
                                      <p:cBhvr>
                                        <p:cTn id="32" dur="500"/>
                                        <p:tgtEl>
                                          <p:spTgt spid="17203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2043"/>
                                        </p:tgtEl>
                                        <p:attrNameLst>
                                          <p:attrName>style.visibility</p:attrName>
                                        </p:attrNameLst>
                                      </p:cBhvr>
                                      <p:to>
                                        <p:strVal val="visible"/>
                                      </p:to>
                                    </p:set>
                                    <p:animEffect transition="in" filter="wipe(left)">
                                      <p:cBhvr>
                                        <p:cTn id="37" dur="500"/>
                                        <p:tgtEl>
                                          <p:spTgt spid="17204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72038"/>
                                        </p:tgtEl>
                                        <p:attrNameLst>
                                          <p:attrName>style.visibility</p:attrName>
                                        </p:attrNameLst>
                                      </p:cBhvr>
                                      <p:to>
                                        <p:strVal val="visible"/>
                                      </p:to>
                                    </p:set>
                                    <p:animEffect transition="in" filter="wipe(left)">
                                      <p:cBhvr>
                                        <p:cTn id="42" dur="500"/>
                                        <p:tgtEl>
                                          <p:spTgt spid="17203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72042"/>
                                        </p:tgtEl>
                                        <p:attrNameLst>
                                          <p:attrName>style.visibility</p:attrName>
                                        </p:attrNameLst>
                                      </p:cBhvr>
                                      <p:to>
                                        <p:strVal val="visible"/>
                                      </p:to>
                                    </p:set>
                                    <p:animEffect transition="in" filter="wipe(left)">
                                      <p:cBhvr>
                                        <p:cTn id="47" dur="500"/>
                                        <p:tgtEl>
                                          <p:spTgt spid="17204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72039"/>
                                        </p:tgtEl>
                                        <p:attrNameLst>
                                          <p:attrName>style.visibility</p:attrName>
                                        </p:attrNameLst>
                                      </p:cBhvr>
                                      <p:to>
                                        <p:strVal val="visible"/>
                                      </p:to>
                                    </p:set>
                                    <p:animEffect transition="in" filter="wipe(left)">
                                      <p:cBhvr>
                                        <p:cTn id="52" dur="500"/>
                                        <p:tgtEl>
                                          <p:spTgt spid="1720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4" grpId="0" autoUpdateAnimBg="0"/>
      <p:bldP spid="172036" grpId="0" autoUpdateAnimBg="0"/>
      <p:bldP spid="172037" grpId="0" autoUpdateAnimBg="0"/>
      <p:bldP spid="172040" grpId="0" build="p" autoUpdateAnimBg="0"/>
      <p:bldP spid="172041" grpId="0" build="p" autoUpdateAnimBg="0"/>
      <p:bldP spid="172043"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p:cNvSpPr txBox="1">
            <a:spLocks noChangeArrowheads="1"/>
          </p:cNvSpPr>
          <p:nvPr/>
        </p:nvSpPr>
        <p:spPr bwMode="auto">
          <a:xfrm>
            <a:off x="107950" y="476250"/>
            <a:ext cx="588963" cy="465138"/>
          </a:xfrm>
          <a:prstGeom prst="rect">
            <a:avLst/>
          </a:prstGeom>
          <a:noFill/>
          <a:ln w="9525">
            <a:noFill/>
            <a:miter lim="800000"/>
            <a:headEnd/>
            <a:tailEnd/>
          </a:ln>
        </p:spPr>
        <p:txBody>
          <a:bodyPr>
            <a:spAutoFit/>
          </a:bodyPr>
          <a:lstStyle/>
          <a:p>
            <a:pPr>
              <a:lnSpc>
                <a:spcPct val="110000"/>
              </a:lnSpc>
            </a:pPr>
            <a:r>
              <a:rPr kumimoji="1" lang="zh-CN" altLang="en-US" sz="2400">
                <a:solidFill>
                  <a:srgbClr val="FF0000"/>
                </a:solidFill>
                <a:latin typeface="Times New Roman" pitchFamily="18" charset="0"/>
              </a:rPr>
              <a:t>例　</a:t>
            </a:r>
            <a:endParaRPr kumimoji="1" lang="en-US" altLang="zh-CN" sz="2400">
              <a:solidFill>
                <a:srgbClr val="FF0000"/>
              </a:solidFill>
              <a:latin typeface="Times New Roman" pitchFamily="18" charset="0"/>
            </a:endParaRPr>
          </a:p>
        </p:txBody>
      </p:sp>
      <p:sp>
        <p:nvSpPr>
          <p:cNvPr id="62467" name="Text Box 3"/>
          <p:cNvSpPr txBox="1">
            <a:spLocks noChangeArrowheads="1"/>
          </p:cNvSpPr>
          <p:nvPr/>
        </p:nvSpPr>
        <p:spPr bwMode="auto">
          <a:xfrm>
            <a:off x="144463" y="1927225"/>
            <a:ext cx="755650" cy="465138"/>
          </a:xfrm>
          <a:prstGeom prst="rect">
            <a:avLst/>
          </a:prstGeom>
          <a:noFill/>
          <a:ln w="9525">
            <a:noFill/>
            <a:miter lim="800000"/>
            <a:headEnd/>
            <a:tailEnd/>
          </a:ln>
        </p:spPr>
        <p:txBody>
          <a:bodyPr>
            <a:spAutoFit/>
          </a:bodyPr>
          <a:lstStyle/>
          <a:p>
            <a:pPr>
              <a:lnSpc>
                <a:spcPct val="110000"/>
              </a:lnSpc>
            </a:pPr>
            <a:r>
              <a:rPr kumimoji="1" lang="zh-CN" altLang="en-US" sz="2400">
                <a:solidFill>
                  <a:srgbClr val="FF0000"/>
                </a:solidFill>
                <a:latin typeface="Times New Roman" pitchFamily="18" charset="0"/>
              </a:rPr>
              <a:t>解</a:t>
            </a:r>
          </a:p>
        </p:txBody>
      </p:sp>
      <p:graphicFrame>
        <p:nvGraphicFramePr>
          <p:cNvPr id="62468" name="Object 4"/>
          <p:cNvGraphicFramePr>
            <a:graphicFrameLocks noChangeAspect="1"/>
          </p:cNvGraphicFramePr>
          <p:nvPr/>
        </p:nvGraphicFramePr>
        <p:xfrm>
          <a:off x="741363" y="2613025"/>
          <a:ext cx="1500187" cy="457200"/>
        </p:xfrm>
        <a:graphic>
          <a:graphicData uri="http://schemas.openxmlformats.org/presentationml/2006/ole">
            <p:oleObj spid="_x0000_s25602" name="公式" r:id="rId3" imgW="749160" imgH="228600" progId="Equation.3">
              <p:embed/>
            </p:oleObj>
          </a:graphicData>
        </a:graphic>
      </p:graphicFrame>
      <p:graphicFrame>
        <p:nvGraphicFramePr>
          <p:cNvPr id="62469" name="Object 5"/>
          <p:cNvGraphicFramePr>
            <a:graphicFrameLocks noChangeAspect="1"/>
          </p:cNvGraphicFramePr>
          <p:nvPr/>
        </p:nvGraphicFramePr>
        <p:xfrm>
          <a:off x="2339975" y="4335463"/>
          <a:ext cx="939800" cy="809625"/>
        </p:xfrm>
        <a:graphic>
          <a:graphicData uri="http://schemas.openxmlformats.org/presentationml/2006/ole">
            <p:oleObj spid="_x0000_s25603" name="Equation" r:id="rId4" imgW="469800" imgH="406080" progId="Equation.DSMT4">
              <p:embed/>
            </p:oleObj>
          </a:graphicData>
        </a:graphic>
      </p:graphicFrame>
      <p:graphicFrame>
        <p:nvGraphicFramePr>
          <p:cNvPr id="62470" name="Object 6"/>
          <p:cNvGraphicFramePr>
            <a:graphicFrameLocks noChangeAspect="1"/>
          </p:cNvGraphicFramePr>
          <p:nvPr/>
        </p:nvGraphicFramePr>
        <p:xfrm>
          <a:off x="1116013" y="3303588"/>
          <a:ext cx="2112962" cy="965200"/>
        </p:xfrm>
        <a:graphic>
          <a:graphicData uri="http://schemas.openxmlformats.org/presentationml/2006/ole">
            <p:oleObj spid="_x0000_s25604" name="Equation" r:id="rId5" imgW="1054080" imgH="482400" progId="Equation.DSMT4">
              <p:embed/>
            </p:oleObj>
          </a:graphicData>
        </a:graphic>
      </p:graphicFrame>
      <p:graphicFrame>
        <p:nvGraphicFramePr>
          <p:cNvPr id="62471" name="Object 7"/>
          <p:cNvGraphicFramePr>
            <a:graphicFrameLocks noChangeAspect="1"/>
          </p:cNvGraphicFramePr>
          <p:nvPr/>
        </p:nvGraphicFramePr>
        <p:xfrm>
          <a:off x="2382838" y="2374900"/>
          <a:ext cx="942975" cy="838200"/>
        </p:xfrm>
        <a:graphic>
          <a:graphicData uri="http://schemas.openxmlformats.org/presentationml/2006/ole">
            <p:oleObj spid="_x0000_s25605" name="Equation" r:id="rId6" imgW="469800" imgH="419040" progId="Equation.DSMT4">
              <p:embed/>
            </p:oleObj>
          </a:graphicData>
        </a:graphic>
      </p:graphicFrame>
      <p:graphicFrame>
        <p:nvGraphicFramePr>
          <p:cNvPr id="62472" name="Object 8"/>
          <p:cNvGraphicFramePr>
            <a:graphicFrameLocks noChangeAspect="1"/>
          </p:cNvGraphicFramePr>
          <p:nvPr/>
        </p:nvGraphicFramePr>
        <p:xfrm>
          <a:off x="757238" y="4541838"/>
          <a:ext cx="1528762" cy="457200"/>
        </p:xfrm>
        <a:graphic>
          <a:graphicData uri="http://schemas.openxmlformats.org/presentationml/2006/ole">
            <p:oleObj spid="_x0000_s25606" name="Equation" r:id="rId7" imgW="761760" imgH="228600" progId="Equation.3">
              <p:embed/>
            </p:oleObj>
          </a:graphicData>
        </a:graphic>
      </p:graphicFrame>
      <p:graphicFrame>
        <p:nvGraphicFramePr>
          <p:cNvPr id="62473" name="Object 9"/>
          <p:cNvGraphicFramePr>
            <a:graphicFrameLocks noChangeAspect="1"/>
          </p:cNvGraphicFramePr>
          <p:nvPr/>
        </p:nvGraphicFramePr>
        <p:xfrm>
          <a:off x="3348038" y="4337050"/>
          <a:ext cx="1781175" cy="963613"/>
        </p:xfrm>
        <a:graphic>
          <a:graphicData uri="http://schemas.openxmlformats.org/presentationml/2006/ole">
            <p:oleObj spid="_x0000_s25607" name="Equation" r:id="rId8" imgW="888840" imgH="482400" progId="Equation.DSMT4">
              <p:embed/>
            </p:oleObj>
          </a:graphicData>
        </a:graphic>
      </p:graphicFrame>
      <p:graphicFrame>
        <p:nvGraphicFramePr>
          <p:cNvPr id="62474" name="Object 10"/>
          <p:cNvGraphicFramePr>
            <a:graphicFrameLocks noChangeAspect="1"/>
          </p:cNvGraphicFramePr>
          <p:nvPr/>
        </p:nvGraphicFramePr>
        <p:xfrm>
          <a:off x="3270250" y="3303588"/>
          <a:ext cx="1781175" cy="989012"/>
        </p:xfrm>
        <a:graphic>
          <a:graphicData uri="http://schemas.openxmlformats.org/presentationml/2006/ole">
            <p:oleObj spid="_x0000_s25608" name="Equation" r:id="rId9" imgW="888840" imgH="495000" progId="Equation.DSMT4">
              <p:embed/>
            </p:oleObj>
          </a:graphicData>
        </a:graphic>
      </p:graphicFrame>
      <p:graphicFrame>
        <p:nvGraphicFramePr>
          <p:cNvPr id="62475" name="Object 11"/>
          <p:cNvGraphicFramePr>
            <a:graphicFrameLocks noChangeAspect="1"/>
          </p:cNvGraphicFramePr>
          <p:nvPr/>
        </p:nvGraphicFramePr>
        <p:xfrm>
          <a:off x="1042988" y="5561013"/>
          <a:ext cx="3792537" cy="892175"/>
        </p:xfrm>
        <a:graphic>
          <a:graphicData uri="http://schemas.openxmlformats.org/presentationml/2006/ole">
            <p:oleObj spid="_x0000_s25609" name="Equation" r:id="rId10" imgW="2044440" imgH="482400" progId="Equation.DSMT4">
              <p:embed/>
            </p:oleObj>
          </a:graphicData>
        </a:graphic>
      </p:graphicFrame>
      <p:sp>
        <p:nvSpPr>
          <p:cNvPr id="62476" name="Text Box 12"/>
          <p:cNvSpPr txBox="1">
            <a:spLocks noChangeArrowheads="1"/>
          </p:cNvSpPr>
          <p:nvPr/>
        </p:nvSpPr>
        <p:spPr bwMode="auto">
          <a:xfrm>
            <a:off x="109538" y="1063625"/>
            <a:ext cx="574675" cy="465138"/>
          </a:xfrm>
          <a:prstGeom prst="rect">
            <a:avLst/>
          </a:prstGeom>
          <a:noFill/>
          <a:ln w="9525">
            <a:noFill/>
            <a:miter lim="800000"/>
            <a:headEnd/>
            <a:tailEnd/>
          </a:ln>
        </p:spPr>
        <p:txBody>
          <a:bodyPr>
            <a:spAutoFit/>
          </a:bodyPr>
          <a:lstStyle/>
          <a:p>
            <a:pPr>
              <a:lnSpc>
                <a:spcPct val="110000"/>
              </a:lnSpc>
            </a:pPr>
            <a:r>
              <a:rPr kumimoji="1" lang="zh-CN" altLang="en-US" sz="2400">
                <a:solidFill>
                  <a:srgbClr val="FF0000"/>
                </a:solidFill>
                <a:latin typeface="Times New Roman" pitchFamily="18" charset="0"/>
              </a:rPr>
              <a:t>求</a:t>
            </a:r>
            <a:endParaRPr kumimoji="1" lang="en-US" altLang="zh-CN" sz="2400">
              <a:solidFill>
                <a:srgbClr val="FF0000"/>
              </a:solidFill>
              <a:latin typeface="Times New Roman" pitchFamily="18" charset="0"/>
            </a:endParaRPr>
          </a:p>
        </p:txBody>
      </p:sp>
      <p:sp>
        <p:nvSpPr>
          <p:cNvPr id="62477" name="Text Box 13"/>
          <p:cNvSpPr txBox="1">
            <a:spLocks noChangeArrowheads="1"/>
          </p:cNvSpPr>
          <p:nvPr/>
        </p:nvSpPr>
        <p:spPr bwMode="auto">
          <a:xfrm>
            <a:off x="684213" y="506413"/>
            <a:ext cx="7200900" cy="465137"/>
          </a:xfrm>
          <a:prstGeom prst="rect">
            <a:avLst/>
          </a:prstGeom>
          <a:noFill/>
          <a:ln w="9525">
            <a:noFill/>
            <a:miter lim="800000"/>
            <a:headEnd/>
            <a:tailEnd/>
          </a:ln>
        </p:spPr>
        <p:txBody>
          <a:bodyPr>
            <a:spAutoFit/>
          </a:bodyPr>
          <a:lstStyle/>
          <a:p>
            <a:pPr>
              <a:lnSpc>
                <a:spcPct val="110000"/>
              </a:lnSpc>
            </a:pPr>
            <a:r>
              <a:rPr kumimoji="1" lang="zh-CN" altLang="en-US" sz="2400">
                <a:latin typeface="Times New Roman" pitchFamily="18" charset="0"/>
              </a:rPr>
              <a:t>以速度 </a:t>
            </a:r>
            <a:r>
              <a:rPr kumimoji="1" lang="en-US" altLang="zh-CN" sz="2400" i="1">
                <a:solidFill>
                  <a:srgbClr val="FF6600"/>
                </a:solidFill>
                <a:latin typeface="Times New Roman" pitchFamily="18" charset="0"/>
              </a:rPr>
              <a:t>v</a:t>
            </a:r>
            <a:r>
              <a:rPr kumimoji="1" lang="en-US" altLang="zh-CN" sz="2400" baseline="-25000">
                <a:solidFill>
                  <a:srgbClr val="FF6600"/>
                </a:solidFill>
                <a:latin typeface="Times New Roman" pitchFamily="18" charset="0"/>
              </a:rPr>
              <a:t>0</a:t>
            </a:r>
            <a:r>
              <a:rPr kumimoji="1" lang="en-US" altLang="zh-CN" sz="2400">
                <a:solidFill>
                  <a:srgbClr val="FF6600"/>
                </a:solidFill>
                <a:latin typeface="Times New Roman" pitchFamily="18" charset="0"/>
              </a:rPr>
              <a:t> </a:t>
            </a:r>
            <a:r>
              <a:rPr kumimoji="1" lang="zh-CN" altLang="en-US" sz="2400">
                <a:latin typeface="Times New Roman" pitchFamily="18" charset="0"/>
              </a:rPr>
              <a:t>平抛一小球，不计空气阻力。</a:t>
            </a:r>
            <a:endParaRPr kumimoji="1" lang="en-US" altLang="zh-CN" sz="2400">
              <a:solidFill>
                <a:srgbClr val="000000"/>
              </a:solidFill>
              <a:latin typeface="Times New Roman" pitchFamily="18" charset="0"/>
            </a:endParaRPr>
          </a:p>
        </p:txBody>
      </p:sp>
      <p:sp>
        <p:nvSpPr>
          <p:cNvPr id="62478" name="Text Box 14"/>
          <p:cNvSpPr txBox="1">
            <a:spLocks noChangeArrowheads="1"/>
          </p:cNvSpPr>
          <p:nvPr/>
        </p:nvSpPr>
        <p:spPr bwMode="auto">
          <a:xfrm>
            <a:off x="684213" y="1093788"/>
            <a:ext cx="8348662" cy="895350"/>
          </a:xfrm>
          <a:prstGeom prst="rect">
            <a:avLst/>
          </a:prstGeom>
          <a:noFill/>
          <a:ln w="9525">
            <a:noFill/>
            <a:miter lim="800000"/>
            <a:headEnd/>
            <a:tailEnd/>
          </a:ln>
        </p:spPr>
        <p:txBody>
          <a:bodyPr>
            <a:spAutoFit/>
          </a:bodyPr>
          <a:lstStyle/>
          <a:p>
            <a:pPr>
              <a:lnSpc>
                <a:spcPct val="110000"/>
              </a:lnSpc>
            </a:pPr>
            <a:r>
              <a:rPr kumimoji="1" lang="en-US" altLang="zh-CN" sz="2400" i="1">
                <a:solidFill>
                  <a:srgbClr val="FF6600"/>
                </a:solidFill>
                <a:latin typeface="Times New Roman" pitchFamily="18" charset="0"/>
              </a:rPr>
              <a:t>t </a:t>
            </a:r>
            <a:r>
              <a:rPr kumimoji="1" lang="zh-CN" altLang="en-US" sz="2400">
                <a:latin typeface="Times New Roman" pitchFamily="18" charset="0"/>
              </a:rPr>
              <a:t>时刻小球的切向加速度量值 </a:t>
            </a:r>
            <a:r>
              <a:rPr kumimoji="1" lang="en-US" altLang="zh-CN" sz="2400" i="1">
                <a:solidFill>
                  <a:srgbClr val="FF6600"/>
                </a:solidFill>
                <a:latin typeface="Times New Roman" pitchFamily="18" charset="0"/>
              </a:rPr>
              <a:t>a</a:t>
            </a:r>
            <a:r>
              <a:rPr kumimoji="1" lang="en-US" altLang="zh-CN" sz="2400" baseline="-25000">
                <a:solidFill>
                  <a:srgbClr val="FF6600"/>
                </a:solidFill>
                <a:latin typeface="Times New Roman" pitchFamily="18" charset="0"/>
                <a:sym typeface="Symbol" pitchFamily="18" charset="2"/>
              </a:rPr>
              <a:t></a:t>
            </a:r>
            <a:r>
              <a:rPr kumimoji="1" lang="zh-CN" altLang="en-US" sz="2400">
                <a:latin typeface="Times New Roman" pitchFamily="18" charset="0"/>
              </a:rPr>
              <a:t>、法向加速度量值 </a:t>
            </a:r>
            <a:r>
              <a:rPr kumimoji="1" lang="en-US" altLang="zh-CN" sz="2400" i="1">
                <a:solidFill>
                  <a:srgbClr val="FF6600"/>
                </a:solidFill>
                <a:latin typeface="Times New Roman" pitchFamily="18" charset="0"/>
              </a:rPr>
              <a:t>a</a:t>
            </a:r>
            <a:r>
              <a:rPr kumimoji="1" lang="en-US" altLang="zh-CN" sz="2400" i="1" baseline="-25000">
                <a:solidFill>
                  <a:srgbClr val="FF6600"/>
                </a:solidFill>
                <a:latin typeface="Times New Roman" pitchFamily="18" charset="0"/>
              </a:rPr>
              <a:t>n </a:t>
            </a:r>
            <a:r>
              <a:rPr kumimoji="1" lang="zh-CN" altLang="en-US" sz="2400">
                <a:latin typeface="Times New Roman" pitchFamily="18" charset="0"/>
              </a:rPr>
              <a:t>和轨道的曲率半径</a:t>
            </a:r>
            <a:r>
              <a:rPr kumimoji="1" lang="en-US" altLang="zh-CN" sz="2400">
                <a:latin typeface="Times New Roman" pitchFamily="18" charset="0"/>
              </a:rPr>
              <a:t>.</a:t>
            </a:r>
            <a:r>
              <a:rPr kumimoji="1" lang="en-US" altLang="zh-CN" sz="2400">
                <a:solidFill>
                  <a:srgbClr val="000000"/>
                </a:solidFill>
                <a:latin typeface="Times New Roman" pitchFamily="18" charset="0"/>
              </a:rPr>
              <a:t> </a:t>
            </a:r>
          </a:p>
        </p:txBody>
      </p:sp>
      <p:sp>
        <p:nvSpPr>
          <p:cNvPr id="62479" name="Text Box 15"/>
          <p:cNvSpPr txBox="1">
            <a:spLocks noChangeArrowheads="1"/>
          </p:cNvSpPr>
          <p:nvPr/>
        </p:nvSpPr>
        <p:spPr bwMode="auto">
          <a:xfrm>
            <a:off x="684213" y="1927225"/>
            <a:ext cx="1657350" cy="465138"/>
          </a:xfrm>
          <a:prstGeom prst="rect">
            <a:avLst/>
          </a:prstGeom>
          <a:noFill/>
          <a:ln w="9525">
            <a:noFill/>
            <a:miter lim="800000"/>
            <a:headEnd/>
            <a:tailEnd/>
          </a:ln>
        </p:spPr>
        <p:txBody>
          <a:bodyPr>
            <a:spAutoFit/>
          </a:bodyPr>
          <a:lstStyle/>
          <a:p>
            <a:pPr>
              <a:lnSpc>
                <a:spcPct val="110000"/>
              </a:lnSpc>
            </a:pPr>
            <a:r>
              <a:rPr kumimoji="1" lang="zh-CN" altLang="en-US" sz="2400">
                <a:solidFill>
                  <a:srgbClr val="000000"/>
                </a:solidFill>
                <a:latin typeface="Times New Roman" pitchFamily="18" charset="0"/>
              </a:rPr>
              <a:t>由图可知</a:t>
            </a:r>
            <a:r>
              <a:rPr kumimoji="1" lang="zh-CN" altLang="en-US" sz="2400">
                <a:latin typeface="Times New Roman" pitchFamily="18" charset="0"/>
              </a:rPr>
              <a:t> </a:t>
            </a:r>
          </a:p>
        </p:txBody>
      </p:sp>
      <p:grpSp>
        <p:nvGrpSpPr>
          <p:cNvPr id="2" name="Group 16"/>
          <p:cNvGrpSpPr>
            <a:grpSpLocks/>
          </p:cNvGrpSpPr>
          <p:nvPr/>
        </p:nvGrpSpPr>
        <p:grpSpPr bwMode="auto">
          <a:xfrm>
            <a:off x="5865813" y="1268413"/>
            <a:ext cx="3170237" cy="3224212"/>
            <a:chOff x="3514" y="799"/>
            <a:chExt cx="1997" cy="2031"/>
          </a:xfrm>
        </p:grpSpPr>
        <p:sp>
          <p:nvSpPr>
            <p:cNvPr id="25631" name="Line 17"/>
            <p:cNvSpPr>
              <a:spLocks noChangeShapeType="1"/>
            </p:cNvSpPr>
            <p:nvPr/>
          </p:nvSpPr>
          <p:spPr bwMode="auto">
            <a:xfrm>
              <a:off x="3651" y="2614"/>
              <a:ext cx="1769" cy="0"/>
            </a:xfrm>
            <a:prstGeom prst="line">
              <a:avLst/>
            </a:prstGeom>
            <a:noFill/>
            <a:ln w="38100">
              <a:solidFill>
                <a:srgbClr val="000099"/>
              </a:solidFill>
              <a:round/>
              <a:headEnd/>
              <a:tailEnd type="stealth" w="med" len="lg"/>
            </a:ln>
          </p:spPr>
          <p:txBody>
            <a:bodyPr/>
            <a:lstStyle/>
            <a:p>
              <a:endParaRPr lang="zh-CN" altLang="en-US"/>
            </a:p>
          </p:txBody>
        </p:sp>
        <p:sp>
          <p:nvSpPr>
            <p:cNvPr id="25632" name="Line 18"/>
            <p:cNvSpPr>
              <a:spLocks noChangeShapeType="1"/>
            </p:cNvSpPr>
            <p:nvPr/>
          </p:nvSpPr>
          <p:spPr bwMode="auto">
            <a:xfrm flipV="1">
              <a:off x="3651" y="981"/>
              <a:ext cx="0" cy="1633"/>
            </a:xfrm>
            <a:prstGeom prst="line">
              <a:avLst/>
            </a:prstGeom>
            <a:noFill/>
            <a:ln w="38100">
              <a:solidFill>
                <a:srgbClr val="000099"/>
              </a:solidFill>
              <a:round/>
              <a:headEnd/>
              <a:tailEnd type="stealth" w="med" len="lg"/>
            </a:ln>
          </p:spPr>
          <p:txBody>
            <a:bodyPr/>
            <a:lstStyle/>
            <a:p>
              <a:endParaRPr lang="zh-CN" altLang="en-US"/>
            </a:p>
          </p:txBody>
        </p:sp>
        <p:sp>
          <p:nvSpPr>
            <p:cNvPr id="25633" name="Freeform 19"/>
            <p:cNvSpPr>
              <a:spLocks/>
            </p:cNvSpPr>
            <p:nvPr/>
          </p:nvSpPr>
          <p:spPr bwMode="auto">
            <a:xfrm>
              <a:off x="3651" y="1416"/>
              <a:ext cx="1452" cy="1198"/>
            </a:xfrm>
            <a:custGeom>
              <a:avLst/>
              <a:gdLst>
                <a:gd name="T0" fmla="*/ 0 w 1452"/>
                <a:gd name="T1" fmla="*/ 18 h 1198"/>
                <a:gd name="T2" fmla="*/ 272 w 1452"/>
                <a:gd name="T3" fmla="*/ 18 h 1198"/>
                <a:gd name="T4" fmla="*/ 664 w 1452"/>
                <a:gd name="T5" fmla="*/ 123 h 1198"/>
                <a:gd name="T6" fmla="*/ 1023 w 1452"/>
                <a:gd name="T7" fmla="*/ 406 h 1198"/>
                <a:gd name="T8" fmla="*/ 1259 w 1452"/>
                <a:gd name="T9" fmla="*/ 756 h 1198"/>
                <a:gd name="T10" fmla="*/ 1391 w 1452"/>
                <a:gd name="T11" fmla="*/ 1039 h 1198"/>
                <a:gd name="T12" fmla="*/ 1452 w 1452"/>
                <a:gd name="T13" fmla="*/ 1198 h 1198"/>
                <a:gd name="T14" fmla="*/ 0 60000 65536"/>
                <a:gd name="T15" fmla="*/ 0 60000 65536"/>
                <a:gd name="T16" fmla="*/ 0 60000 65536"/>
                <a:gd name="T17" fmla="*/ 0 60000 65536"/>
                <a:gd name="T18" fmla="*/ 0 60000 65536"/>
                <a:gd name="T19" fmla="*/ 0 60000 65536"/>
                <a:gd name="T20" fmla="*/ 0 60000 65536"/>
                <a:gd name="T21" fmla="*/ 0 w 1452"/>
                <a:gd name="T22" fmla="*/ 0 h 1198"/>
                <a:gd name="T23" fmla="*/ 1452 w 1452"/>
                <a:gd name="T24" fmla="*/ 1198 h 11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52" h="1198">
                  <a:moveTo>
                    <a:pt x="0" y="18"/>
                  </a:moveTo>
                  <a:cubicBezTo>
                    <a:pt x="83" y="6"/>
                    <a:pt x="161" y="0"/>
                    <a:pt x="272" y="18"/>
                  </a:cubicBezTo>
                  <a:cubicBezTo>
                    <a:pt x="383" y="36"/>
                    <a:pt x="539" y="58"/>
                    <a:pt x="664" y="123"/>
                  </a:cubicBezTo>
                  <a:cubicBezTo>
                    <a:pt x="789" y="188"/>
                    <a:pt x="924" y="301"/>
                    <a:pt x="1023" y="406"/>
                  </a:cubicBezTo>
                  <a:cubicBezTo>
                    <a:pt x="1122" y="511"/>
                    <a:pt x="1198" y="651"/>
                    <a:pt x="1259" y="756"/>
                  </a:cubicBezTo>
                  <a:cubicBezTo>
                    <a:pt x="1320" y="861"/>
                    <a:pt x="1359" y="965"/>
                    <a:pt x="1391" y="1039"/>
                  </a:cubicBezTo>
                  <a:cubicBezTo>
                    <a:pt x="1423" y="1113"/>
                    <a:pt x="1439" y="1165"/>
                    <a:pt x="1452" y="1198"/>
                  </a:cubicBezTo>
                </a:path>
              </a:pathLst>
            </a:custGeom>
            <a:noFill/>
            <a:ln w="38100">
              <a:solidFill>
                <a:srgbClr val="A50021"/>
              </a:solidFill>
              <a:round/>
              <a:headEnd/>
              <a:tailEnd/>
            </a:ln>
          </p:spPr>
          <p:txBody>
            <a:bodyPr/>
            <a:lstStyle/>
            <a:p>
              <a:endParaRPr lang="zh-CN" altLang="en-US"/>
            </a:p>
          </p:txBody>
        </p:sp>
        <p:sp>
          <p:nvSpPr>
            <p:cNvPr id="25634" name="Text Box 20"/>
            <p:cNvSpPr txBox="1">
              <a:spLocks noChangeArrowheads="1"/>
            </p:cNvSpPr>
            <p:nvPr/>
          </p:nvSpPr>
          <p:spPr bwMode="auto">
            <a:xfrm>
              <a:off x="3560" y="2523"/>
              <a:ext cx="182" cy="307"/>
            </a:xfrm>
            <a:prstGeom prst="rect">
              <a:avLst/>
            </a:prstGeom>
            <a:noFill/>
            <a:ln w="9525">
              <a:noFill/>
              <a:miter lim="800000"/>
              <a:headEnd/>
              <a:tailEnd/>
            </a:ln>
          </p:spPr>
          <p:txBody>
            <a:bodyPr lIns="0" tIns="0" rIns="0" bIns="0">
              <a:spAutoFit/>
            </a:bodyPr>
            <a:lstStyle/>
            <a:p>
              <a:pPr>
                <a:spcBef>
                  <a:spcPct val="50000"/>
                </a:spcBef>
              </a:pPr>
              <a:r>
                <a:rPr lang="en-US" altLang="zh-CN" sz="3200" i="1">
                  <a:solidFill>
                    <a:srgbClr val="000099"/>
                  </a:solidFill>
                  <a:latin typeface="Times New Roman" pitchFamily="18" charset="0"/>
                </a:rPr>
                <a:t>o</a:t>
              </a:r>
            </a:p>
          </p:txBody>
        </p:sp>
        <p:sp>
          <p:nvSpPr>
            <p:cNvPr id="25635" name="Text Box 21"/>
            <p:cNvSpPr txBox="1">
              <a:spLocks noChangeArrowheads="1"/>
            </p:cNvSpPr>
            <p:nvPr/>
          </p:nvSpPr>
          <p:spPr bwMode="auto">
            <a:xfrm>
              <a:off x="3514" y="799"/>
              <a:ext cx="182" cy="307"/>
            </a:xfrm>
            <a:prstGeom prst="rect">
              <a:avLst/>
            </a:prstGeom>
            <a:noFill/>
            <a:ln w="9525">
              <a:noFill/>
              <a:miter lim="800000"/>
              <a:headEnd/>
              <a:tailEnd/>
            </a:ln>
          </p:spPr>
          <p:txBody>
            <a:bodyPr lIns="0" tIns="0" rIns="0" bIns="0">
              <a:spAutoFit/>
            </a:bodyPr>
            <a:lstStyle/>
            <a:p>
              <a:pPr>
                <a:spcBef>
                  <a:spcPct val="50000"/>
                </a:spcBef>
              </a:pPr>
              <a:r>
                <a:rPr lang="en-US" altLang="zh-CN" sz="3200" i="1">
                  <a:solidFill>
                    <a:srgbClr val="000099"/>
                  </a:solidFill>
                  <a:latin typeface="Times New Roman" pitchFamily="18" charset="0"/>
                </a:rPr>
                <a:t>y</a:t>
              </a:r>
            </a:p>
          </p:txBody>
        </p:sp>
        <p:sp>
          <p:nvSpPr>
            <p:cNvPr id="25636" name="Text Box 22"/>
            <p:cNvSpPr txBox="1">
              <a:spLocks noChangeArrowheads="1"/>
            </p:cNvSpPr>
            <p:nvPr/>
          </p:nvSpPr>
          <p:spPr bwMode="auto">
            <a:xfrm>
              <a:off x="5329" y="2523"/>
              <a:ext cx="182" cy="307"/>
            </a:xfrm>
            <a:prstGeom prst="rect">
              <a:avLst/>
            </a:prstGeom>
            <a:noFill/>
            <a:ln w="9525">
              <a:noFill/>
              <a:miter lim="800000"/>
              <a:headEnd/>
              <a:tailEnd/>
            </a:ln>
          </p:spPr>
          <p:txBody>
            <a:bodyPr lIns="0" tIns="0" rIns="0" bIns="0">
              <a:spAutoFit/>
            </a:bodyPr>
            <a:lstStyle/>
            <a:p>
              <a:pPr>
                <a:spcBef>
                  <a:spcPct val="50000"/>
                </a:spcBef>
              </a:pPr>
              <a:r>
                <a:rPr lang="en-US" altLang="zh-CN" sz="3200" i="1">
                  <a:solidFill>
                    <a:srgbClr val="000099"/>
                  </a:solidFill>
                  <a:latin typeface="Times New Roman" pitchFamily="18" charset="0"/>
                </a:rPr>
                <a:t>x</a:t>
              </a:r>
            </a:p>
          </p:txBody>
        </p:sp>
      </p:grpSp>
      <p:sp>
        <p:nvSpPr>
          <p:cNvPr id="62487" name="Oval 23"/>
          <p:cNvSpPr>
            <a:spLocks noChangeArrowheads="1"/>
          </p:cNvSpPr>
          <p:nvPr/>
        </p:nvSpPr>
        <p:spPr bwMode="auto">
          <a:xfrm>
            <a:off x="7596188" y="2751138"/>
            <a:ext cx="144462" cy="144462"/>
          </a:xfrm>
          <a:prstGeom prst="ellipse">
            <a:avLst/>
          </a:prstGeom>
          <a:solidFill>
            <a:srgbClr val="FF0000"/>
          </a:solidFill>
          <a:ln w="9525">
            <a:solidFill>
              <a:srgbClr val="FF0000"/>
            </a:solidFill>
            <a:round/>
            <a:headEnd/>
            <a:tailEnd/>
          </a:ln>
        </p:spPr>
        <p:txBody>
          <a:bodyPr wrap="none" anchor="ctr"/>
          <a:lstStyle/>
          <a:p>
            <a:endParaRPr lang="zh-CN" altLang="en-US" sz="2400">
              <a:latin typeface="Times New Roman" pitchFamily="18" charset="0"/>
            </a:endParaRPr>
          </a:p>
        </p:txBody>
      </p:sp>
      <p:sp>
        <p:nvSpPr>
          <p:cNvPr id="62488" name="Line 24"/>
          <p:cNvSpPr>
            <a:spLocks noChangeShapeType="1"/>
          </p:cNvSpPr>
          <p:nvPr/>
        </p:nvSpPr>
        <p:spPr bwMode="auto">
          <a:xfrm>
            <a:off x="7667625" y="2822575"/>
            <a:ext cx="0" cy="792163"/>
          </a:xfrm>
          <a:prstGeom prst="line">
            <a:avLst/>
          </a:prstGeom>
          <a:noFill/>
          <a:ln w="38100">
            <a:solidFill>
              <a:srgbClr val="000099"/>
            </a:solidFill>
            <a:round/>
            <a:headEnd/>
            <a:tailEnd type="stealth" w="med" len="lg"/>
          </a:ln>
        </p:spPr>
        <p:txBody>
          <a:bodyPr/>
          <a:lstStyle/>
          <a:p>
            <a:endParaRPr lang="zh-CN" altLang="en-US"/>
          </a:p>
        </p:txBody>
      </p:sp>
      <p:sp>
        <p:nvSpPr>
          <p:cNvPr id="62489" name="Line 25"/>
          <p:cNvSpPr>
            <a:spLocks noChangeShapeType="1"/>
          </p:cNvSpPr>
          <p:nvPr/>
        </p:nvSpPr>
        <p:spPr bwMode="auto">
          <a:xfrm>
            <a:off x="7667625" y="2822575"/>
            <a:ext cx="431800" cy="431800"/>
          </a:xfrm>
          <a:prstGeom prst="line">
            <a:avLst/>
          </a:prstGeom>
          <a:noFill/>
          <a:ln w="38100">
            <a:solidFill>
              <a:srgbClr val="000099"/>
            </a:solidFill>
            <a:round/>
            <a:headEnd/>
            <a:tailEnd type="stealth" w="med" len="lg"/>
          </a:ln>
        </p:spPr>
        <p:txBody>
          <a:bodyPr/>
          <a:lstStyle/>
          <a:p>
            <a:endParaRPr lang="zh-CN" altLang="en-US"/>
          </a:p>
        </p:txBody>
      </p:sp>
      <p:sp>
        <p:nvSpPr>
          <p:cNvPr id="62490" name="Line 26"/>
          <p:cNvSpPr>
            <a:spLocks noChangeShapeType="1"/>
          </p:cNvSpPr>
          <p:nvPr/>
        </p:nvSpPr>
        <p:spPr bwMode="auto">
          <a:xfrm flipH="1">
            <a:off x="7235825" y="2852738"/>
            <a:ext cx="431800" cy="360362"/>
          </a:xfrm>
          <a:prstGeom prst="line">
            <a:avLst/>
          </a:prstGeom>
          <a:noFill/>
          <a:ln w="38100">
            <a:solidFill>
              <a:srgbClr val="000099"/>
            </a:solidFill>
            <a:round/>
            <a:headEnd/>
            <a:tailEnd type="stealth" w="med" len="lg"/>
          </a:ln>
        </p:spPr>
        <p:txBody>
          <a:bodyPr/>
          <a:lstStyle/>
          <a:p>
            <a:endParaRPr lang="zh-CN" altLang="en-US"/>
          </a:p>
        </p:txBody>
      </p:sp>
      <p:sp>
        <p:nvSpPr>
          <p:cNvPr id="62491" name="Line 27"/>
          <p:cNvSpPr>
            <a:spLocks noChangeShapeType="1"/>
          </p:cNvSpPr>
          <p:nvPr/>
        </p:nvSpPr>
        <p:spPr bwMode="auto">
          <a:xfrm flipV="1">
            <a:off x="7667625" y="3213100"/>
            <a:ext cx="431800" cy="431800"/>
          </a:xfrm>
          <a:prstGeom prst="line">
            <a:avLst/>
          </a:prstGeom>
          <a:noFill/>
          <a:ln w="28575">
            <a:solidFill>
              <a:srgbClr val="000099"/>
            </a:solidFill>
            <a:prstDash val="sysDot"/>
            <a:round/>
            <a:headEnd/>
            <a:tailEnd/>
          </a:ln>
        </p:spPr>
        <p:txBody>
          <a:bodyPr/>
          <a:lstStyle/>
          <a:p>
            <a:endParaRPr lang="zh-CN" altLang="en-US"/>
          </a:p>
        </p:txBody>
      </p:sp>
      <p:sp>
        <p:nvSpPr>
          <p:cNvPr id="62492" name="Line 28"/>
          <p:cNvSpPr>
            <a:spLocks noChangeShapeType="1"/>
          </p:cNvSpPr>
          <p:nvPr/>
        </p:nvSpPr>
        <p:spPr bwMode="auto">
          <a:xfrm flipH="1" flipV="1">
            <a:off x="7235825" y="3213100"/>
            <a:ext cx="431800" cy="431800"/>
          </a:xfrm>
          <a:prstGeom prst="line">
            <a:avLst/>
          </a:prstGeom>
          <a:noFill/>
          <a:ln w="28575">
            <a:solidFill>
              <a:srgbClr val="000099"/>
            </a:solidFill>
            <a:prstDash val="sysDot"/>
            <a:round/>
            <a:headEnd/>
            <a:tailEnd/>
          </a:ln>
        </p:spPr>
        <p:txBody>
          <a:bodyPr/>
          <a:lstStyle/>
          <a:p>
            <a:endParaRPr lang="zh-CN" altLang="en-US"/>
          </a:p>
        </p:txBody>
      </p:sp>
      <p:graphicFrame>
        <p:nvGraphicFramePr>
          <p:cNvPr id="62493" name="Object 29"/>
          <p:cNvGraphicFramePr>
            <a:graphicFrameLocks noChangeAspect="1"/>
          </p:cNvGraphicFramePr>
          <p:nvPr/>
        </p:nvGraphicFramePr>
        <p:xfrm>
          <a:off x="7523163" y="3644900"/>
          <a:ext cx="304800" cy="431800"/>
        </p:xfrm>
        <a:graphic>
          <a:graphicData uri="http://schemas.openxmlformats.org/presentationml/2006/ole">
            <p:oleObj spid="_x0000_s25610" name="Equation" r:id="rId11" imgW="152280" imgH="215640" progId="Equation.DSMT4">
              <p:embed/>
            </p:oleObj>
          </a:graphicData>
        </a:graphic>
      </p:graphicFrame>
      <p:graphicFrame>
        <p:nvGraphicFramePr>
          <p:cNvPr id="62494" name="Object 30"/>
          <p:cNvGraphicFramePr>
            <a:graphicFrameLocks noChangeAspect="1"/>
          </p:cNvGraphicFramePr>
          <p:nvPr/>
        </p:nvGraphicFramePr>
        <p:xfrm>
          <a:off x="6808788" y="2924175"/>
          <a:ext cx="355600" cy="457200"/>
        </p:xfrm>
        <a:graphic>
          <a:graphicData uri="http://schemas.openxmlformats.org/presentationml/2006/ole">
            <p:oleObj spid="_x0000_s25611" name="Equation" r:id="rId12" imgW="177480" imgH="228600" progId="Equation.DSMT4">
              <p:embed/>
            </p:oleObj>
          </a:graphicData>
        </a:graphic>
      </p:graphicFrame>
      <p:graphicFrame>
        <p:nvGraphicFramePr>
          <p:cNvPr id="62495" name="Object 31"/>
          <p:cNvGraphicFramePr>
            <a:graphicFrameLocks noChangeAspect="1"/>
          </p:cNvGraphicFramePr>
          <p:nvPr/>
        </p:nvGraphicFramePr>
        <p:xfrm>
          <a:off x="8099425" y="2967038"/>
          <a:ext cx="355600" cy="457200"/>
        </p:xfrm>
        <a:graphic>
          <a:graphicData uri="http://schemas.openxmlformats.org/presentationml/2006/ole">
            <p:oleObj spid="_x0000_s25612" name="Equation" r:id="rId13" imgW="177480" imgH="228600" progId="Equation.DSMT4">
              <p:embed/>
            </p:oleObj>
          </a:graphicData>
        </a:graphic>
      </p:graphicFrame>
      <p:sp>
        <p:nvSpPr>
          <p:cNvPr id="62496" name="Freeform 32"/>
          <p:cNvSpPr>
            <a:spLocks/>
          </p:cNvSpPr>
          <p:nvPr/>
        </p:nvSpPr>
        <p:spPr bwMode="auto">
          <a:xfrm>
            <a:off x="7527925" y="2952750"/>
            <a:ext cx="139700" cy="123825"/>
          </a:xfrm>
          <a:custGeom>
            <a:avLst/>
            <a:gdLst>
              <a:gd name="T0" fmla="*/ 0 w 88"/>
              <a:gd name="T1" fmla="*/ 0 h 78"/>
              <a:gd name="T2" fmla="*/ 47883758 w 88"/>
              <a:gd name="T3" fmla="*/ 166330297 h 78"/>
              <a:gd name="T4" fmla="*/ 221773772 w 88"/>
              <a:gd name="T5" fmla="*/ 183972178 h 78"/>
              <a:gd name="T6" fmla="*/ 0 60000 65536"/>
              <a:gd name="T7" fmla="*/ 0 60000 65536"/>
              <a:gd name="T8" fmla="*/ 0 60000 65536"/>
              <a:gd name="T9" fmla="*/ 0 w 88"/>
              <a:gd name="T10" fmla="*/ 0 h 78"/>
              <a:gd name="T11" fmla="*/ 88 w 88"/>
              <a:gd name="T12" fmla="*/ 78 h 78"/>
            </a:gdLst>
            <a:ahLst/>
            <a:cxnLst>
              <a:cxn ang="T6">
                <a:pos x="T0" y="T1"/>
              </a:cxn>
              <a:cxn ang="T7">
                <a:pos x="T2" y="T3"/>
              </a:cxn>
              <a:cxn ang="T8">
                <a:pos x="T4" y="T5"/>
              </a:cxn>
            </a:cxnLst>
            <a:rect l="T9" t="T10" r="T11" b="T12"/>
            <a:pathLst>
              <a:path w="88" h="78">
                <a:moveTo>
                  <a:pt x="0" y="0"/>
                </a:moveTo>
                <a:cubicBezTo>
                  <a:pt x="3" y="11"/>
                  <a:pt x="4" y="54"/>
                  <a:pt x="19" y="66"/>
                </a:cubicBezTo>
                <a:cubicBezTo>
                  <a:pt x="34" y="78"/>
                  <a:pt x="74" y="72"/>
                  <a:pt x="88" y="73"/>
                </a:cubicBezTo>
              </a:path>
            </a:pathLst>
          </a:custGeom>
          <a:noFill/>
          <a:ln w="28575">
            <a:solidFill>
              <a:srgbClr val="000099"/>
            </a:solidFill>
            <a:round/>
            <a:headEnd/>
            <a:tailEnd/>
          </a:ln>
        </p:spPr>
        <p:txBody>
          <a:bodyPr/>
          <a:lstStyle/>
          <a:p>
            <a:endParaRPr lang="zh-CN" altLang="en-US" sz="2400">
              <a:latin typeface="Times New Roman" pitchFamily="18" charset="0"/>
            </a:endParaRPr>
          </a:p>
        </p:txBody>
      </p:sp>
      <p:graphicFrame>
        <p:nvGraphicFramePr>
          <p:cNvPr id="62497" name="Object 33"/>
          <p:cNvGraphicFramePr>
            <a:graphicFrameLocks noChangeAspect="1"/>
          </p:cNvGraphicFramePr>
          <p:nvPr/>
        </p:nvGraphicFramePr>
        <p:xfrm>
          <a:off x="7380288" y="3052763"/>
          <a:ext cx="239712" cy="304800"/>
        </p:xfrm>
        <a:graphic>
          <a:graphicData uri="http://schemas.openxmlformats.org/presentationml/2006/ole">
            <p:oleObj spid="_x0000_s25613" name="Equation" r:id="rId14" imgW="139680" imgH="177480" progId="Equation.DSMT4">
              <p:embed/>
            </p:oleObj>
          </a:graphicData>
        </a:graphic>
      </p:graphicFrame>
      <p:grpSp>
        <p:nvGrpSpPr>
          <p:cNvPr id="3" name="Group 34"/>
          <p:cNvGrpSpPr>
            <a:grpSpLocks/>
          </p:cNvGrpSpPr>
          <p:nvPr/>
        </p:nvGrpSpPr>
        <p:grpSpPr bwMode="auto">
          <a:xfrm>
            <a:off x="6083300" y="1989138"/>
            <a:ext cx="1649413" cy="546100"/>
            <a:chOff x="3651" y="1253"/>
            <a:chExt cx="1039" cy="344"/>
          </a:xfrm>
        </p:grpSpPr>
        <p:sp>
          <p:nvSpPr>
            <p:cNvPr id="25630" name="Line 35"/>
            <p:cNvSpPr>
              <a:spLocks noChangeShapeType="1"/>
            </p:cNvSpPr>
            <p:nvPr/>
          </p:nvSpPr>
          <p:spPr bwMode="auto">
            <a:xfrm>
              <a:off x="3651" y="1434"/>
              <a:ext cx="771" cy="0"/>
            </a:xfrm>
            <a:prstGeom prst="line">
              <a:avLst/>
            </a:prstGeom>
            <a:noFill/>
            <a:ln w="38100">
              <a:solidFill>
                <a:srgbClr val="000099"/>
              </a:solidFill>
              <a:round/>
              <a:headEnd/>
              <a:tailEnd type="stealth" w="med" len="lg"/>
            </a:ln>
          </p:spPr>
          <p:txBody>
            <a:bodyPr/>
            <a:lstStyle/>
            <a:p>
              <a:endParaRPr lang="zh-CN" altLang="en-US"/>
            </a:p>
          </p:txBody>
        </p:sp>
        <p:graphicFrame>
          <p:nvGraphicFramePr>
            <p:cNvPr id="25614" name="Object 36"/>
            <p:cNvGraphicFramePr>
              <a:graphicFrameLocks noChangeAspect="1"/>
            </p:cNvGraphicFramePr>
            <p:nvPr/>
          </p:nvGraphicFramePr>
          <p:xfrm>
            <a:off x="4422" y="1253"/>
            <a:ext cx="268" cy="344"/>
          </p:xfrm>
          <a:graphic>
            <a:graphicData uri="http://schemas.openxmlformats.org/presentationml/2006/ole">
              <p:oleObj spid="_x0000_s25614" name="Equation" r:id="rId15" imgW="177480" imgH="228600" progId="Equation.DSMT4">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466"/>
                                        </p:tgtEl>
                                        <p:attrNameLst>
                                          <p:attrName>style.visibility</p:attrName>
                                        </p:attrNameLst>
                                      </p:cBhvr>
                                      <p:to>
                                        <p:strVal val="visible"/>
                                      </p:to>
                                    </p:set>
                                    <p:animEffect transition="in" filter="wipe(left)">
                                      <p:cBhvr>
                                        <p:cTn id="7" dur="1000"/>
                                        <p:tgtEl>
                                          <p:spTgt spid="624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477"/>
                                        </p:tgtEl>
                                        <p:attrNameLst>
                                          <p:attrName>style.visibility</p:attrName>
                                        </p:attrNameLst>
                                      </p:cBhvr>
                                      <p:to>
                                        <p:strVal val="visible"/>
                                      </p:to>
                                    </p:set>
                                    <p:animEffect transition="in" filter="wipe(left)">
                                      <p:cBhvr>
                                        <p:cTn id="12" dur="1000"/>
                                        <p:tgtEl>
                                          <p:spTgt spid="6247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2476"/>
                                        </p:tgtEl>
                                        <p:attrNameLst>
                                          <p:attrName>style.visibility</p:attrName>
                                        </p:attrNameLst>
                                      </p:cBhvr>
                                      <p:to>
                                        <p:strVal val="visible"/>
                                      </p:to>
                                    </p:set>
                                    <p:animEffect transition="in" filter="wipe(left)">
                                      <p:cBhvr>
                                        <p:cTn id="17" dur="1000"/>
                                        <p:tgtEl>
                                          <p:spTgt spid="6247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2478"/>
                                        </p:tgtEl>
                                        <p:attrNameLst>
                                          <p:attrName>style.visibility</p:attrName>
                                        </p:attrNameLst>
                                      </p:cBhvr>
                                      <p:to>
                                        <p:strVal val="visible"/>
                                      </p:to>
                                    </p:set>
                                    <p:animEffect transition="in" filter="wipe(left)">
                                      <p:cBhvr>
                                        <p:cTn id="22" dur="1000"/>
                                        <p:tgtEl>
                                          <p:spTgt spid="6247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1000"/>
                                        <p:tgtEl>
                                          <p:spTgt spid="3"/>
                                        </p:tgtEl>
                                      </p:cBhvr>
                                    </p:animEffect>
                                  </p:childTnLst>
                                </p:cTn>
                              </p:par>
                              <p:par>
                                <p:cTn id="28" presetID="22" presetClass="entr" presetSubtype="8" fill="hold" nodeType="with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left)">
                                      <p:cBhvr>
                                        <p:cTn id="30" dur="1000"/>
                                        <p:tgtEl>
                                          <p:spTgt spid="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62467"/>
                                        </p:tgtEl>
                                        <p:attrNameLst>
                                          <p:attrName>style.visibility</p:attrName>
                                        </p:attrNameLst>
                                      </p:cBhvr>
                                      <p:to>
                                        <p:strVal val="visible"/>
                                      </p:to>
                                    </p:set>
                                    <p:animEffect transition="in" filter="wipe(left)">
                                      <p:cBhvr>
                                        <p:cTn id="35" dur="1000"/>
                                        <p:tgtEl>
                                          <p:spTgt spid="6246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62479"/>
                                        </p:tgtEl>
                                        <p:attrNameLst>
                                          <p:attrName>style.visibility</p:attrName>
                                        </p:attrNameLst>
                                      </p:cBhvr>
                                      <p:to>
                                        <p:strVal val="visible"/>
                                      </p:to>
                                    </p:set>
                                    <p:animEffect transition="in" filter="wipe(left)">
                                      <p:cBhvr>
                                        <p:cTn id="40" dur="1000"/>
                                        <p:tgtEl>
                                          <p:spTgt spid="62479"/>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248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62488"/>
                                        </p:tgtEl>
                                        <p:attrNameLst>
                                          <p:attrName>style.visibility</p:attrName>
                                        </p:attrNameLst>
                                      </p:cBhvr>
                                      <p:to>
                                        <p:strVal val="visible"/>
                                      </p:to>
                                    </p:set>
                                    <p:animEffect transition="in" filter="wipe(up)">
                                      <p:cBhvr>
                                        <p:cTn id="49" dur="1000"/>
                                        <p:tgtEl>
                                          <p:spTgt spid="6248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childTnLst>
                                    <p:set>
                                      <p:cBhvr>
                                        <p:cTn id="53" dur="1" fill="hold">
                                          <p:stCondLst>
                                            <p:cond delay="0"/>
                                          </p:stCondLst>
                                        </p:cTn>
                                        <p:tgtEl>
                                          <p:spTgt spid="62493"/>
                                        </p:tgtEl>
                                        <p:attrNameLst>
                                          <p:attrName>style.visibility</p:attrName>
                                        </p:attrNameLst>
                                      </p:cBhvr>
                                      <p:to>
                                        <p:strVal val="visible"/>
                                      </p:to>
                                    </p:set>
                                    <p:animEffect transition="in" filter="wipe(up)">
                                      <p:cBhvr>
                                        <p:cTn id="54" dur="1000"/>
                                        <p:tgtEl>
                                          <p:spTgt spid="62493"/>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62489"/>
                                        </p:tgtEl>
                                        <p:attrNameLst>
                                          <p:attrName>style.visibility</p:attrName>
                                        </p:attrNameLst>
                                      </p:cBhvr>
                                      <p:to>
                                        <p:strVal val="visible"/>
                                      </p:to>
                                    </p:set>
                                    <p:animEffect transition="in" filter="wipe(up)">
                                      <p:cBhvr>
                                        <p:cTn id="59" dur="1000"/>
                                        <p:tgtEl>
                                          <p:spTgt spid="62489"/>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nodeType="clickEffect">
                                  <p:stCondLst>
                                    <p:cond delay="0"/>
                                  </p:stCondLst>
                                  <p:childTnLst>
                                    <p:set>
                                      <p:cBhvr>
                                        <p:cTn id="63" dur="1" fill="hold">
                                          <p:stCondLst>
                                            <p:cond delay="0"/>
                                          </p:stCondLst>
                                        </p:cTn>
                                        <p:tgtEl>
                                          <p:spTgt spid="62495"/>
                                        </p:tgtEl>
                                        <p:attrNameLst>
                                          <p:attrName>style.visibility</p:attrName>
                                        </p:attrNameLst>
                                      </p:cBhvr>
                                      <p:to>
                                        <p:strVal val="visible"/>
                                      </p:to>
                                    </p:set>
                                    <p:animEffect transition="in" filter="wipe(up)">
                                      <p:cBhvr>
                                        <p:cTn id="64" dur="1000"/>
                                        <p:tgtEl>
                                          <p:spTgt spid="62495"/>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62490"/>
                                        </p:tgtEl>
                                        <p:attrNameLst>
                                          <p:attrName>style.visibility</p:attrName>
                                        </p:attrNameLst>
                                      </p:cBhvr>
                                      <p:to>
                                        <p:strVal val="visible"/>
                                      </p:to>
                                    </p:set>
                                    <p:animEffect transition="in" filter="wipe(up)">
                                      <p:cBhvr>
                                        <p:cTn id="69" dur="1000"/>
                                        <p:tgtEl>
                                          <p:spTgt spid="62490"/>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nodeType="clickEffect">
                                  <p:stCondLst>
                                    <p:cond delay="0"/>
                                  </p:stCondLst>
                                  <p:childTnLst>
                                    <p:set>
                                      <p:cBhvr>
                                        <p:cTn id="73" dur="1" fill="hold">
                                          <p:stCondLst>
                                            <p:cond delay="0"/>
                                          </p:stCondLst>
                                        </p:cTn>
                                        <p:tgtEl>
                                          <p:spTgt spid="62494"/>
                                        </p:tgtEl>
                                        <p:attrNameLst>
                                          <p:attrName>style.visibility</p:attrName>
                                        </p:attrNameLst>
                                      </p:cBhvr>
                                      <p:to>
                                        <p:strVal val="visible"/>
                                      </p:to>
                                    </p:set>
                                    <p:animEffect transition="in" filter="wipe(up)">
                                      <p:cBhvr>
                                        <p:cTn id="74" dur="1000"/>
                                        <p:tgtEl>
                                          <p:spTgt spid="62494"/>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62496"/>
                                        </p:tgtEl>
                                        <p:attrNameLst>
                                          <p:attrName>style.visibility</p:attrName>
                                        </p:attrNameLst>
                                      </p:cBhvr>
                                      <p:to>
                                        <p:strVal val="visible"/>
                                      </p:to>
                                    </p:set>
                                    <p:animEffect transition="in" filter="wipe(left)">
                                      <p:cBhvr>
                                        <p:cTn id="79" dur="1000"/>
                                        <p:tgtEl>
                                          <p:spTgt spid="62496"/>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1" fill="hold" nodeType="clickEffect">
                                  <p:stCondLst>
                                    <p:cond delay="0"/>
                                  </p:stCondLst>
                                  <p:childTnLst>
                                    <p:set>
                                      <p:cBhvr>
                                        <p:cTn id="83" dur="1" fill="hold">
                                          <p:stCondLst>
                                            <p:cond delay="0"/>
                                          </p:stCondLst>
                                        </p:cTn>
                                        <p:tgtEl>
                                          <p:spTgt spid="62497"/>
                                        </p:tgtEl>
                                        <p:attrNameLst>
                                          <p:attrName>style.visibility</p:attrName>
                                        </p:attrNameLst>
                                      </p:cBhvr>
                                      <p:to>
                                        <p:strVal val="visible"/>
                                      </p:to>
                                    </p:set>
                                    <p:animEffect transition="in" filter="wipe(up)">
                                      <p:cBhvr>
                                        <p:cTn id="84" dur="1000"/>
                                        <p:tgtEl>
                                          <p:spTgt spid="62497"/>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1" fill="hold" grpId="0" nodeType="clickEffect">
                                  <p:stCondLst>
                                    <p:cond delay="0"/>
                                  </p:stCondLst>
                                  <p:childTnLst>
                                    <p:set>
                                      <p:cBhvr>
                                        <p:cTn id="88" dur="1" fill="hold">
                                          <p:stCondLst>
                                            <p:cond delay="0"/>
                                          </p:stCondLst>
                                        </p:cTn>
                                        <p:tgtEl>
                                          <p:spTgt spid="62491"/>
                                        </p:tgtEl>
                                        <p:attrNameLst>
                                          <p:attrName>style.visibility</p:attrName>
                                        </p:attrNameLst>
                                      </p:cBhvr>
                                      <p:to>
                                        <p:strVal val="visible"/>
                                      </p:to>
                                    </p:set>
                                    <p:animEffect transition="in" filter="wipe(up)">
                                      <p:cBhvr>
                                        <p:cTn id="89" dur="1000"/>
                                        <p:tgtEl>
                                          <p:spTgt spid="62491"/>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1" fill="hold" grpId="0" nodeType="clickEffect">
                                  <p:stCondLst>
                                    <p:cond delay="0"/>
                                  </p:stCondLst>
                                  <p:childTnLst>
                                    <p:set>
                                      <p:cBhvr>
                                        <p:cTn id="93" dur="1" fill="hold">
                                          <p:stCondLst>
                                            <p:cond delay="0"/>
                                          </p:stCondLst>
                                        </p:cTn>
                                        <p:tgtEl>
                                          <p:spTgt spid="62492"/>
                                        </p:tgtEl>
                                        <p:attrNameLst>
                                          <p:attrName>style.visibility</p:attrName>
                                        </p:attrNameLst>
                                      </p:cBhvr>
                                      <p:to>
                                        <p:strVal val="visible"/>
                                      </p:to>
                                    </p:set>
                                    <p:animEffect transition="in" filter="wipe(up)">
                                      <p:cBhvr>
                                        <p:cTn id="94" dur="1000"/>
                                        <p:tgtEl>
                                          <p:spTgt spid="62492"/>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62468"/>
                                        </p:tgtEl>
                                        <p:attrNameLst>
                                          <p:attrName>style.visibility</p:attrName>
                                        </p:attrNameLst>
                                      </p:cBhvr>
                                      <p:to>
                                        <p:strVal val="visible"/>
                                      </p:to>
                                    </p:set>
                                    <p:animEffect transition="in" filter="wipe(left)">
                                      <p:cBhvr>
                                        <p:cTn id="99" dur="1000"/>
                                        <p:tgtEl>
                                          <p:spTgt spid="62468"/>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62471"/>
                                        </p:tgtEl>
                                        <p:attrNameLst>
                                          <p:attrName>style.visibility</p:attrName>
                                        </p:attrNameLst>
                                      </p:cBhvr>
                                      <p:to>
                                        <p:strVal val="visible"/>
                                      </p:to>
                                    </p:set>
                                    <p:animEffect transition="in" filter="wipe(left)">
                                      <p:cBhvr>
                                        <p:cTn id="104" dur="1000"/>
                                        <p:tgtEl>
                                          <p:spTgt spid="62471"/>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nodeType="clickEffect">
                                  <p:stCondLst>
                                    <p:cond delay="0"/>
                                  </p:stCondLst>
                                  <p:childTnLst>
                                    <p:set>
                                      <p:cBhvr>
                                        <p:cTn id="108" dur="1" fill="hold">
                                          <p:stCondLst>
                                            <p:cond delay="0"/>
                                          </p:stCondLst>
                                        </p:cTn>
                                        <p:tgtEl>
                                          <p:spTgt spid="62470"/>
                                        </p:tgtEl>
                                        <p:attrNameLst>
                                          <p:attrName>style.visibility</p:attrName>
                                        </p:attrNameLst>
                                      </p:cBhvr>
                                      <p:to>
                                        <p:strVal val="visible"/>
                                      </p:to>
                                    </p:set>
                                    <p:animEffect transition="in" filter="wipe(left)">
                                      <p:cBhvr>
                                        <p:cTn id="109" dur="1000"/>
                                        <p:tgtEl>
                                          <p:spTgt spid="62470"/>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nodeType="clickEffect">
                                  <p:stCondLst>
                                    <p:cond delay="0"/>
                                  </p:stCondLst>
                                  <p:childTnLst>
                                    <p:set>
                                      <p:cBhvr>
                                        <p:cTn id="113" dur="1" fill="hold">
                                          <p:stCondLst>
                                            <p:cond delay="0"/>
                                          </p:stCondLst>
                                        </p:cTn>
                                        <p:tgtEl>
                                          <p:spTgt spid="62474"/>
                                        </p:tgtEl>
                                        <p:attrNameLst>
                                          <p:attrName>style.visibility</p:attrName>
                                        </p:attrNameLst>
                                      </p:cBhvr>
                                      <p:to>
                                        <p:strVal val="visible"/>
                                      </p:to>
                                    </p:set>
                                    <p:animEffect transition="in" filter="wipe(left)">
                                      <p:cBhvr>
                                        <p:cTn id="114" dur="1000"/>
                                        <p:tgtEl>
                                          <p:spTgt spid="62474"/>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62472"/>
                                        </p:tgtEl>
                                        <p:attrNameLst>
                                          <p:attrName>style.visibility</p:attrName>
                                        </p:attrNameLst>
                                      </p:cBhvr>
                                      <p:to>
                                        <p:strVal val="visible"/>
                                      </p:to>
                                    </p:set>
                                    <p:animEffect transition="in" filter="wipe(left)">
                                      <p:cBhvr>
                                        <p:cTn id="119" dur="1000"/>
                                        <p:tgtEl>
                                          <p:spTgt spid="62472"/>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nodeType="clickEffect">
                                  <p:stCondLst>
                                    <p:cond delay="0"/>
                                  </p:stCondLst>
                                  <p:childTnLst>
                                    <p:set>
                                      <p:cBhvr>
                                        <p:cTn id="123" dur="1" fill="hold">
                                          <p:stCondLst>
                                            <p:cond delay="0"/>
                                          </p:stCondLst>
                                        </p:cTn>
                                        <p:tgtEl>
                                          <p:spTgt spid="62469"/>
                                        </p:tgtEl>
                                        <p:attrNameLst>
                                          <p:attrName>style.visibility</p:attrName>
                                        </p:attrNameLst>
                                      </p:cBhvr>
                                      <p:to>
                                        <p:strVal val="visible"/>
                                      </p:to>
                                    </p:set>
                                    <p:animEffect transition="in" filter="wipe(left)">
                                      <p:cBhvr>
                                        <p:cTn id="124" dur="1000"/>
                                        <p:tgtEl>
                                          <p:spTgt spid="62469"/>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8" fill="hold" nodeType="clickEffect">
                                  <p:stCondLst>
                                    <p:cond delay="0"/>
                                  </p:stCondLst>
                                  <p:childTnLst>
                                    <p:set>
                                      <p:cBhvr>
                                        <p:cTn id="128" dur="1" fill="hold">
                                          <p:stCondLst>
                                            <p:cond delay="0"/>
                                          </p:stCondLst>
                                        </p:cTn>
                                        <p:tgtEl>
                                          <p:spTgt spid="62473"/>
                                        </p:tgtEl>
                                        <p:attrNameLst>
                                          <p:attrName>style.visibility</p:attrName>
                                        </p:attrNameLst>
                                      </p:cBhvr>
                                      <p:to>
                                        <p:strVal val="visible"/>
                                      </p:to>
                                    </p:set>
                                    <p:animEffect transition="in" filter="wipe(left)">
                                      <p:cBhvr>
                                        <p:cTn id="129" dur="1000"/>
                                        <p:tgtEl>
                                          <p:spTgt spid="62473"/>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nodeType="clickEffect">
                                  <p:stCondLst>
                                    <p:cond delay="0"/>
                                  </p:stCondLst>
                                  <p:childTnLst>
                                    <p:set>
                                      <p:cBhvr>
                                        <p:cTn id="133" dur="1" fill="hold">
                                          <p:stCondLst>
                                            <p:cond delay="0"/>
                                          </p:stCondLst>
                                        </p:cTn>
                                        <p:tgtEl>
                                          <p:spTgt spid="62475"/>
                                        </p:tgtEl>
                                        <p:attrNameLst>
                                          <p:attrName>style.visibility</p:attrName>
                                        </p:attrNameLst>
                                      </p:cBhvr>
                                      <p:to>
                                        <p:strVal val="visible"/>
                                      </p:to>
                                    </p:set>
                                    <p:animEffect transition="in" filter="wipe(left)">
                                      <p:cBhvr>
                                        <p:cTn id="134" dur="1000"/>
                                        <p:tgtEl>
                                          <p:spTgt spid="624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p:bldP spid="62467" grpId="0"/>
      <p:bldP spid="62476" grpId="0"/>
      <p:bldP spid="62477" grpId="0"/>
      <p:bldP spid="62478" grpId="0"/>
      <p:bldP spid="62479" grpId="0"/>
      <p:bldP spid="62487" grpId="0" animBg="1"/>
      <p:bldP spid="62488" grpId="0" animBg="1"/>
      <p:bldP spid="62489" grpId="0" animBg="1"/>
      <p:bldP spid="62490" grpId="0" animBg="1"/>
      <p:bldP spid="62491" grpId="0" animBg="1"/>
      <p:bldP spid="62492" grpId="0" animBg="1"/>
      <p:bldP spid="6249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Text Box 2"/>
          <p:cNvSpPr txBox="1">
            <a:spLocks noChangeArrowheads="1"/>
          </p:cNvSpPr>
          <p:nvPr/>
        </p:nvSpPr>
        <p:spPr bwMode="auto">
          <a:xfrm>
            <a:off x="622300" y="434975"/>
            <a:ext cx="7848600" cy="968375"/>
          </a:xfrm>
          <a:prstGeom prst="rect">
            <a:avLst/>
          </a:prstGeom>
          <a:noFill/>
          <a:ln w="9525">
            <a:noFill/>
            <a:miter lim="800000"/>
            <a:headEnd/>
            <a:tailEnd/>
          </a:ln>
        </p:spPr>
        <p:txBody>
          <a:bodyPr>
            <a:spAutoFit/>
          </a:bodyPr>
          <a:lstStyle/>
          <a:p>
            <a:pPr algn="just">
              <a:lnSpc>
                <a:spcPct val="120000"/>
              </a:lnSpc>
            </a:pPr>
            <a:r>
              <a:rPr kumimoji="1" lang="zh-CN" altLang="en-US" sz="2400">
                <a:latin typeface="Times New Roman" pitchFamily="18" charset="0"/>
              </a:rPr>
              <a:t>一汽车在半径 </a:t>
            </a:r>
            <a:r>
              <a:rPr kumimoji="1" lang="en-US" altLang="zh-CN" sz="2400" i="1">
                <a:solidFill>
                  <a:srgbClr val="FF6600"/>
                </a:solidFill>
                <a:latin typeface="Times New Roman" pitchFamily="18" charset="0"/>
              </a:rPr>
              <a:t>R</a:t>
            </a:r>
            <a:r>
              <a:rPr kumimoji="1" lang="en-US" altLang="zh-CN" sz="2400">
                <a:solidFill>
                  <a:srgbClr val="FF6600"/>
                </a:solidFill>
                <a:latin typeface="Times New Roman" pitchFamily="18" charset="0"/>
              </a:rPr>
              <a:t>=200m </a:t>
            </a:r>
            <a:r>
              <a:rPr kumimoji="1" lang="zh-CN" altLang="en-US" sz="2400">
                <a:latin typeface="Times New Roman" pitchFamily="18" charset="0"/>
              </a:rPr>
              <a:t>的圆弧形公路上行驶，其运动学方程为</a:t>
            </a:r>
            <a:r>
              <a:rPr kumimoji="1" lang="en-US" altLang="zh-CN" sz="2400" i="1">
                <a:solidFill>
                  <a:srgbClr val="FF6600"/>
                </a:solidFill>
                <a:latin typeface="Times New Roman" pitchFamily="18" charset="0"/>
              </a:rPr>
              <a:t>s </a:t>
            </a:r>
            <a:r>
              <a:rPr kumimoji="1" lang="en-US" altLang="zh-CN" sz="2400">
                <a:solidFill>
                  <a:srgbClr val="FF6600"/>
                </a:solidFill>
                <a:latin typeface="Times New Roman" pitchFamily="18" charset="0"/>
              </a:rPr>
              <a:t>=20</a:t>
            </a:r>
            <a:r>
              <a:rPr kumimoji="1" lang="en-US" altLang="zh-CN" sz="2400" i="1">
                <a:solidFill>
                  <a:srgbClr val="FF6600"/>
                </a:solidFill>
                <a:latin typeface="Times New Roman" pitchFamily="18" charset="0"/>
              </a:rPr>
              <a:t>t </a:t>
            </a:r>
            <a:r>
              <a:rPr kumimoji="1" lang="en-US" altLang="zh-CN" sz="2400">
                <a:solidFill>
                  <a:srgbClr val="FF6600"/>
                </a:solidFill>
                <a:latin typeface="Times New Roman" pitchFamily="18" charset="0"/>
              </a:rPr>
              <a:t>- 0.2 </a:t>
            </a:r>
            <a:r>
              <a:rPr kumimoji="1" lang="en-US" altLang="zh-CN" sz="2400" i="1">
                <a:solidFill>
                  <a:srgbClr val="FF6600"/>
                </a:solidFill>
                <a:latin typeface="Times New Roman" pitchFamily="18" charset="0"/>
              </a:rPr>
              <a:t>t </a:t>
            </a:r>
            <a:r>
              <a:rPr kumimoji="1" lang="en-US" altLang="zh-CN" sz="2400" baseline="28000">
                <a:solidFill>
                  <a:srgbClr val="FF6600"/>
                </a:solidFill>
                <a:latin typeface="Times New Roman" pitchFamily="18" charset="0"/>
              </a:rPr>
              <a:t>2 </a:t>
            </a:r>
            <a:r>
              <a:rPr kumimoji="1" lang="en-US" altLang="zh-CN" sz="2400">
                <a:solidFill>
                  <a:srgbClr val="FF6600"/>
                </a:solidFill>
                <a:latin typeface="Times New Roman" pitchFamily="18" charset="0"/>
              </a:rPr>
              <a:t>(SI)</a:t>
            </a:r>
            <a:r>
              <a:rPr kumimoji="1" lang="zh-CN" altLang="en-US" sz="2400">
                <a:latin typeface="Times New Roman" pitchFamily="18" charset="0"/>
              </a:rPr>
              <a:t>。</a:t>
            </a:r>
          </a:p>
        </p:txBody>
      </p:sp>
      <p:graphicFrame>
        <p:nvGraphicFramePr>
          <p:cNvPr id="174083" name="Object 3"/>
          <p:cNvGraphicFramePr>
            <a:graphicFrameLocks noChangeAspect="1"/>
          </p:cNvGraphicFramePr>
          <p:nvPr/>
        </p:nvGraphicFramePr>
        <p:xfrm>
          <a:off x="1692275" y="2438400"/>
          <a:ext cx="2054225" cy="730250"/>
        </p:xfrm>
        <a:graphic>
          <a:graphicData uri="http://schemas.openxmlformats.org/presentationml/2006/ole">
            <p:oleObj spid="_x0000_s26626" name="公式" r:id="rId3" imgW="1143000" imgH="406080" progId="Equation.3">
              <p:embed/>
            </p:oleObj>
          </a:graphicData>
        </a:graphic>
      </p:graphicFrame>
      <p:sp>
        <p:nvSpPr>
          <p:cNvPr id="174084" name="Text Box 4"/>
          <p:cNvSpPr txBox="1">
            <a:spLocks noChangeArrowheads="1"/>
          </p:cNvSpPr>
          <p:nvPr/>
        </p:nvSpPr>
        <p:spPr bwMode="auto">
          <a:xfrm>
            <a:off x="619125" y="1989138"/>
            <a:ext cx="8001000" cy="457200"/>
          </a:xfrm>
          <a:prstGeom prst="rect">
            <a:avLst/>
          </a:prstGeom>
          <a:noFill/>
          <a:ln w="9525">
            <a:noFill/>
            <a:miter lim="800000"/>
            <a:headEnd/>
            <a:tailEnd/>
          </a:ln>
        </p:spPr>
        <p:txBody>
          <a:bodyPr>
            <a:spAutoFit/>
          </a:bodyPr>
          <a:lstStyle/>
          <a:p>
            <a:pPr algn="just"/>
            <a:r>
              <a:rPr kumimoji="1" lang="zh-CN" altLang="en-US" sz="2400">
                <a:latin typeface="Times New Roman" pitchFamily="18" charset="0"/>
              </a:rPr>
              <a:t>根据速度和加速度在自然坐标系中的表示形式，有</a:t>
            </a:r>
          </a:p>
        </p:txBody>
      </p:sp>
      <p:graphicFrame>
        <p:nvGraphicFramePr>
          <p:cNvPr id="174085" name="Object 5"/>
          <p:cNvGraphicFramePr>
            <a:graphicFrameLocks noChangeAspect="1"/>
          </p:cNvGraphicFramePr>
          <p:nvPr/>
        </p:nvGraphicFramePr>
        <p:xfrm>
          <a:off x="1693863" y="3413125"/>
          <a:ext cx="2446337" cy="731838"/>
        </p:xfrm>
        <a:graphic>
          <a:graphicData uri="http://schemas.openxmlformats.org/presentationml/2006/ole">
            <p:oleObj spid="_x0000_s26627" name="公式" r:id="rId4" imgW="1358640" imgH="406080" progId="Equation.3">
              <p:embed/>
            </p:oleObj>
          </a:graphicData>
        </a:graphic>
      </p:graphicFrame>
      <p:graphicFrame>
        <p:nvGraphicFramePr>
          <p:cNvPr id="174086" name="Object 6"/>
          <p:cNvGraphicFramePr>
            <a:graphicFrameLocks noChangeAspect="1"/>
          </p:cNvGraphicFramePr>
          <p:nvPr/>
        </p:nvGraphicFramePr>
        <p:xfrm>
          <a:off x="5111750" y="3359150"/>
          <a:ext cx="2541588" cy="757238"/>
        </p:xfrm>
        <a:graphic>
          <a:graphicData uri="http://schemas.openxmlformats.org/presentationml/2006/ole">
            <p:oleObj spid="_x0000_s26628" name="公式" r:id="rId5" imgW="1409400" imgH="419040" progId="Equation.3">
              <p:embed/>
            </p:oleObj>
          </a:graphicData>
        </a:graphic>
      </p:graphicFrame>
      <p:graphicFrame>
        <p:nvGraphicFramePr>
          <p:cNvPr id="174087" name="Object 7"/>
          <p:cNvGraphicFramePr>
            <a:graphicFrameLocks noChangeAspect="1"/>
          </p:cNvGraphicFramePr>
          <p:nvPr/>
        </p:nvGraphicFramePr>
        <p:xfrm>
          <a:off x="2141538" y="4329113"/>
          <a:ext cx="4808537" cy="1008062"/>
        </p:xfrm>
        <a:graphic>
          <a:graphicData uri="http://schemas.openxmlformats.org/presentationml/2006/ole">
            <p:oleObj spid="_x0000_s26629" name="公式" r:id="rId6" imgW="2666880" imgH="558720" progId="Equation.3">
              <p:embed/>
            </p:oleObj>
          </a:graphicData>
        </a:graphic>
      </p:graphicFrame>
      <p:graphicFrame>
        <p:nvGraphicFramePr>
          <p:cNvPr id="174088" name="Object 8"/>
          <p:cNvGraphicFramePr>
            <a:graphicFrameLocks noChangeAspect="1"/>
          </p:cNvGraphicFramePr>
          <p:nvPr/>
        </p:nvGraphicFramePr>
        <p:xfrm>
          <a:off x="5246688" y="2613025"/>
          <a:ext cx="1882775" cy="366713"/>
        </p:xfrm>
        <a:graphic>
          <a:graphicData uri="http://schemas.openxmlformats.org/presentationml/2006/ole">
            <p:oleObj spid="_x0000_s26630" name="公式" r:id="rId7" imgW="1041120" imgH="203040" progId="Equation.3">
              <p:embed/>
            </p:oleObj>
          </a:graphicData>
        </a:graphic>
      </p:graphicFrame>
      <p:graphicFrame>
        <p:nvGraphicFramePr>
          <p:cNvPr id="174089" name="Object 9"/>
          <p:cNvGraphicFramePr>
            <a:graphicFrameLocks noChangeAspect="1"/>
          </p:cNvGraphicFramePr>
          <p:nvPr/>
        </p:nvGraphicFramePr>
        <p:xfrm>
          <a:off x="1912938" y="5454650"/>
          <a:ext cx="5538787" cy="1008063"/>
        </p:xfrm>
        <a:graphic>
          <a:graphicData uri="http://schemas.openxmlformats.org/presentationml/2006/ole">
            <p:oleObj spid="_x0000_s26631" name="公式" r:id="rId8" imgW="3073320" imgH="558720" progId="Equation.3">
              <p:embed/>
            </p:oleObj>
          </a:graphicData>
        </a:graphic>
      </p:graphicFrame>
      <p:sp>
        <p:nvSpPr>
          <p:cNvPr id="174090" name="Rectangle 10"/>
          <p:cNvSpPr>
            <a:spLocks noChangeArrowheads="1"/>
          </p:cNvSpPr>
          <p:nvPr/>
        </p:nvSpPr>
        <p:spPr bwMode="auto">
          <a:xfrm>
            <a:off x="161925" y="479425"/>
            <a:ext cx="492125" cy="457200"/>
          </a:xfrm>
          <a:prstGeom prst="rect">
            <a:avLst/>
          </a:prstGeom>
          <a:noFill/>
          <a:ln w="9525">
            <a:noFill/>
            <a:miter lim="800000"/>
            <a:headEnd/>
            <a:tailEnd/>
          </a:ln>
        </p:spPr>
        <p:txBody>
          <a:bodyPr wrap="none" anchor="ctr">
            <a:spAutoFit/>
          </a:bodyPr>
          <a:lstStyle/>
          <a:p>
            <a:pPr algn="ctr"/>
            <a:r>
              <a:rPr kumimoji="1" lang="zh-CN" altLang="en-US" sz="2400">
                <a:solidFill>
                  <a:srgbClr val="FF0000"/>
                </a:solidFill>
                <a:latin typeface="Times New Roman" pitchFamily="18" charset="0"/>
              </a:rPr>
              <a:t>例</a:t>
            </a:r>
          </a:p>
        </p:txBody>
      </p:sp>
      <p:sp>
        <p:nvSpPr>
          <p:cNvPr id="174091" name="Rectangle 11"/>
          <p:cNvSpPr>
            <a:spLocks noChangeArrowheads="1"/>
          </p:cNvSpPr>
          <p:nvPr/>
        </p:nvSpPr>
        <p:spPr bwMode="auto">
          <a:xfrm>
            <a:off x="598488" y="1441450"/>
            <a:ext cx="5683250" cy="457200"/>
          </a:xfrm>
          <a:prstGeom prst="rect">
            <a:avLst/>
          </a:prstGeom>
          <a:noFill/>
          <a:ln w="9525">
            <a:noFill/>
            <a:miter lim="800000"/>
            <a:headEnd/>
            <a:tailEnd/>
          </a:ln>
        </p:spPr>
        <p:txBody>
          <a:bodyPr anchor="ctr">
            <a:spAutoFit/>
          </a:bodyPr>
          <a:lstStyle/>
          <a:p>
            <a:r>
              <a:rPr kumimoji="1" lang="zh-CN" altLang="en-US" sz="2400">
                <a:latin typeface="Times New Roman" pitchFamily="18" charset="0"/>
              </a:rPr>
              <a:t>汽车在 </a:t>
            </a:r>
            <a:r>
              <a:rPr kumimoji="1" lang="en-US" altLang="zh-CN" sz="2400" i="1">
                <a:solidFill>
                  <a:srgbClr val="FF6600"/>
                </a:solidFill>
                <a:latin typeface="Times New Roman" pitchFamily="18" charset="0"/>
              </a:rPr>
              <a:t>t </a:t>
            </a:r>
            <a:r>
              <a:rPr kumimoji="1" lang="en-US" altLang="zh-CN" sz="2400">
                <a:solidFill>
                  <a:srgbClr val="FF6600"/>
                </a:solidFill>
                <a:latin typeface="Times New Roman" pitchFamily="18" charset="0"/>
              </a:rPr>
              <a:t>= 1s</a:t>
            </a:r>
            <a:r>
              <a:rPr kumimoji="1" lang="en-US" altLang="zh-CN" sz="2400">
                <a:latin typeface="Times New Roman" pitchFamily="18" charset="0"/>
              </a:rPr>
              <a:t> </a:t>
            </a:r>
            <a:r>
              <a:rPr kumimoji="1" lang="zh-CN" altLang="en-US" sz="2400">
                <a:latin typeface="Times New Roman" pitchFamily="18" charset="0"/>
              </a:rPr>
              <a:t>时的速度和加速度大小。</a:t>
            </a:r>
          </a:p>
        </p:txBody>
      </p:sp>
      <p:sp>
        <p:nvSpPr>
          <p:cNvPr id="174092" name="Rectangle 12"/>
          <p:cNvSpPr>
            <a:spLocks noChangeArrowheads="1"/>
          </p:cNvSpPr>
          <p:nvPr/>
        </p:nvSpPr>
        <p:spPr bwMode="auto">
          <a:xfrm>
            <a:off x="161925" y="1441450"/>
            <a:ext cx="492125" cy="457200"/>
          </a:xfrm>
          <a:prstGeom prst="rect">
            <a:avLst/>
          </a:prstGeom>
          <a:noFill/>
          <a:ln w="9525">
            <a:noFill/>
            <a:miter lim="800000"/>
            <a:headEnd/>
            <a:tailEnd/>
          </a:ln>
        </p:spPr>
        <p:txBody>
          <a:bodyPr wrap="none" anchor="ctr">
            <a:spAutoFit/>
          </a:bodyPr>
          <a:lstStyle/>
          <a:p>
            <a:pPr algn="ctr"/>
            <a:r>
              <a:rPr kumimoji="1" lang="zh-CN" altLang="en-US" sz="2400">
                <a:solidFill>
                  <a:srgbClr val="FF0000"/>
                </a:solidFill>
                <a:latin typeface="Times New Roman" pitchFamily="18" charset="0"/>
              </a:rPr>
              <a:t>求</a:t>
            </a:r>
          </a:p>
        </p:txBody>
      </p:sp>
      <p:sp>
        <p:nvSpPr>
          <p:cNvPr id="174093" name="Rectangle 13"/>
          <p:cNvSpPr>
            <a:spLocks noChangeArrowheads="1"/>
          </p:cNvSpPr>
          <p:nvPr/>
        </p:nvSpPr>
        <p:spPr bwMode="auto">
          <a:xfrm>
            <a:off x="161925" y="1989138"/>
            <a:ext cx="492125" cy="457200"/>
          </a:xfrm>
          <a:prstGeom prst="rect">
            <a:avLst/>
          </a:prstGeom>
          <a:noFill/>
          <a:ln w="9525">
            <a:noFill/>
            <a:miter lim="800000"/>
            <a:headEnd/>
            <a:tailEnd/>
          </a:ln>
        </p:spPr>
        <p:txBody>
          <a:bodyPr wrap="none" anchor="ctr">
            <a:spAutoFit/>
          </a:bodyPr>
          <a:lstStyle/>
          <a:p>
            <a:pPr algn="ctr"/>
            <a:r>
              <a:rPr kumimoji="1" lang="zh-CN" altLang="en-US" sz="2400">
                <a:solidFill>
                  <a:srgbClr val="FF0000"/>
                </a:solidFill>
                <a:latin typeface="Times New Roman" pitchFamily="18" charset="0"/>
              </a:rPr>
              <a:t>解</a:t>
            </a:r>
          </a:p>
        </p:txBody>
      </p:sp>
      <p:sp>
        <p:nvSpPr>
          <p:cNvPr id="174094" name="AutoShape 14">
            <a:hlinkClick r:id="rId9" action="ppaction://hlinksldjump" highlightClick="1"/>
          </p:cNvPr>
          <p:cNvSpPr>
            <a:spLocks noChangeAspect="1" noChangeArrowheads="1"/>
          </p:cNvSpPr>
          <p:nvPr/>
        </p:nvSpPr>
        <p:spPr bwMode="auto">
          <a:xfrm>
            <a:off x="8720138" y="6280150"/>
            <a:ext cx="244475" cy="244475"/>
          </a:xfrm>
          <a:prstGeom prst="actionButtonBeginning">
            <a:avLst/>
          </a:prstGeom>
          <a:solidFill>
            <a:schemeClr val="accent1"/>
          </a:solidFill>
          <a:ln w="19050">
            <a:noFill/>
            <a:miter lim="800000"/>
            <a:headEnd/>
            <a:tailEnd/>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090">
                                            <p:txEl>
                                              <p:pRg st="0" end="0"/>
                                            </p:txEl>
                                          </p:spTgt>
                                        </p:tgtEl>
                                        <p:attrNameLst>
                                          <p:attrName>style.visibility</p:attrName>
                                        </p:attrNameLst>
                                      </p:cBhvr>
                                      <p:to>
                                        <p:strVal val="visible"/>
                                      </p:to>
                                    </p:set>
                                    <p:animEffect transition="in" filter="wipe(left)">
                                      <p:cBhvr>
                                        <p:cTn id="7" dur="500"/>
                                        <p:tgtEl>
                                          <p:spTgt spid="17409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4082"/>
                                        </p:tgtEl>
                                        <p:attrNameLst>
                                          <p:attrName>style.visibility</p:attrName>
                                        </p:attrNameLst>
                                      </p:cBhvr>
                                      <p:to>
                                        <p:strVal val="visible"/>
                                      </p:to>
                                    </p:set>
                                    <p:animEffect transition="in" filter="wipe(left)">
                                      <p:cBhvr>
                                        <p:cTn id="12" dur="500"/>
                                        <p:tgtEl>
                                          <p:spTgt spid="17408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4092">
                                            <p:txEl>
                                              <p:pRg st="0" end="0"/>
                                            </p:txEl>
                                          </p:spTgt>
                                        </p:tgtEl>
                                        <p:attrNameLst>
                                          <p:attrName>style.visibility</p:attrName>
                                        </p:attrNameLst>
                                      </p:cBhvr>
                                      <p:to>
                                        <p:strVal val="visible"/>
                                      </p:to>
                                    </p:set>
                                    <p:animEffect transition="in" filter="wipe(left)">
                                      <p:cBhvr>
                                        <p:cTn id="17" dur="500"/>
                                        <p:tgtEl>
                                          <p:spTgt spid="17409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4091">
                                            <p:txEl>
                                              <p:pRg st="0" end="0"/>
                                            </p:txEl>
                                          </p:spTgt>
                                        </p:tgtEl>
                                        <p:attrNameLst>
                                          <p:attrName>style.visibility</p:attrName>
                                        </p:attrNameLst>
                                      </p:cBhvr>
                                      <p:to>
                                        <p:strVal val="visible"/>
                                      </p:to>
                                    </p:set>
                                    <p:animEffect transition="in" filter="wipe(left)">
                                      <p:cBhvr>
                                        <p:cTn id="22" dur="500"/>
                                        <p:tgtEl>
                                          <p:spTgt spid="17409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4093">
                                            <p:txEl>
                                              <p:pRg st="0" end="0"/>
                                            </p:txEl>
                                          </p:spTgt>
                                        </p:tgtEl>
                                        <p:attrNameLst>
                                          <p:attrName>style.visibility</p:attrName>
                                        </p:attrNameLst>
                                      </p:cBhvr>
                                      <p:to>
                                        <p:strVal val="visible"/>
                                      </p:to>
                                    </p:set>
                                    <p:animEffect transition="in" filter="wipe(left)">
                                      <p:cBhvr>
                                        <p:cTn id="27" dur="500"/>
                                        <p:tgtEl>
                                          <p:spTgt spid="17409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4084"/>
                                        </p:tgtEl>
                                        <p:attrNameLst>
                                          <p:attrName>style.visibility</p:attrName>
                                        </p:attrNameLst>
                                      </p:cBhvr>
                                      <p:to>
                                        <p:strVal val="visible"/>
                                      </p:to>
                                    </p:set>
                                    <p:animEffect transition="in" filter="wipe(left)">
                                      <p:cBhvr>
                                        <p:cTn id="32" dur="500"/>
                                        <p:tgtEl>
                                          <p:spTgt spid="17408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74083"/>
                                        </p:tgtEl>
                                        <p:attrNameLst>
                                          <p:attrName>style.visibility</p:attrName>
                                        </p:attrNameLst>
                                      </p:cBhvr>
                                      <p:to>
                                        <p:strVal val="visible"/>
                                      </p:to>
                                    </p:set>
                                    <p:animEffect transition="in" filter="wipe(left)">
                                      <p:cBhvr>
                                        <p:cTn id="37" dur="500"/>
                                        <p:tgtEl>
                                          <p:spTgt spid="17408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74088"/>
                                        </p:tgtEl>
                                        <p:attrNameLst>
                                          <p:attrName>style.visibility</p:attrName>
                                        </p:attrNameLst>
                                      </p:cBhvr>
                                      <p:to>
                                        <p:strVal val="visible"/>
                                      </p:to>
                                    </p:set>
                                    <p:animEffect transition="in" filter="wipe(left)">
                                      <p:cBhvr>
                                        <p:cTn id="42" dur="500"/>
                                        <p:tgtEl>
                                          <p:spTgt spid="17408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74085"/>
                                        </p:tgtEl>
                                        <p:attrNameLst>
                                          <p:attrName>style.visibility</p:attrName>
                                        </p:attrNameLst>
                                      </p:cBhvr>
                                      <p:to>
                                        <p:strVal val="visible"/>
                                      </p:to>
                                    </p:set>
                                    <p:animEffect transition="in" filter="wipe(left)">
                                      <p:cBhvr>
                                        <p:cTn id="47" dur="500"/>
                                        <p:tgtEl>
                                          <p:spTgt spid="17408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74086"/>
                                        </p:tgtEl>
                                        <p:attrNameLst>
                                          <p:attrName>style.visibility</p:attrName>
                                        </p:attrNameLst>
                                      </p:cBhvr>
                                      <p:to>
                                        <p:strVal val="visible"/>
                                      </p:to>
                                    </p:set>
                                    <p:animEffect transition="in" filter="wipe(left)">
                                      <p:cBhvr>
                                        <p:cTn id="52" dur="500"/>
                                        <p:tgtEl>
                                          <p:spTgt spid="17408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74087"/>
                                        </p:tgtEl>
                                        <p:attrNameLst>
                                          <p:attrName>style.visibility</p:attrName>
                                        </p:attrNameLst>
                                      </p:cBhvr>
                                      <p:to>
                                        <p:strVal val="visible"/>
                                      </p:to>
                                    </p:set>
                                    <p:animEffect transition="in" filter="wipe(left)">
                                      <p:cBhvr>
                                        <p:cTn id="57" dur="500"/>
                                        <p:tgtEl>
                                          <p:spTgt spid="17408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74089"/>
                                        </p:tgtEl>
                                        <p:attrNameLst>
                                          <p:attrName>style.visibility</p:attrName>
                                        </p:attrNameLst>
                                      </p:cBhvr>
                                      <p:to>
                                        <p:strVal val="visible"/>
                                      </p:to>
                                    </p:set>
                                    <p:animEffect transition="in" filter="wipe(left)">
                                      <p:cBhvr>
                                        <p:cTn id="62" dur="500"/>
                                        <p:tgtEl>
                                          <p:spTgt spid="17408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74094"/>
                                        </p:tgtEl>
                                        <p:attrNameLst>
                                          <p:attrName>style.visibility</p:attrName>
                                        </p:attrNameLst>
                                      </p:cBhvr>
                                      <p:to>
                                        <p:strVal val="visible"/>
                                      </p:to>
                                    </p:set>
                                    <p:animEffect transition="in" filter="wipe(left)">
                                      <p:cBhvr>
                                        <p:cTn id="67" dur="500"/>
                                        <p:tgtEl>
                                          <p:spTgt spid="1740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2" grpId="0" autoUpdateAnimBg="0"/>
      <p:bldP spid="174084" grpId="0" autoUpdateAnimBg="0"/>
      <p:bldP spid="174090" grpId="0" build="p" autoUpdateAnimBg="0"/>
      <p:bldP spid="174091" grpId="0" build="p" autoUpdateAnimBg="0"/>
      <p:bldP spid="174092" grpId="0" build="p" autoUpdateAnimBg="0"/>
      <p:bldP spid="174093" grpId="0" build="p" autoUpdateAnimBg="0"/>
      <p:bldP spid="17409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2"/>
          <p:cNvSpPr txBox="1">
            <a:spLocks noChangeArrowheads="1"/>
          </p:cNvSpPr>
          <p:nvPr/>
        </p:nvSpPr>
        <p:spPr bwMode="auto">
          <a:xfrm>
            <a:off x="684213" y="461963"/>
            <a:ext cx="7699375" cy="519112"/>
          </a:xfrm>
          <a:prstGeom prst="rect">
            <a:avLst/>
          </a:prstGeom>
          <a:noFill/>
          <a:ln w="12700" cap="sq">
            <a:noFill/>
            <a:miter lim="800000"/>
            <a:headEnd type="none" w="sm" len="sm"/>
            <a:tailEnd type="none" w="sm" len="sm"/>
          </a:ln>
        </p:spPr>
        <p:txBody>
          <a:bodyPr>
            <a:spAutoFit/>
          </a:bodyPr>
          <a:lstStyle/>
          <a:p>
            <a:pPr algn="ctr"/>
            <a:r>
              <a:rPr kumimoji="1" lang="zh-CN" altLang="en-US" sz="2800">
                <a:solidFill>
                  <a:schemeClr val="accent2"/>
                </a:solidFill>
                <a:latin typeface="Times New Roman" pitchFamily="18" charset="0"/>
                <a:ea typeface="黑体" pitchFamily="49" charset="-122"/>
              </a:rPr>
              <a:t>§1.5  刚体定轴转动的描述</a:t>
            </a:r>
          </a:p>
        </p:txBody>
      </p:sp>
      <p:sp>
        <p:nvSpPr>
          <p:cNvPr id="88067" name="Text Box 3"/>
          <p:cNvSpPr txBox="1">
            <a:spLocks noChangeArrowheads="1"/>
          </p:cNvSpPr>
          <p:nvPr/>
        </p:nvSpPr>
        <p:spPr bwMode="auto">
          <a:xfrm>
            <a:off x="179388" y="1052513"/>
            <a:ext cx="3240087" cy="457200"/>
          </a:xfrm>
          <a:prstGeom prst="rect">
            <a:avLst/>
          </a:prstGeom>
          <a:noFill/>
          <a:ln w="9525" algn="ctr">
            <a:noFill/>
            <a:miter lim="800000"/>
            <a:headEnd type="none" w="sm" len="sm"/>
            <a:tailEnd type="none" w="sm" len="sm"/>
          </a:ln>
        </p:spPr>
        <p:txBody>
          <a:bodyPr>
            <a:spAutoFit/>
          </a:bodyPr>
          <a:lstStyle/>
          <a:p>
            <a:pPr>
              <a:spcBef>
                <a:spcPct val="50000"/>
              </a:spcBef>
            </a:pPr>
            <a:r>
              <a:rPr kumimoji="1" lang="en-US" altLang="zh-CN" sz="2400">
                <a:solidFill>
                  <a:srgbClr val="0000FF"/>
                </a:solidFill>
                <a:latin typeface="Times New Roman" pitchFamily="18" charset="0"/>
              </a:rPr>
              <a:t>1.5.1  </a:t>
            </a:r>
            <a:r>
              <a:rPr kumimoji="1" lang="zh-CN" altLang="en-US" sz="2400">
                <a:solidFill>
                  <a:srgbClr val="0000FF"/>
                </a:solidFill>
                <a:latin typeface="Times New Roman" pitchFamily="18" charset="0"/>
              </a:rPr>
              <a:t>圆周运动</a:t>
            </a:r>
            <a:endParaRPr kumimoji="1" lang="en-US" altLang="zh-CN" sz="2400">
              <a:solidFill>
                <a:srgbClr val="0000FF"/>
              </a:solidFill>
              <a:latin typeface="Times New Roman" pitchFamily="18" charset="0"/>
            </a:endParaRPr>
          </a:p>
        </p:txBody>
      </p:sp>
      <p:sp>
        <p:nvSpPr>
          <p:cNvPr id="88099" name="Text Box 35"/>
          <p:cNvSpPr txBox="1">
            <a:spLocks noChangeArrowheads="1"/>
          </p:cNvSpPr>
          <p:nvPr/>
        </p:nvSpPr>
        <p:spPr bwMode="auto">
          <a:xfrm>
            <a:off x="2411413" y="1052513"/>
            <a:ext cx="6119812" cy="457200"/>
          </a:xfrm>
          <a:prstGeom prst="rect">
            <a:avLst/>
          </a:prstGeom>
          <a:noFill/>
          <a:ln w="9525">
            <a:noFill/>
            <a:miter lim="800000"/>
            <a:headEnd/>
            <a:tailEnd/>
          </a:ln>
        </p:spPr>
        <p:txBody>
          <a:bodyPr>
            <a:spAutoFit/>
          </a:bodyPr>
          <a:lstStyle/>
          <a:p>
            <a:pPr>
              <a:spcBef>
                <a:spcPct val="50000"/>
              </a:spcBef>
            </a:pPr>
            <a:r>
              <a:rPr lang="zh-CN" altLang="en-US" sz="2400">
                <a:latin typeface="楷体_GB2312" pitchFamily="49" charset="-122"/>
                <a:ea typeface="楷体_GB2312" pitchFamily="49" charset="-122"/>
              </a:rPr>
              <a:t>质点运动轨迹为圆周的运动</a:t>
            </a:r>
          </a:p>
        </p:txBody>
      </p:sp>
      <p:sp>
        <p:nvSpPr>
          <p:cNvPr id="88100" name="Text Box 36"/>
          <p:cNvSpPr txBox="1">
            <a:spLocks noChangeArrowheads="1"/>
          </p:cNvSpPr>
          <p:nvPr/>
        </p:nvSpPr>
        <p:spPr bwMode="auto">
          <a:xfrm>
            <a:off x="395288" y="1628775"/>
            <a:ext cx="2232025" cy="457200"/>
          </a:xfrm>
          <a:prstGeom prst="rect">
            <a:avLst/>
          </a:prstGeom>
          <a:noFill/>
          <a:ln w="9525">
            <a:noFill/>
            <a:miter lim="800000"/>
            <a:headEnd/>
            <a:tailEnd/>
          </a:ln>
        </p:spPr>
        <p:txBody>
          <a:bodyPr>
            <a:spAutoFit/>
          </a:bodyPr>
          <a:lstStyle/>
          <a:p>
            <a:pPr>
              <a:spcBef>
                <a:spcPct val="50000"/>
              </a:spcBef>
            </a:pPr>
            <a:r>
              <a:rPr lang="en-US" altLang="zh-CN" sz="2400">
                <a:solidFill>
                  <a:srgbClr val="FF6600"/>
                </a:solidFill>
                <a:latin typeface="Times New Roman" pitchFamily="18" charset="0"/>
              </a:rPr>
              <a:t>1</a:t>
            </a:r>
            <a:r>
              <a:rPr lang="zh-CN" altLang="en-US" sz="2400">
                <a:solidFill>
                  <a:srgbClr val="FF6600"/>
                </a:solidFill>
                <a:latin typeface="Times New Roman" pitchFamily="18" charset="0"/>
              </a:rPr>
              <a:t>、线量描述</a:t>
            </a:r>
          </a:p>
        </p:txBody>
      </p:sp>
      <p:sp>
        <p:nvSpPr>
          <p:cNvPr id="88121" name="Text Box 57"/>
          <p:cNvSpPr txBox="1">
            <a:spLocks noChangeArrowheads="1"/>
          </p:cNvSpPr>
          <p:nvPr/>
        </p:nvSpPr>
        <p:spPr bwMode="auto">
          <a:xfrm>
            <a:off x="250825" y="2133600"/>
            <a:ext cx="2303463" cy="457200"/>
          </a:xfrm>
          <a:prstGeom prst="rect">
            <a:avLst/>
          </a:prstGeom>
          <a:noFill/>
          <a:ln w="9525">
            <a:noFill/>
            <a:miter lim="800000"/>
            <a:headEnd/>
            <a:tailEnd/>
          </a:ln>
        </p:spPr>
        <p:txBody>
          <a:bodyPr>
            <a:spAutoFit/>
          </a:bodyPr>
          <a:lstStyle/>
          <a:p>
            <a:pPr>
              <a:spcBef>
                <a:spcPct val="50000"/>
              </a:spcBef>
            </a:pPr>
            <a:r>
              <a:rPr lang="zh-CN" altLang="en-US" sz="2400">
                <a:latin typeface="Times New Roman" pitchFamily="18" charset="0"/>
              </a:rPr>
              <a:t>自然坐标系中</a:t>
            </a:r>
          </a:p>
        </p:txBody>
      </p:sp>
      <p:sp>
        <p:nvSpPr>
          <p:cNvPr id="88127" name="Freeform 63"/>
          <p:cNvSpPr>
            <a:spLocks/>
          </p:cNvSpPr>
          <p:nvPr/>
        </p:nvSpPr>
        <p:spPr bwMode="auto">
          <a:xfrm>
            <a:off x="6300788" y="4084638"/>
            <a:ext cx="1905000" cy="857250"/>
          </a:xfrm>
          <a:custGeom>
            <a:avLst/>
            <a:gdLst>
              <a:gd name="T0" fmla="*/ 2147483647 w 915"/>
              <a:gd name="T1" fmla="*/ 740925801 h 540"/>
              <a:gd name="T2" fmla="*/ 2147483647 w 915"/>
              <a:gd name="T3" fmla="*/ 635079286 h 540"/>
              <a:gd name="T4" fmla="*/ 2147483647 w 915"/>
              <a:gd name="T5" fmla="*/ 604837425 h 540"/>
              <a:gd name="T6" fmla="*/ 2147483647 w 915"/>
              <a:gd name="T7" fmla="*/ 514111841 h 540"/>
              <a:gd name="T8" fmla="*/ 2147483647 w 915"/>
              <a:gd name="T9" fmla="*/ 362902435 h 540"/>
              <a:gd name="T10" fmla="*/ 2147483647 w 915"/>
              <a:gd name="T11" fmla="*/ 302418712 h 540"/>
              <a:gd name="T12" fmla="*/ 2147483647 w 915"/>
              <a:gd name="T13" fmla="*/ 226814059 h 540"/>
              <a:gd name="T14" fmla="*/ 1872542152 w 915"/>
              <a:gd name="T15" fmla="*/ 136088426 h 540"/>
              <a:gd name="T16" fmla="*/ 416120724 w 915"/>
              <a:gd name="T17" fmla="*/ 272176851 h 540"/>
              <a:gd name="T18" fmla="*/ 260075176 w 915"/>
              <a:gd name="T19" fmla="*/ 423386257 h 540"/>
              <a:gd name="T20" fmla="*/ 78021733 w 915"/>
              <a:gd name="T21" fmla="*/ 650200217 h 540"/>
              <a:gd name="T22" fmla="*/ 26007936 w 915"/>
              <a:gd name="T23" fmla="*/ 740925801 h 540"/>
              <a:gd name="T24" fmla="*/ 0 w 915"/>
              <a:gd name="T25" fmla="*/ 786288593 h 540"/>
              <a:gd name="T26" fmla="*/ 52015871 w 915"/>
              <a:gd name="T27" fmla="*/ 967739959 h 540"/>
              <a:gd name="T28" fmla="*/ 182053476 w 915"/>
              <a:gd name="T29" fmla="*/ 1043344613 h 540"/>
              <a:gd name="T30" fmla="*/ 754217666 w 915"/>
              <a:gd name="T31" fmla="*/ 1194553919 h 540"/>
              <a:gd name="T32" fmla="*/ 1690488742 w 915"/>
              <a:gd name="T33" fmla="*/ 1360884157 h 540"/>
              <a:gd name="T34" fmla="*/ 2147483647 w 915"/>
              <a:gd name="T35" fmla="*/ 1315521365 h 540"/>
              <a:gd name="T36" fmla="*/ 2147483647 w 915"/>
              <a:gd name="T37" fmla="*/ 1164312058 h 540"/>
              <a:gd name="T38" fmla="*/ 2147483647 w 915"/>
              <a:gd name="T39" fmla="*/ 922377167 h 540"/>
              <a:gd name="T40" fmla="*/ 2147483647 w 915"/>
              <a:gd name="T41" fmla="*/ 740925801 h 5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15"/>
              <a:gd name="T64" fmla="*/ 0 h 540"/>
              <a:gd name="T65" fmla="*/ 915 w 915"/>
              <a:gd name="T66" fmla="*/ 540 h 5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15" h="540">
                <a:moveTo>
                  <a:pt x="882" y="294"/>
                </a:moveTo>
                <a:cubicBezTo>
                  <a:pt x="880" y="280"/>
                  <a:pt x="882" y="265"/>
                  <a:pt x="876" y="252"/>
                </a:cubicBezTo>
                <a:cubicBezTo>
                  <a:pt x="873" y="245"/>
                  <a:pt x="862" y="246"/>
                  <a:pt x="858" y="240"/>
                </a:cubicBezTo>
                <a:cubicBezTo>
                  <a:pt x="851" y="229"/>
                  <a:pt x="857" y="211"/>
                  <a:pt x="846" y="204"/>
                </a:cubicBezTo>
                <a:cubicBezTo>
                  <a:pt x="813" y="182"/>
                  <a:pt x="782" y="157"/>
                  <a:pt x="744" y="144"/>
                </a:cubicBezTo>
                <a:cubicBezTo>
                  <a:pt x="707" y="132"/>
                  <a:pt x="668" y="129"/>
                  <a:pt x="630" y="120"/>
                </a:cubicBezTo>
                <a:cubicBezTo>
                  <a:pt x="607" y="114"/>
                  <a:pt x="592" y="99"/>
                  <a:pt x="570" y="90"/>
                </a:cubicBezTo>
                <a:cubicBezTo>
                  <a:pt x="526" y="72"/>
                  <a:pt x="479" y="62"/>
                  <a:pt x="432" y="54"/>
                </a:cubicBezTo>
                <a:cubicBezTo>
                  <a:pt x="308" y="57"/>
                  <a:pt x="168" y="0"/>
                  <a:pt x="96" y="108"/>
                </a:cubicBezTo>
                <a:cubicBezTo>
                  <a:pt x="89" y="136"/>
                  <a:pt x="81" y="147"/>
                  <a:pt x="60" y="168"/>
                </a:cubicBezTo>
                <a:cubicBezTo>
                  <a:pt x="49" y="200"/>
                  <a:pt x="29" y="225"/>
                  <a:pt x="18" y="258"/>
                </a:cubicBezTo>
                <a:cubicBezTo>
                  <a:pt x="14" y="270"/>
                  <a:pt x="10" y="282"/>
                  <a:pt x="6" y="294"/>
                </a:cubicBezTo>
                <a:cubicBezTo>
                  <a:pt x="4" y="300"/>
                  <a:pt x="0" y="312"/>
                  <a:pt x="0" y="312"/>
                </a:cubicBezTo>
                <a:cubicBezTo>
                  <a:pt x="2" y="329"/>
                  <a:pt x="2" y="364"/>
                  <a:pt x="12" y="384"/>
                </a:cubicBezTo>
                <a:cubicBezTo>
                  <a:pt x="26" y="411"/>
                  <a:pt x="20" y="395"/>
                  <a:pt x="42" y="414"/>
                </a:cubicBezTo>
                <a:cubicBezTo>
                  <a:pt x="101" y="467"/>
                  <a:pt x="85" y="465"/>
                  <a:pt x="174" y="474"/>
                </a:cubicBezTo>
                <a:cubicBezTo>
                  <a:pt x="242" y="508"/>
                  <a:pt x="315" y="525"/>
                  <a:pt x="390" y="540"/>
                </a:cubicBezTo>
                <a:cubicBezTo>
                  <a:pt x="515" y="534"/>
                  <a:pt x="636" y="526"/>
                  <a:pt x="762" y="522"/>
                </a:cubicBezTo>
                <a:cubicBezTo>
                  <a:pt x="811" y="512"/>
                  <a:pt x="852" y="498"/>
                  <a:pt x="888" y="462"/>
                </a:cubicBezTo>
                <a:cubicBezTo>
                  <a:pt x="898" y="431"/>
                  <a:pt x="904" y="398"/>
                  <a:pt x="912" y="366"/>
                </a:cubicBezTo>
                <a:cubicBezTo>
                  <a:pt x="910" y="349"/>
                  <a:pt x="915" y="278"/>
                  <a:pt x="882" y="294"/>
                </a:cubicBezTo>
                <a:close/>
              </a:path>
            </a:pathLst>
          </a:custGeom>
          <a:solidFill>
            <a:srgbClr val="00CCFF">
              <a:alpha val="50195"/>
            </a:srgbClr>
          </a:solidFill>
          <a:ln w="9525">
            <a:solidFill>
              <a:srgbClr val="CCCCFF">
                <a:alpha val="70195"/>
              </a:srgbClr>
            </a:solidFill>
            <a:round/>
            <a:headEnd/>
            <a:tailEnd/>
          </a:ln>
        </p:spPr>
        <p:txBody>
          <a:bodyPr wrap="none" anchor="ctr"/>
          <a:lstStyle/>
          <a:p>
            <a:endParaRPr lang="zh-CN" altLang="en-US"/>
          </a:p>
        </p:txBody>
      </p:sp>
      <p:graphicFrame>
        <p:nvGraphicFramePr>
          <p:cNvPr id="88128" name="Object 64"/>
          <p:cNvGraphicFramePr>
            <a:graphicFrameLocks noChangeAspect="1"/>
          </p:cNvGraphicFramePr>
          <p:nvPr/>
        </p:nvGraphicFramePr>
        <p:xfrm>
          <a:off x="6943725" y="1981200"/>
          <a:ext cx="201613" cy="282575"/>
        </p:xfrm>
        <a:graphic>
          <a:graphicData uri="http://schemas.openxmlformats.org/presentationml/2006/ole">
            <p:oleObj spid="_x0000_s27650" name="公式" r:id="rId3" imgW="126720" imgH="177480" progId="Equation.3">
              <p:embed/>
            </p:oleObj>
          </a:graphicData>
        </a:graphic>
      </p:graphicFrame>
      <p:sp>
        <p:nvSpPr>
          <p:cNvPr id="88129" name="Line 65"/>
          <p:cNvSpPr>
            <a:spLocks noChangeShapeType="1"/>
          </p:cNvSpPr>
          <p:nvPr/>
        </p:nvSpPr>
        <p:spPr bwMode="auto">
          <a:xfrm flipV="1">
            <a:off x="6605588" y="2789238"/>
            <a:ext cx="1066800" cy="1752600"/>
          </a:xfrm>
          <a:prstGeom prst="line">
            <a:avLst/>
          </a:prstGeom>
          <a:noFill/>
          <a:ln w="28575">
            <a:solidFill>
              <a:srgbClr val="000099"/>
            </a:solidFill>
            <a:round/>
            <a:headEnd/>
            <a:tailEnd type="triangle" w="sm" len="lg"/>
          </a:ln>
        </p:spPr>
        <p:txBody>
          <a:bodyPr wrap="none" anchor="ctr"/>
          <a:lstStyle/>
          <a:p>
            <a:endParaRPr lang="zh-CN" altLang="en-US"/>
          </a:p>
        </p:txBody>
      </p:sp>
      <p:graphicFrame>
        <p:nvGraphicFramePr>
          <p:cNvPr id="88130" name="Object 66"/>
          <p:cNvGraphicFramePr>
            <a:graphicFrameLocks noChangeAspect="1"/>
          </p:cNvGraphicFramePr>
          <p:nvPr/>
        </p:nvGraphicFramePr>
        <p:xfrm>
          <a:off x="6019800" y="3511550"/>
          <a:ext cx="468313" cy="328613"/>
        </p:xfrm>
        <a:graphic>
          <a:graphicData uri="http://schemas.openxmlformats.org/presentationml/2006/ole">
            <p:oleObj spid="_x0000_s27651" name="公式" r:id="rId4" imgW="291960" imgH="203040" progId="Equation.3">
              <p:embed/>
            </p:oleObj>
          </a:graphicData>
        </a:graphic>
      </p:graphicFrame>
      <p:graphicFrame>
        <p:nvGraphicFramePr>
          <p:cNvPr id="88131" name="Object 67"/>
          <p:cNvGraphicFramePr>
            <a:graphicFrameLocks noChangeAspect="1"/>
          </p:cNvGraphicFramePr>
          <p:nvPr/>
        </p:nvGraphicFramePr>
        <p:xfrm>
          <a:off x="7234238" y="3602038"/>
          <a:ext cx="954087" cy="327025"/>
        </p:xfrm>
        <a:graphic>
          <a:graphicData uri="http://schemas.openxmlformats.org/presentationml/2006/ole">
            <p:oleObj spid="_x0000_s27652" name="公式" r:id="rId5" imgW="583920" imgH="203040" progId="Equation.3">
              <p:embed/>
            </p:oleObj>
          </a:graphicData>
        </a:graphic>
      </p:graphicFrame>
      <p:graphicFrame>
        <p:nvGraphicFramePr>
          <p:cNvPr id="88132" name="Object 68"/>
          <p:cNvGraphicFramePr>
            <a:graphicFrameLocks noChangeAspect="1"/>
          </p:cNvGraphicFramePr>
          <p:nvPr/>
        </p:nvGraphicFramePr>
        <p:xfrm>
          <a:off x="6875463" y="2746375"/>
          <a:ext cx="346075" cy="263525"/>
        </p:xfrm>
        <a:graphic>
          <a:graphicData uri="http://schemas.openxmlformats.org/presentationml/2006/ole">
            <p:oleObj spid="_x0000_s27653" name="公式" r:id="rId6" imgW="215640" imgH="164880" progId="Equation.3">
              <p:embed/>
            </p:oleObj>
          </a:graphicData>
        </a:graphic>
      </p:graphicFrame>
      <p:graphicFrame>
        <p:nvGraphicFramePr>
          <p:cNvPr id="88133" name="Object 69"/>
          <p:cNvGraphicFramePr>
            <a:graphicFrameLocks noChangeAspect="1"/>
          </p:cNvGraphicFramePr>
          <p:nvPr/>
        </p:nvGraphicFramePr>
        <p:xfrm>
          <a:off x="6456363" y="2305050"/>
          <a:ext cx="261937" cy="261938"/>
        </p:xfrm>
        <a:graphic>
          <a:graphicData uri="http://schemas.openxmlformats.org/presentationml/2006/ole">
            <p:oleObj spid="_x0000_s27654" name="公式" r:id="rId7" imgW="164880" imgH="164880" progId="Equation.3">
              <p:embed/>
            </p:oleObj>
          </a:graphicData>
        </a:graphic>
      </p:graphicFrame>
      <p:graphicFrame>
        <p:nvGraphicFramePr>
          <p:cNvPr id="88134" name="Object 70"/>
          <p:cNvGraphicFramePr>
            <a:graphicFrameLocks noChangeAspect="1"/>
          </p:cNvGraphicFramePr>
          <p:nvPr/>
        </p:nvGraphicFramePr>
        <p:xfrm>
          <a:off x="7226300" y="2284413"/>
          <a:ext cx="323850" cy="282575"/>
        </p:xfrm>
        <a:graphic>
          <a:graphicData uri="http://schemas.openxmlformats.org/presentationml/2006/ole">
            <p:oleObj spid="_x0000_s27655" name="公式" r:id="rId8" imgW="203040" imgH="177480" progId="Equation.3">
              <p:embed/>
            </p:oleObj>
          </a:graphicData>
        </a:graphic>
      </p:graphicFrame>
      <p:sp>
        <p:nvSpPr>
          <p:cNvPr id="88135" name="Line 71"/>
          <p:cNvSpPr>
            <a:spLocks noChangeShapeType="1"/>
          </p:cNvSpPr>
          <p:nvPr/>
        </p:nvSpPr>
        <p:spPr bwMode="auto">
          <a:xfrm flipV="1">
            <a:off x="6605588" y="2560638"/>
            <a:ext cx="0" cy="1981200"/>
          </a:xfrm>
          <a:prstGeom prst="line">
            <a:avLst/>
          </a:prstGeom>
          <a:noFill/>
          <a:ln w="28575">
            <a:solidFill>
              <a:srgbClr val="000099"/>
            </a:solidFill>
            <a:round/>
            <a:headEnd/>
            <a:tailEnd type="triangle" w="sm" len="lg"/>
          </a:ln>
        </p:spPr>
        <p:txBody>
          <a:bodyPr wrap="none" anchor="ctr"/>
          <a:lstStyle/>
          <a:p>
            <a:endParaRPr lang="zh-CN" altLang="en-US"/>
          </a:p>
        </p:txBody>
      </p:sp>
      <p:sp>
        <p:nvSpPr>
          <p:cNvPr id="88136" name="Line 72"/>
          <p:cNvSpPr>
            <a:spLocks noChangeShapeType="1"/>
          </p:cNvSpPr>
          <p:nvPr/>
        </p:nvSpPr>
        <p:spPr bwMode="auto">
          <a:xfrm>
            <a:off x="6615113" y="2579688"/>
            <a:ext cx="1066800" cy="228600"/>
          </a:xfrm>
          <a:prstGeom prst="line">
            <a:avLst/>
          </a:prstGeom>
          <a:noFill/>
          <a:ln w="57150">
            <a:solidFill>
              <a:srgbClr val="CC0000"/>
            </a:solidFill>
            <a:round/>
            <a:headEnd/>
            <a:tailEnd type="triangle" w="sm" len="lg"/>
          </a:ln>
        </p:spPr>
        <p:txBody>
          <a:bodyPr wrap="none" anchor="ctr"/>
          <a:lstStyle/>
          <a:p>
            <a:endParaRPr lang="zh-CN" altLang="en-US"/>
          </a:p>
        </p:txBody>
      </p:sp>
      <p:sp>
        <p:nvSpPr>
          <p:cNvPr id="88137" name="Line 73"/>
          <p:cNvSpPr>
            <a:spLocks noChangeShapeType="1"/>
          </p:cNvSpPr>
          <p:nvPr/>
        </p:nvSpPr>
        <p:spPr bwMode="auto">
          <a:xfrm flipV="1">
            <a:off x="6605588" y="2205038"/>
            <a:ext cx="576262" cy="355600"/>
          </a:xfrm>
          <a:prstGeom prst="line">
            <a:avLst/>
          </a:prstGeom>
          <a:noFill/>
          <a:ln w="38100">
            <a:solidFill>
              <a:srgbClr val="00CC00"/>
            </a:solidFill>
            <a:round/>
            <a:headEnd/>
            <a:tailEnd type="triangle" w="sm" len="lg"/>
          </a:ln>
        </p:spPr>
        <p:txBody>
          <a:bodyPr wrap="none" anchor="ctr"/>
          <a:lstStyle/>
          <a:p>
            <a:endParaRPr lang="zh-CN" altLang="en-US"/>
          </a:p>
        </p:txBody>
      </p:sp>
      <p:graphicFrame>
        <p:nvGraphicFramePr>
          <p:cNvPr id="88139" name="Object 75"/>
          <p:cNvGraphicFramePr>
            <a:graphicFrameLocks noChangeAspect="1"/>
          </p:cNvGraphicFramePr>
          <p:nvPr/>
        </p:nvGraphicFramePr>
        <p:xfrm>
          <a:off x="7639050" y="2468563"/>
          <a:ext cx="261938" cy="322262"/>
        </p:xfrm>
        <a:graphic>
          <a:graphicData uri="http://schemas.openxmlformats.org/presentationml/2006/ole">
            <p:oleObj spid="_x0000_s27656" name="公式" r:id="rId9" imgW="164880" imgH="203040" progId="Equation.3">
              <p:embed/>
            </p:oleObj>
          </a:graphicData>
        </a:graphic>
      </p:graphicFrame>
      <p:graphicFrame>
        <p:nvGraphicFramePr>
          <p:cNvPr id="88140" name="Object 76"/>
          <p:cNvGraphicFramePr>
            <a:graphicFrameLocks noChangeAspect="1"/>
          </p:cNvGraphicFramePr>
          <p:nvPr/>
        </p:nvGraphicFramePr>
        <p:xfrm>
          <a:off x="6199188" y="2836863"/>
          <a:ext cx="301625" cy="344487"/>
        </p:xfrm>
        <a:graphic>
          <a:graphicData uri="http://schemas.openxmlformats.org/presentationml/2006/ole">
            <p:oleObj spid="_x0000_s27657" name="公式" r:id="rId10" imgW="190440" imgH="215640" progId="Equation.3">
              <p:embed/>
            </p:oleObj>
          </a:graphicData>
        </a:graphic>
      </p:graphicFrame>
      <p:sp>
        <p:nvSpPr>
          <p:cNvPr id="88141" name="Line 77"/>
          <p:cNvSpPr>
            <a:spLocks noChangeShapeType="1"/>
          </p:cNvSpPr>
          <p:nvPr/>
        </p:nvSpPr>
        <p:spPr bwMode="auto">
          <a:xfrm rot="20803377" flipV="1">
            <a:off x="5975350" y="2566988"/>
            <a:ext cx="381000" cy="228600"/>
          </a:xfrm>
          <a:prstGeom prst="line">
            <a:avLst/>
          </a:prstGeom>
          <a:noFill/>
          <a:ln w="38100">
            <a:solidFill>
              <a:srgbClr val="CC0099"/>
            </a:solidFill>
            <a:round/>
            <a:headEnd/>
            <a:tailEnd type="triangle" w="sm" len="lg"/>
          </a:ln>
        </p:spPr>
        <p:txBody>
          <a:bodyPr wrap="none" anchor="ctr"/>
          <a:lstStyle/>
          <a:p>
            <a:endParaRPr lang="zh-CN" altLang="en-US"/>
          </a:p>
        </p:txBody>
      </p:sp>
      <p:graphicFrame>
        <p:nvGraphicFramePr>
          <p:cNvPr id="88142" name="Object 78"/>
          <p:cNvGraphicFramePr>
            <a:graphicFrameLocks noChangeAspect="1"/>
          </p:cNvGraphicFramePr>
          <p:nvPr/>
        </p:nvGraphicFramePr>
        <p:xfrm>
          <a:off x="5956300" y="2341563"/>
          <a:ext cx="320675" cy="366712"/>
        </p:xfrm>
        <a:graphic>
          <a:graphicData uri="http://schemas.openxmlformats.org/presentationml/2006/ole">
            <p:oleObj spid="_x0000_s27658" name="公式" r:id="rId11" imgW="177480" imgH="203040" progId="Equation.3">
              <p:embed/>
            </p:oleObj>
          </a:graphicData>
        </a:graphic>
      </p:graphicFrame>
      <p:graphicFrame>
        <p:nvGraphicFramePr>
          <p:cNvPr id="88143" name="Object 79"/>
          <p:cNvGraphicFramePr>
            <a:graphicFrameLocks noChangeAspect="1"/>
          </p:cNvGraphicFramePr>
          <p:nvPr/>
        </p:nvGraphicFramePr>
        <p:xfrm>
          <a:off x="7889875" y="3070225"/>
          <a:ext cx="244475" cy="261938"/>
        </p:xfrm>
        <a:graphic>
          <a:graphicData uri="http://schemas.openxmlformats.org/presentationml/2006/ole">
            <p:oleObj spid="_x0000_s27659" name="公式" r:id="rId12" imgW="152280" imgH="164880" progId="Equation.3">
              <p:embed/>
            </p:oleObj>
          </a:graphicData>
        </a:graphic>
      </p:graphicFrame>
      <p:graphicFrame>
        <p:nvGraphicFramePr>
          <p:cNvPr id="88144" name="Object 80"/>
          <p:cNvGraphicFramePr>
            <a:graphicFrameLocks noChangeAspect="1"/>
          </p:cNvGraphicFramePr>
          <p:nvPr/>
        </p:nvGraphicFramePr>
        <p:xfrm>
          <a:off x="6424613" y="4546600"/>
          <a:ext cx="266700" cy="285750"/>
        </p:xfrm>
        <a:graphic>
          <a:graphicData uri="http://schemas.openxmlformats.org/presentationml/2006/ole">
            <p:oleObj spid="_x0000_s27660" name="公式" r:id="rId13" imgW="164880" imgH="177480" progId="Equation.3">
              <p:embed/>
            </p:oleObj>
          </a:graphicData>
        </a:graphic>
      </p:graphicFrame>
      <p:sp>
        <p:nvSpPr>
          <p:cNvPr id="88145" name="Rectangle 81"/>
          <p:cNvSpPr>
            <a:spLocks noChangeArrowheads="1"/>
          </p:cNvSpPr>
          <p:nvPr/>
        </p:nvSpPr>
        <p:spPr bwMode="auto">
          <a:xfrm>
            <a:off x="6829425" y="4370388"/>
            <a:ext cx="1279525" cy="396875"/>
          </a:xfrm>
          <a:prstGeom prst="rect">
            <a:avLst/>
          </a:prstGeom>
          <a:noFill/>
          <a:ln w="9525" algn="ctr">
            <a:noFill/>
            <a:miter lim="800000"/>
            <a:headEnd/>
            <a:tailEnd/>
          </a:ln>
        </p:spPr>
        <p:txBody>
          <a:bodyPr>
            <a:spAutoFit/>
          </a:bodyPr>
          <a:lstStyle/>
          <a:p>
            <a:pPr>
              <a:spcBef>
                <a:spcPct val="50000"/>
              </a:spcBef>
            </a:pPr>
            <a:r>
              <a:rPr kumimoji="1" lang="zh-CN" altLang="en-US" sz="2000">
                <a:solidFill>
                  <a:srgbClr val="000066"/>
                </a:solidFill>
                <a:latin typeface="Times New Roman" pitchFamily="18" charset="0"/>
                <a:ea typeface="楷体_GB2312" pitchFamily="49" charset="-122"/>
              </a:rPr>
              <a:t>参考物</a:t>
            </a:r>
          </a:p>
        </p:txBody>
      </p:sp>
      <p:sp>
        <p:nvSpPr>
          <p:cNvPr id="88146" name="Freeform 82"/>
          <p:cNvSpPr>
            <a:spLocks/>
          </p:cNvSpPr>
          <p:nvPr/>
        </p:nvSpPr>
        <p:spPr bwMode="auto">
          <a:xfrm>
            <a:off x="6097588" y="2473325"/>
            <a:ext cx="2279650" cy="638175"/>
          </a:xfrm>
          <a:custGeom>
            <a:avLst/>
            <a:gdLst>
              <a:gd name="T0" fmla="*/ 0 w 1436"/>
              <a:gd name="T1" fmla="*/ 874495144 h 402"/>
              <a:gd name="T2" fmla="*/ 241935017 w 1436"/>
              <a:gd name="T3" fmla="*/ 617437498 h 402"/>
              <a:gd name="T4" fmla="*/ 604837493 w 1436"/>
              <a:gd name="T5" fmla="*/ 299897808 h 402"/>
              <a:gd name="T6" fmla="*/ 914816011 w 1436"/>
              <a:gd name="T7" fmla="*/ 103327193 h 402"/>
              <a:gd name="T8" fmla="*/ 1345763377 w 1436"/>
              <a:gd name="T9" fmla="*/ 5040313 h 402"/>
              <a:gd name="T10" fmla="*/ 1837193282 w 1436"/>
              <a:gd name="T11" fmla="*/ 73083740 h 402"/>
              <a:gd name="T12" fmla="*/ 2147483647 w 1436"/>
              <a:gd name="T13" fmla="*/ 345262194 h 402"/>
              <a:gd name="T14" fmla="*/ 2147483647 w 1436"/>
              <a:gd name="T15" fmla="*/ 579635960 h 402"/>
              <a:gd name="T16" fmla="*/ 2147483647 w 1436"/>
              <a:gd name="T17" fmla="*/ 904737010 h 402"/>
              <a:gd name="T18" fmla="*/ 2147483647 w 1436"/>
              <a:gd name="T19" fmla="*/ 997981969 h 402"/>
              <a:gd name="T20" fmla="*/ 2147483647 w 1436"/>
              <a:gd name="T21" fmla="*/ 997981969 h 4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36"/>
              <a:gd name="T34" fmla="*/ 0 h 402"/>
              <a:gd name="T35" fmla="*/ 1436 w 1436"/>
              <a:gd name="T36" fmla="*/ 402 h 4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36" h="402">
                <a:moveTo>
                  <a:pt x="0" y="347"/>
                </a:moveTo>
                <a:cubicBezTo>
                  <a:pt x="16" y="330"/>
                  <a:pt x="56" y="283"/>
                  <a:pt x="96" y="245"/>
                </a:cubicBezTo>
                <a:cubicBezTo>
                  <a:pt x="136" y="207"/>
                  <a:pt x="196" y="153"/>
                  <a:pt x="240" y="119"/>
                </a:cubicBezTo>
                <a:cubicBezTo>
                  <a:pt x="284" y="85"/>
                  <a:pt x="314" y="60"/>
                  <a:pt x="363" y="41"/>
                </a:cubicBezTo>
                <a:cubicBezTo>
                  <a:pt x="412" y="22"/>
                  <a:pt x="473" y="4"/>
                  <a:pt x="534" y="2"/>
                </a:cubicBezTo>
                <a:cubicBezTo>
                  <a:pt x="595" y="0"/>
                  <a:pt x="665" y="7"/>
                  <a:pt x="729" y="29"/>
                </a:cubicBezTo>
                <a:cubicBezTo>
                  <a:pt x="793" y="51"/>
                  <a:pt x="867" y="103"/>
                  <a:pt x="918" y="137"/>
                </a:cubicBezTo>
                <a:cubicBezTo>
                  <a:pt x="969" y="171"/>
                  <a:pt x="982" y="193"/>
                  <a:pt x="1032" y="230"/>
                </a:cubicBezTo>
                <a:cubicBezTo>
                  <a:pt x="1082" y="267"/>
                  <a:pt x="1162" y="331"/>
                  <a:pt x="1217" y="359"/>
                </a:cubicBezTo>
                <a:cubicBezTo>
                  <a:pt x="1272" y="387"/>
                  <a:pt x="1327" y="390"/>
                  <a:pt x="1363" y="396"/>
                </a:cubicBezTo>
                <a:cubicBezTo>
                  <a:pt x="1399" y="402"/>
                  <a:pt x="1417" y="399"/>
                  <a:pt x="1436" y="396"/>
                </a:cubicBezTo>
              </a:path>
            </a:pathLst>
          </a:custGeom>
          <a:noFill/>
          <a:ln w="38100">
            <a:solidFill>
              <a:schemeClr val="hlink"/>
            </a:solidFill>
            <a:round/>
            <a:headEnd/>
            <a:tailEnd/>
          </a:ln>
        </p:spPr>
        <p:txBody>
          <a:bodyPr/>
          <a:lstStyle/>
          <a:p>
            <a:endParaRPr lang="zh-CN" altLang="en-US"/>
          </a:p>
        </p:txBody>
      </p:sp>
      <p:sp>
        <p:nvSpPr>
          <p:cNvPr id="88147" name="Rectangle 83"/>
          <p:cNvSpPr>
            <a:spLocks noChangeArrowheads="1"/>
          </p:cNvSpPr>
          <p:nvPr/>
        </p:nvSpPr>
        <p:spPr bwMode="auto">
          <a:xfrm>
            <a:off x="6110288" y="2432050"/>
            <a:ext cx="292100" cy="461963"/>
          </a:xfrm>
          <a:prstGeom prst="rect">
            <a:avLst/>
          </a:prstGeom>
          <a:noFill/>
          <a:ln w="9525">
            <a:noFill/>
            <a:miter lim="800000"/>
            <a:headEnd/>
            <a:tailEnd/>
          </a:ln>
        </p:spPr>
        <p:txBody>
          <a:bodyPr wrap="none" anchor="ctr">
            <a:spAutoFit/>
          </a:bodyPr>
          <a:lstStyle/>
          <a:p>
            <a:pPr algn="ctr"/>
            <a:r>
              <a:rPr kumimoji="1" lang="en-US" altLang="zh-CN" sz="2400">
                <a:solidFill>
                  <a:srgbClr val="008000"/>
                </a:solidFill>
                <a:latin typeface="Times New Roman" pitchFamily="18" charset="0"/>
              </a:rPr>
              <a:t>•</a:t>
            </a:r>
          </a:p>
        </p:txBody>
      </p:sp>
      <p:graphicFrame>
        <p:nvGraphicFramePr>
          <p:cNvPr id="88148" name="Object 84"/>
          <p:cNvGraphicFramePr>
            <a:graphicFrameLocks noChangeAspect="1"/>
          </p:cNvGraphicFramePr>
          <p:nvPr/>
        </p:nvGraphicFramePr>
        <p:xfrm>
          <a:off x="6338888" y="2025650"/>
          <a:ext cx="400050" cy="323850"/>
        </p:xfrm>
        <a:graphic>
          <a:graphicData uri="http://schemas.openxmlformats.org/presentationml/2006/ole">
            <p:oleObj spid="_x0000_s27661" name="公式" r:id="rId14" imgW="266400" imgH="215640" progId="Equation.3">
              <p:embed/>
            </p:oleObj>
          </a:graphicData>
        </a:graphic>
      </p:graphicFrame>
      <p:graphicFrame>
        <p:nvGraphicFramePr>
          <p:cNvPr id="88149" name="Object 85"/>
          <p:cNvGraphicFramePr>
            <a:graphicFrameLocks noChangeAspect="1"/>
          </p:cNvGraphicFramePr>
          <p:nvPr/>
        </p:nvGraphicFramePr>
        <p:xfrm>
          <a:off x="7910513" y="2432050"/>
          <a:ext cx="838200" cy="323850"/>
        </p:xfrm>
        <a:graphic>
          <a:graphicData uri="http://schemas.openxmlformats.org/presentationml/2006/ole">
            <p:oleObj spid="_x0000_s27662" name="公式" r:id="rId15" imgW="558720" imgH="215640" progId="Equation.3">
              <p:embed/>
            </p:oleObj>
          </a:graphicData>
        </a:graphic>
      </p:graphicFrame>
      <p:graphicFrame>
        <p:nvGraphicFramePr>
          <p:cNvPr id="88150" name="Object 86"/>
          <p:cNvGraphicFramePr>
            <a:graphicFrameLocks noChangeAspect="1"/>
          </p:cNvGraphicFramePr>
          <p:nvPr>
            <p:ph sz="half" idx="1"/>
          </p:nvPr>
        </p:nvGraphicFramePr>
        <p:xfrm>
          <a:off x="2268538" y="2159000"/>
          <a:ext cx="965200" cy="406400"/>
        </p:xfrm>
        <a:graphic>
          <a:graphicData uri="http://schemas.openxmlformats.org/presentationml/2006/ole">
            <p:oleObj spid="_x0000_s27663" name="公式" r:id="rId16" imgW="482400" imgH="203040" progId="Equation.3">
              <p:embed/>
            </p:oleObj>
          </a:graphicData>
        </a:graphic>
      </p:graphicFrame>
      <p:graphicFrame>
        <p:nvGraphicFramePr>
          <p:cNvPr id="88156" name="Object 92"/>
          <p:cNvGraphicFramePr>
            <a:graphicFrameLocks noChangeAspect="1"/>
          </p:cNvGraphicFramePr>
          <p:nvPr>
            <p:ph sz="quarter" idx="3"/>
          </p:nvPr>
        </p:nvGraphicFramePr>
        <p:xfrm>
          <a:off x="2195513" y="2933700"/>
          <a:ext cx="1158875" cy="352425"/>
        </p:xfrm>
        <a:graphic>
          <a:graphicData uri="http://schemas.openxmlformats.org/presentationml/2006/ole">
            <p:oleObj spid="_x0000_s27664" name="公式" r:id="rId17" imgW="583920" imgH="177480" progId="Equation.3">
              <p:embed/>
            </p:oleObj>
          </a:graphicData>
        </a:graphic>
      </p:graphicFrame>
      <p:sp>
        <p:nvSpPr>
          <p:cNvPr id="88152" name="Text Box 88"/>
          <p:cNvSpPr txBox="1">
            <a:spLocks noChangeArrowheads="1"/>
          </p:cNvSpPr>
          <p:nvPr/>
        </p:nvSpPr>
        <p:spPr bwMode="auto">
          <a:xfrm>
            <a:off x="395288" y="2925763"/>
            <a:ext cx="2133600" cy="461962"/>
          </a:xfrm>
          <a:prstGeom prst="rect">
            <a:avLst/>
          </a:prstGeom>
          <a:noFill/>
          <a:ln w="9525">
            <a:noFill/>
            <a:miter lim="800000"/>
            <a:headEnd/>
            <a:tailEnd/>
          </a:ln>
        </p:spPr>
        <p:txBody>
          <a:bodyPr>
            <a:spAutoFit/>
          </a:bodyPr>
          <a:lstStyle/>
          <a:p>
            <a:pPr>
              <a:spcBef>
                <a:spcPct val="50000"/>
              </a:spcBef>
            </a:pPr>
            <a:r>
              <a:rPr kumimoji="1" lang="zh-CN" altLang="en-US" sz="2400">
                <a:latin typeface="Times New Roman" pitchFamily="18" charset="0"/>
              </a:rPr>
              <a:t>当</a:t>
            </a:r>
            <a:r>
              <a:rPr kumimoji="1" lang="en-US" altLang="zh-CN" sz="2400">
                <a:solidFill>
                  <a:srgbClr val="FF6600"/>
                </a:solidFill>
                <a:latin typeface="Times New Roman" pitchFamily="18" charset="0"/>
                <a:sym typeface="Wingdings" pitchFamily="2" charset="2"/>
              </a:rPr>
              <a:t>△</a:t>
            </a:r>
            <a:r>
              <a:rPr kumimoji="1" lang="en-US" altLang="zh-CN" sz="2400" i="1">
                <a:solidFill>
                  <a:srgbClr val="FF6600"/>
                </a:solidFill>
                <a:latin typeface="Times New Roman" pitchFamily="18" charset="0"/>
                <a:sym typeface="Wingdings" pitchFamily="2" charset="2"/>
              </a:rPr>
              <a:t>t</a:t>
            </a:r>
            <a:r>
              <a:rPr kumimoji="1" lang="en-US" altLang="zh-CN" sz="2400">
                <a:solidFill>
                  <a:srgbClr val="FF6600"/>
                </a:solidFill>
                <a:latin typeface="Times New Roman" pitchFamily="18" charset="0"/>
                <a:sym typeface="Wingdings" pitchFamily="2" charset="2"/>
              </a:rPr>
              <a:t>→0 </a:t>
            </a:r>
            <a:r>
              <a:rPr kumimoji="1" lang="zh-CN" altLang="en-US" sz="2400">
                <a:latin typeface="Times New Roman" pitchFamily="18" charset="0"/>
                <a:sym typeface="Wingdings" pitchFamily="2" charset="2"/>
              </a:rPr>
              <a:t>时</a:t>
            </a:r>
          </a:p>
        </p:txBody>
      </p:sp>
      <p:graphicFrame>
        <p:nvGraphicFramePr>
          <p:cNvPr id="88163" name="Object 99"/>
          <p:cNvGraphicFramePr>
            <a:graphicFrameLocks noChangeAspect="1"/>
          </p:cNvGraphicFramePr>
          <p:nvPr>
            <p:ph sz="quarter" idx="2"/>
          </p:nvPr>
        </p:nvGraphicFramePr>
        <p:xfrm>
          <a:off x="1763713" y="3573463"/>
          <a:ext cx="1727200" cy="812800"/>
        </p:xfrm>
        <a:graphic>
          <a:graphicData uri="http://schemas.openxmlformats.org/presentationml/2006/ole">
            <p:oleObj spid="_x0000_s27665" name="公式" r:id="rId18" imgW="863280" imgH="406080" progId="Equation.3">
              <p:embed/>
            </p:oleObj>
          </a:graphicData>
        </a:graphic>
      </p:graphicFrame>
      <p:sp>
        <p:nvSpPr>
          <p:cNvPr id="88166" name="Text Box 102"/>
          <p:cNvSpPr txBox="1">
            <a:spLocks noChangeArrowheads="1"/>
          </p:cNvSpPr>
          <p:nvPr/>
        </p:nvSpPr>
        <p:spPr bwMode="auto">
          <a:xfrm>
            <a:off x="250825" y="4652963"/>
            <a:ext cx="6119813" cy="457200"/>
          </a:xfrm>
          <a:prstGeom prst="rect">
            <a:avLst/>
          </a:prstGeom>
          <a:noFill/>
          <a:ln w="9525">
            <a:noFill/>
            <a:miter lim="800000"/>
            <a:headEnd/>
            <a:tailEnd/>
          </a:ln>
        </p:spPr>
        <p:txBody>
          <a:bodyPr>
            <a:spAutoFit/>
          </a:bodyPr>
          <a:lstStyle/>
          <a:p>
            <a:pPr>
              <a:spcBef>
                <a:spcPct val="50000"/>
              </a:spcBef>
            </a:pPr>
            <a:r>
              <a:rPr lang="zh-CN" altLang="en-US" sz="2400">
                <a:latin typeface="Times New Roman" pitchFamily="18" charset="0"/>
              </a:rPr>
              <a:t>质点作半径是 </a:t>
            </a:r>
            <a:r>
              <a:rPr lang="en-US" altLang="zh-CN" sz="2400" i="1">
                <a:solidFill>
                  <a:srgbClr val="FF6600"/>
                </a:solidFill>
                <a:latin typeface="Times New Roman" pitchFamily="18" charset="0"/>
              </a:rPr>
              <a:t>R </a:t>
            </a:r>
            <a:r>
              <a:rPr lang="zh-CN" altLang="en-US" sz="2400">
                <a:latin typeface="Times New Roman" pitchFamily="18" charset="0"/>
              </a:rPr>
              <a:t>圆周运动时的加速度为 </a:t>
            </a:r>
          </a:p>
        </p:txBody>
      </p:sp>
      <p:graphicFrame>
        <p:nvGraphicFramePr>
          <p:cNvPr id="88170" name="Object 106"/>
          <p:cNvGraphicFramePr>
            <a:graphicFrameLocks noChangeAspect="1"/>
          </p:cNvGraphicFramePr>
          <p:nvPr/>
        </p:nvGraphicFramePr>
        <p:xfrm>
          <a:off x="1766888" y="5300663"/>
          <a:ext cx="1868487" cy="838200"/>
        </p:xfrm>
        <a:graphic>
          <a:graphicData uri="http://schemas.openxmlformats.org/presentationml/2006/ole">
            <p:oleObj spid="_x0000_s27666" name="Equation" r:id="rId19" imgW="990360" imgH="419040" progId="Equation.DSMT4">
              <p:embed/>
            </p:oleObj>
          </a:graphicData>
        </a:graphic>
      </p:graphicFrame>
      <p:graphicFrame>
        <p:nvGraphicFramePr>
          <p:cNvPr id="88171" name="Object 107"/>
          <p:cNvGraphicFramePr>
            <a:graphicFrameLocks noChangeAspect="1"/>
          </p:cNvGraphicFramePr>
          <p:nvPr/>
        </p:nvGraphicFramePr>
        <p:xfrm>
          <a:off x="4427538" y="5300663"/>
          <a:ext cx="2036762" cy="889000"/>
        </p:xfrm>
        <a:graphic>
          <a:graphicData uri="http://schemas.openxmlformats.org/presentationml/2006/ole">
            <p:oleObj spid="_x0000_s27667" name="Equation" r:id="rId20" imgW="1041120" imgH="44424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8066"/>
                                        </p:tgtEl>
                                        <p:attrNameLst>
                                          <p:attrName>style.visibility</p:attrName>
                                        </p:attrNameLst>
                                      </p:cBhvr>
                                      <p:to>
                                        <p:strVal val="visible"/>
                                      </p:to>
                                    </p:set>
                                    <p:animEffect transition="in" filter="wipe(left)">
                                      <p:cBhvr>
                                        <p:cTn id="7" dur="1000"/>
                                        <p:tgtEl>
                                          <p:spTgt spid="880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8067"/>
                                        </p:tgtEl>
                                        <p:attrNameLst>
                                          <p:attrName>style.visibility</p:attrName>
                                        </p:attrNameLst>
                                      </p:cBhvr>
                                      <p:to>
                                        <p:strVal val="visible"/>
                                      </p:to>
                                    </p:set>
                                    <p:animEffect transition="in" filter="wipe(left)">
                                      <p:cBhvr>
                                        <p:cTn id="12" dur="1000"/>
                                        <p:tgtEl>
                                          <p:spTgt spid="880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8099"/>
                                        </p:tgtEl>
                                        <p:attrNameLst>
                                          <p:attrName>style.visibility</p:attrName>
                                        </p:attrNameLst>
                                      </p:cBhvr>
                                      <p:to>
                                        <p:strVal val="visible"/>
                                      </p:to>
                                    </p:set>
                                    <p:animEffect transition="in" filter="wipe(left)">
                                      <p:cBhvr>
                                        <p:cTn id="17" dur="1000"/>
                                        <p:tgtEl>
                                          <p:spTgt spid="8809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8100"/>
                                        </p:tgtEl>
                                        <p:attrNameLst>
                                          <p:attrName>style.visibility</p:attrName>
                                        </p:attrNameLst>
                                      </p:cBhvr>
                                      <p:to>
                                        <p:strVal val="visible"/>
                                      </p:to>
                                    </p:set>
                                    <p:animEffect transition="in" filter="wipe(left)">
                                      <p:cBhvr>
                                        <p:cTn id="22" dur="1000"/>
                                        <p:tgtEl>
                                          <p:spTgt spid="8810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8146"/>
                                        </p:tgtEl>
                                        <p:attrNameLst>
                                          <p:attrName>style.visibility</p:attrName>
                                        </p:attrNameLst>
                                      </p:cBhvr>
                                      <p:to>
                                        <p:strVal val="visible"/>
                                      </p:to>
                                    </p:set>
                                    <p:animEffect transition="in" filter="wipe(left)">
                                      <p:cBhvr>
                                        <p:cTn id="27" dur="500"/>
                                        <p:tgtEl>
                                          <p:spTgt spid="88146"/>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88143"/>
                                        </p:tgtEl>
                                        <p:attrNameLst>
                                          <p:attrName>style.visibility</p:attrName>
                                        </p:attrNameLst>
                                      </p:cBhvr>
                                      <p:to>
                                        <p:strVal val="visible"/>
                                      </p:to>
                                    </p:set>
                                    <p:animEffect transition="in" filter="wipe(left)">
                                      <p:cBhvr>
                                        <p:cTn id="31" dur="500"/>
                                        <p:tgtEl>
                                          <p:spTgt spid="88143"/>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88147"/>
                                        </p:tgtEl>
                                        <p:attrNameLst>
                                          <p:attrName>style.visibility</p:attrName>
                                        </p:attrNameLst>
                                      </p:cBhvr>
                                      <p:to>
                                        <p:strVal val="visible"/>
                                      </p:to>
                                    </p:se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88140"/>
                                        </p:tgtEl>
                                        <p:attrNameLst>
                                          <p:attrName>style.visibility</p:attrName>
                                        </p:attrNameLst>
                                      </p:cBhvr>
                                      <p:to>
                                        <p:strVal val="visible"/>
                                      </p:to>
                                    </p:set>
                                    <p:animEffect transition="in" filter="wipe(left)">
                                      <p:cBhvr>
                                        <p:cTn id="39" dur="500"/>
                                        <p:tgtEl>
                                          <p:spTgt spid="8814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88141"/>
                                        </p:tgtEl>
                                        <p:attrNameLst>
                                          <p:attrName>style.visibility</p:attrName>
                                        </p:attrNameLst>
                                      </p:cBhvr>
                                      <p:to>
                                        <p:strVal val="visible"/>
                                      </p:to>
                                    </p:set>
                                    <p:animEffect transition="in" filter="wipe(left)">
                                      <p:cBhvr>
                                        <p:cTn id="44" dur="500"/>
                                        <p:tgtEl>
                                          <p:spTgt spid="88141"/>
                                        </p:tgtEl>
                                      </p:cBhvr>
                                    </p:animEffect>
                                  </p:childTnLst>
                                </p:cTn>
                              </p:par>
                            </p:childTnLst>
                          </p:cTn>
                        </p:par>
                        <p:par>
                          <p:cTn id="45" fill="hold">
                            <p:stCondLst>
                              <p:cond delay="500"/>
                            </p:stCondLst>
                            <p:childTnLst>
                              <p:par>
                                <p:cTn id="46" presetID="1" presetClass="entr" presetSubtype="0" fill="hold" nodeType="afterEffect">
                                  <p:stCondLst>
                                    <p:cond delay="0"/>
                                  </p:stCondLst>
                                  <p:childTnLst>
                                    <p:set>
                                      <p:cBhvr>
                                        <p:cTn id="47" dur="1" fill="hold">
                                          <p:stCondLst>
                                            <p:cond delay="499"/>
                                          </p:stCondLst>
                                        </p:cTn>
                                        <p:tgtEl>
                                          <p:spTgt spid="88142"/>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88121"/>
                                        </p:tgtEl>
                                        <p:attrNameLst>
                                          <p:attrName>style.visibility</p:attrName>
                                        </p:attrNameLst>
                                      </p:cBhvr>
                                      <p:to>
                                        <p:strVal val="visible"/>
                                      </p:to>
                                    </p:set>
                                    <p:animEffect transition="in" filter="wipe(left)">
                                      <p:cBhvr>
                                        <p:cTn id="52" dur="1000"/>
                                        <p:tgtEl>
                                          <p:spTgt spid="88121"/>
                                        </p:tgtEl>
                                      </p:cBhvr>
                                    </p:animEffect>
                                  </p:childTnLst>
                                </p:cTn>
                              </p:par>
                            </p:childTnLst>
                          </p:cTn>
                        </p:par>
                      </p:childTnLst>
                    </p:cTn>
                  </p:par>
                  <p:par>
                    <p:cTn id="53" fill="hold">
                      <p:stCondLst>
                        <p:cond delay="indefinite"/>
                      </p:stCondLst>
                      <p:childTnLst>
                        <p:par>
                          <p:cTn id="54" fill="hold">
                            <p:stCondLst>
                              <p:cond delay="0"/>
                            </p:stCondLst>
                            <p:childTnLst>
                              <p:par>
                                <p:cTn id="55" presetID="23" presetClass="entr" presetSubtype="16" fill="hold" nodeType="clickEffect">
                                  <p:stCondLst>
                                    <p:cond delay="0"/>
                                  </p:stCondLst>
                                  <p:childTnLst>
                                    <p:set>
                                      <p:cBhvr>
                                        <p:cTn id="56" dur="1" fill="hold">
                                          <p:stCondLst>
                                            <p:cond delay="0"/>
                                          </p:stCondLst>
                                        </p:cTn>
                                        <p:tgtEl>
                                          <p:spTgt spid="88150"/>
                                        </p:tgtEl>
                                        <p:attrNameLst>
                                          <p:attrName>style.visibility</p:attrName>
                                        </p:attrNameLst>
                                      </p:cBhvr>
                                      <p:to>
                                        <p:strVal val="visible"/>
                                      </p:to>
                                    </p:set>
                                    <p:anim calcmode="lin" valueType="num">
                                      <p:cBhvr>
                                        <p:cTn id="57" dur="500" fill="hold"/>
                                        <p:tgtEl>
                                          <p:spTgt spid="88150"/>
                                        </p:tgtEl>
                                        <p:attrNameLst>
                                          <p:attrName>ppt_w</p:attrName>
                                        </p:attrNameLst>
                                      </p:cBhvr>
                                      <p:tavLst>
                                        <p:tav tm="0">
                                          <p:val>
                                            <p:fltVal val="0"/>
                                          </p:val>
                                        </p:tav>
                                        <p:tav tm="100000">
                                          <p:val>
                                            <p:strVal val="#ppt_w"/>
                                          </p:val>
                                        </p:tav>
                                      </p:tavLst>
                                    </p:anim>
                                    <p:anim calcmode="lin" valueType="num">
                                      <p:cBhvr>
                                        <p:cTn id="58" dur="500" fill="hold"/>
                                        <p:tgtEl>
                                          <p:spTgt spid="88150"/>
                                        </p:tgtEl>
                                        <p:attrNameLst>
                                          <p:attrName>ppt_h</p:attrName>
                                        </p:attrNameLst>
                                      </p:cBhvr>
                                      <p:tavLst>
                                        <p:tav tm="0">
                                          <p:val>
                                            <p:fltVal val="0"/>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499"/>
                                          </p:stCondLst>
                                        </p:cTn>
                                        <p:tgtEl>
                                          <p:spTgt spid="8813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88148"/>
                                        </p:tgtEl>
                                        <p:attrNameLst>
                                          <p:attrName>style.visibility</p:attrName>
                                        </p:attrNameLst>
                                      </p:cBhvr>
                                      <p:to>
                                        <p:strVal val="visible"/>
                                      </p:to>
                                    </p:set>
                                    <p:animEffect transition="in" filter="wipe(left)">
                                      <p:cBhvr>
                                        <p:cTn id="67" dur="500"/>
                                        <p:tgtEl>
                                          <p:spTgt spid="88148"/>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499"/>
                                          </p:stCondLst>
                                        </p:cTn>
                                        <p:tgtEl>
                                          <p:spTgt spid="88139"/>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88149"/>
                                        </p:tgtEl>
                                        <p:attrNameLst>
                                          <p:attrName>style.visibility</p:attrName>
                                        </p:attrNameLst>
                                      </p:cBhvr>
                                      <p:to>
                                        <p:strVal val="visible"/>
                                      </p:to>
                                    </p:set>
                                    <p:animEffect transition="in" filter="wipe(left)">
                                      <p:cBhvr>
                                        <p:cTn id="76" dur="500"/>
                                        <p:tgtEl>
                                          <p:spTgt spid="88149"/>
                                        </p:tgtEl>
                                      </p:cBhvr>
                                    </p:animEffect>
                                  </p:childTnLst>
                                </p:cTn>
                              </p:par>
                            </p:childTnLst>
                          </p:cTn>
                        </p:par>
                      </p:childTnLst>
                    </p:cTn>
                  </p:par>
                  <p:par>
                    <p:cTn id="77" fill="hold">
                      <p:stCondLst>
                        <p:cond delay="indefinite"/>
                      </p:stCondLst>
                      <p:childTnLst>
                        <p:par>
                          <p:cTn id="78" fill="hold">
                            <p:stCondLst>
                              <p:cond delay="0"/>
                            </p:stCondLst>
                            <p:childTnLst>
                              <p:par>
                                <p:cTn id="79" presetID="4" presetClass="entr" presetSubtype="32" fill="hold" grpId="0" nodeType="clickEffect">
                                  <p:stCondLst>
                                    <p:cond delay="0"/>
                                  </p:stCondLst>
                                  <p:childTnLst>
                                    <p:set>
                                      <p:cBhvr>
                                        <p:cTn id="80" dur="1" fill="hold">
                                          <p:stCondLst>
                                            <p:cond delay="0"/>
                                          </p:stCondLst>
                                        </p:cTn>
                                        <p:tgtEl>
                                          <p:spTgt spid="88127"/>
                                        </p:tgtEl>
                                        <p:attrNameLst>
                                          <p:attrName>style.visibility</p:attrName>
                                        </p:attrNameLst>
                                      </p:cBhvr>
                                      <p:to>
                                        <p:strVal val="visible"/>
                                      </p:to>
                                    </p:set>
                                    <p:animEffect transition="in" filter="box(out)">
                                      <p:cBhvr>
                                        <p:cTn id="81" dur="500"/>
                                        <p:tgtEl>
                                          <p:spTgt spid="88127"/>
                                        </p:tgtEl>
                                      </p:cBhvr>
                                    </p:animEffect>
                                  </p:childTnLst>
                                </p:cTn>
                              </p:par>
                            </p:childTnLst>
                          </p:cTn>
                        </p:par>
                        <p:par>
                          <p:cTn id="82" fill="hold">
                            <p:stCondLst>
                              <p:cond delay="500"/>
                            </p:stCondLst>
                            <p:childTnLst>
                              <p:par>
                                <p:cTn id="83" presetID="22" presetClass="entr" presetSubtype="8" fill="hold" grpId="0" nodeType="afterEffect">
                                  <p:stCondLst>
                                    <p:cond delay="0"/>
                                  </p:stCondLst>
                                  <p:childTnLst>
                                    <p:set>
                                      <p:cBhvr>
                                        <p:cTn id="84" dur="1" fill="hold">
                                          <p:stCondLst>
                                            <p:cond delay="0"/>
                                          </p:stCondLst>
                                        </p:cTn>
                                        <p:tgtEl>
                                          <p:spTgt spid="88145"/>
                                        </p:tgtEl>
                                        <p:attrNameLst>
                                          <p:attrName>style.visibility</p:attrName>
                                        </p:attrNameLst>
                                      </p:cBhvr>
                                      <p:to>
                                        <p:strVal val="visible"/>
                                      </p:to>
                                    </p:set>
                                    <p:animEffect transition="in" filter="wipe(left)">
                                      <p:cBhvr>
                                        <p:cTn id="85" dur="500"/>
                                        <p:tgtEl>
                                          <p:spTgt spid="88145"/>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499"/>
                                          </p:stCondLst>
                                        </p:cTn>
                                        <p:tgtEl>
                                          <p:spTgt spid="88144"/>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22" presetClass="entr" presetSubtype="4" fill="hold" grpId="0" nodeType="clickEffect">
                                  <p:stCondLst>
                                    <p:cond delay="0"/>
                                  </p:stCondLst>
                                  <p:childTnLst>
                                    <p:set>
                                      <p:cBhvr>
                                        <p:cTn id="93" dur="1" fill="hold">
                                          <p:stCondLst>
                                            <p:cond delay="0"/>
                                          </p:stCondLst>
                                        </p:cTn>
                                        <p:tgtEl>
                                          <p:spTgt spid="88135"/>
                                        </p:tgtEl>
                                        <p:attrNameLst>
                                          <p:attrName>style.visibility</p:attrName>
                                        </p:attrNameLst>
                                      </p:cBhvr>
                                      <p:to>
                                        <p:strVal val="visible"/>
                                      </p:to>
                                    </p:set>
                                    <p:animEffect transition="in" filter="wipe(down)">
                                      <p:cBhvr>
                                        <p:cTn id="94" dur="500"/>
                                        <p:tgtEl>
                                          <p:spTgt spid="88135"/>
                                        </p:tgtEl>
                                      </p:cBhvr>
                                    </p:animEffect>
                                  </p:childTnLst>
                                </p:cTn>
                              </p:par>
                            </p:childTnLst>
                          </p:cTn>
                        </p:par>
                        <p:par>
                          <p:cTn id="95" fill="hold">
                            <p:stCondLst>
                              <p:cond delay="500"/>
                            </p:stCondLst>
                            <p:childTnLst>
                              <p:par>
                                <p:cTn id="96" presetID="22" presetClass="entr" presetSubtype="8" fill="hold" nodeType="afterEffect">
                                  <p:stCondLst>
                                    <p:cond delay="0"/>
                                  </p:stCondLst>
                                  <p:childTnLst>
                                    <p:set>
                                      <p:cBhvr>
                                        <p:cTn id="97" dur="1" fill="hold">
                                          <p:stCondLst>
                                            <p:cond delay="0"/>
                                          </p:stCondLst>
                                        </p:cTn>
                                        <p:tgtEl>
                                          <p:spTgt spid="88130"/>
                                        </p:tgtEl>
                                        <p:attrNameLst>
                                          <p:attrName>style.visibility</p:attrName>
                                        </p:attrNameLst>
                                      </p:cBhvr>
                                      <p:to>
                                        <p:strVal val="visible"/>
                                      </p:to>
                                    </p:set>
                                    <p:animEffect transition="in" filter="wipe(left)">
                                      <p:cBhvr>
                                        <p:cTn id="98" dur="500"/>
                                        <p:tgtEl>
                                          <p:spTgt spid="88130"/>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4" fill="hold" grpId="0" nodeType="clickEffect">
                                  <p:stCondLst>
                                    <p:cond delay="0"/>
                                  </p:stCondLst>
                                  <p:childTnLst>
                                    <p:set>
                                      <p:cBhvr>
                                        <p:cTn id="102" dur="1" fill="hold">
                                          <p:stCondLst>
                                            <p:cond delay="0"/>
                                          </p:stCondLst>
                                        </p:cTn>
                                        <p:tgtEl>
                                          <p:spTgt spid="88129"/>
                                        </p:tgtEl>
                                        <p:attrNameLst>
                                          <p:attrName>style.visibility</p:attrName>
                                        </p:attrNameLst>
                                      </p:cBhvr>
                                      <p:to>
                                        <p:strVal val="visible"/>
                                      </p:to>
                                    </p:set>
                                    <p:animEffect transition="in" filter="wipe(down)">
                                      <p:cBhvr>
                                        <p:cTn id="103" dur="500"/>
                                        <p:tgtEl>
                                          <p:spTgt spid="88129"/>
                                        </p:tgtEl>
                                      </p:cBhvr>
                                    </p:animEffect>
                                  </p:childTnLst>
                                </p:cTn>
                              </p:par>
                            </p:childTnLst>
                          </p:cTn>
                        </p:par>
                        <p:par>
                          <p:cTn id="104" fill="hold">
                            <p:stCondLst>
                              <p:cond delay="500"/>
                            </p:stCondLst>
                            <p:childTnLst>
                              <p:par>
                                <p:cTn id="105" presetID="22" presetClass="entr" presetSubtype="8" fill="hold" nodeType="afterEffect">
                                  <p:stCondLst>
                                    <p:cond delay="0"/>
                                  </p:stCondLst>
                                  <p:childTnLst>
                                    <p:set>
                                      <p:cBhvr>
                                        <p:cTn id="106" dur="1" fill="hold">
                                          <p:stCondLst>
                                            <p:cond delay="0"/>
                                          </p:stCondLst>
                                        </p:cTn>
                                        <p:tgtEl>
                                          <p:spTgt spid="88131"/>
                                        </p:tgtEl>
                                        <p:attrNameLst>
                                          <p:attrName>style.visibility</p:attrName>
                                        </p:attrNameLst>
                                      </p:cBhvr>
                                      <p:to>
                                        <p:strVal val="visible"/>
                                      </p:to>
                                    </p:set>
                                    <p:animEffect transition="in" filter="wipe(left)">
                                      <p:cBhvr>
                                        <p:cTn id="107" dur="500"/>
                                        <p:tgtEl>
                                          <p:spTgt spid="88131"/>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88136"/>
                                        </p:tgtEl>
                                        <p:attrNameLst>
                                          <p:attrName>style.visibility</p:attrName>
                                        </p:attrNameLst>
                                      </p:cBhvr>
                                      <p:to>
                                        <p:strVal val="visible"/>
                                      </p:to>
                                    </p:set>
                                    <p:animEffect transition="in" filter="wipe(left)">
                                      <p:cBhvr>
                                        <p:cTn id="112" dur="500"/>
                                        <p:tgtEl>
                                          <p:spTgt spid="88136"/>
                                        </p:tgtEl>
                                      </p:cBhvr>
                                    </p:animEffect>
                                  </p:childTnLst>
                                </p:cTn>
                              </p:par>
                            </p:childTnLst>
                          </p:cTn>
                        </p:par>
                        <p:par>
                          <p:cTn id="113" fill="hold">
                            <p:stCondLst>
                              <p:cond delay="500"/>
                            </p:stCondLst>
                            <p:childTnLst>
                              <p:par>
                                <p:cTn id="114" presetID="22" presetClass="entr" presetSubtype="8" fill="hold" nodeType="afterEffect">
                                  <p:stCondLst>
                                    <p:cond delay="0"/>
                                  </p:stCondLst>
                                  <p:childTnLst>
                                    <p:set>
                                      <p:cBhvr>
                                        <p:cTn id="115" dur="1" fill="hold">
                                          <p:stCondLst>
                                            <p:cond delay="0"/>
                                          </p:stCondLst>
                                        </p:cTn>
                                        <p:tgtEl>
                                          <p:spTgt spid="88132"/>
                                        </p:tgtEl>
                                        <p:attrNameLst>
                                          <p:attrName>style.visibility</p:attrName>
                                        </p:attrNameLst>
                                      </p:cBhvr>
                                      <p:to>
                                        <p:strVal val="visible"/>
                                      </p:to>
                                    </p:set>
                                    <p:animEffect transition="in" filter="wipe(left)">
                                      <p:cBhvr>
                                        <p:cTn id="116" dur="500"/>
                                        <p:tgtEl>
                                          <p:spTgt spid="88132"/>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nodeType="clickEffect">
                                  <p:stCondLst>
                                    <p:cond delay="0"/>
                                  </p:stCondLst>
                                  <p:childTnLst>
                                    <p:set>
                                      <p:cBhvr>
                                        <p:cTn id="120" dur="1" fill="hold">
                                          <p:stCondLst>
                                            <p:cond delay="0"/>
                                          </p:stCondLst>
                                        </p:cTn>
                                        <p:tgtEl>
                                          <p:spTgt spid="88134"/>
                                        </p:tgtEl>
                                        <p:attrNameLst>
                                          <p:attrName>style.visibility</p:attrName>
                                        </p:attrNameLst>
                                      </p:cBhvr>
                                      <p:to>
                                        <p:strVal val="visible"/>
                                      </p:to>
                                    </p:set>
                                    <p:animEffect transition="in" filter="wipe(left)">
                                      <p:cBhvr>
                                        <p:cTn id="121" dur="500"/>
                                        <p:tgtEl>
                                          <p:spTgt spid="88134"/>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88137"/>
                                        </p:tgtEl>
                                        <p:attrNameLst>
                                          <p:attrName>style.visibility</p:attrName>
                                        </p:attrNameLst>
                                      </p:cBhvr>
                                      <p:to>
                                        <p:strVal val="visible"/>
                                      </p:to>
                                    </p:set>
                                    <p:animEffect transition="in" filter="wipe(left)">
                                      <p:cBhvr>
                                        <p:cTn id="126" dur="500"/>
                                        <p:tgtEl>
                                          <p:spTgt spid="88137"/>
                                        </p:tgtEl>
                                      </p:cBhvr>
                                    </p:animEffect>
                                  </p:childTnLst>
                                </p:cTn>
                              </p:par>
                            </p:childTnLst>
                          </p:cTn>
                        </p:par>
                        <p:par>
                          <p:cTn id="127" fill="hold">
                            <p:stCondLst>
                              <p:cond delay="500"/>
                            </p:stCondLst>
                            <p:childTnLst>
                              <p:par>
                                <p:cTn id="128" presetID="23" presetClass="entr" presetSubtype="16" fill="hold" nodeType="afterEffect">
                                  <p:stCondLst>
                                    <p:cond delay="0"/>
                                  </p:stCondLst>
                                  <p:childTnLst>
                                    <p:set>
                                      <p:cBhvr>
                                        <p:cTn id="129" dur="1" fill="hold">
                                          <p:stCondLst>
                                            <p:cond delay="0"/>
                                          </p:stCondLst>
                                        </p:cTn>
                                        <p:tgtEl>
                                          <p:spTgt spid="88128"/>
                                        </p:tgtEl>
                                        <p:attrNameLst>
                                          <p:attrName>style.visibility</p:attrName>
                                        </p:attrNameLst>
                                      </p:cBhvr>
                                      <p:to>
                                        <p:strVal val="visible"/>
                                      </p:to>
                                    </p:set>
                                    <p:anim calcmode="lin" valueType="num">
                                      <p:cBhvr>
                                        <p:cTn id="130" dur="1000" fill="hold"/>
                                        <p:tgtEl>
                                          <p:spTgt spid="88128"/>
                                        </p:tgtEl>
                                        <p:attrNameLst>
                                          <p:attrName>ppt_w</p:attrName>
                                        </p:attrNameLst>
                                      </p:cBhvr>
                                      <p:tavLst>
                                        <p:tav tm="0">
                                          <p:val>
                                            <p:fltVal val="0"/>
                                          </p:val>
                                        </p:tav>
                                        <p:tav tm="100000">
                                          <p:val>
                                            <p:strVal val="#ppt_w"/>
                                          </p:val>
                                        </p:tav>
                                      </p:tavLst>
                                    </p:anim>
                                    <p:anim calcmode="lin" valueType="num">
                                      <p:cBhvr>
                                        <p:cTn id="131" dur="1000" fill="hold"/>
                                        <p:tgtEl>
                                          <p:spTgt spid="88128"/>
                                        </p:tgtEl>
                                        <p:attrNameLst>
                                          <p:attrName>ppt_h</p:attrName>
                                        </p:attrNameLst>
                                      </p:cBhvr>
                                      <p:tavLst>
                                        <p:tav tm="0">
                                          <p:val>
                                            <p:fltVal val="0"/>
                                          </p:val>
                                        </p:tav>
                                        <p:tav tm="100000">
                                          <p:val>
                                            <p:strVal val="#ppt_h"/>
                                          </p:val>
                                        </p:tav>
                                      </p:tavLst>
                                    </p:anim>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grpId="0" nodeType="clickEffect">
                                  <p:stCondLst>
                                    <p:cond delay="0"/>
                                  </p:stCondLst>
                                  <p:childTnLst>
                                    <p:set>
                                      <p:cBhvr>
                                        <p:cTn id="135" dur="1" fill="hold">
                                          <p:stCondLst>
                                            <p:cond delay="0"/>
                                          </p:stCondLst>
                                        </p:cTn>
                                        <p:tgtEl>
                                          <p:spTgt spid="88152"/>
                                        </p:tgtEl>
                                        <p:attrNameLst>
                                          <p:attrName>style.visibility</p:attrName>
                                        </p:attrNameLst>
                                      </p:cBhvr>
                                      <p:to>
                                        <p:strVal val="visible"/>
                                      </p:to>
                                    </p:set>
                                    <p:animEffect transition="in" filter="wipe(left)">
                                      <p:cBhvr>
                                        <p:cTn id="136" dur="500"/>
                                        <p:tgtEl>
                                          <p:spTgt spid="88152"/>
                                        </p:tgtEl>
                                      </p:cBhvr>
                                    </p:animEffect>
                                  </p:childTnLst>
                                </p:cTn>
                              </p:par>
                            </p:childTnLst>
                          </p:cTn>
                        </p:par>
                      </p:childTnLst>
                    </p:cTn>
                  </p:par>
                  <p:par>
                    <p:cTn id="137" fill="hold">
                      <p:stCondLst>
                        <p:cond delay="indefinite"/>
                      </p:stCondLst>
                      <p:childTnLst>
                        <p:par>
                          <p:cTn id="138" fill="hold">
                            <p:stCondLst>
                              <p:cond delay="0"/>
                            </p:stCondLst>
                            <p:childTnLst>
                              <p:par>
                                <p:cTn id="139" presetID="23" presetClass="entr" presetSubtype="16" fill="hold" nodeType="clickEffect">
                                  <p:stCondLst>
                                    <p:cond delay="0"/>
                                  </p:stCondLst>
                                  <p:childTnLst>
                                    <p:set>
                                      <p:cBhvr>
                                        <p:cTn id="140" dur="1" fill="hold">
                                          <p:stCondLst>
                                            <p:cond delay="0"/>
                                          </p:stCondLst>
                                        </p:cTn>
                                        <p:tgtEl>
                                          <p:spTgt spid="88156"/>
                                        </p:tgtEl>
                                        <p:attrNameLst>
                                          <p:attrName>style.visibility</p:attrName>
                                        </p:attrNameLst>
                                      </p:cBhvr>
                                      <p:to>
                                        <p:strVal val="visible"/>
                                      </p:to>
                                    </p:set>
                                    <p:anim calcmode="lin" valueType="num">
                                      <p:cBhvr>
                                        <p:cTn id="141" dur="500" fill="hold"/>
                                        <p:tgtEl>
                                          <p:spTgt spid="88156"/>
                                        </p:tgtEl>
                                        <p:attrNameLst>
                                          <p:attrName>ppt_w</p:attrName>
                                        </p:attrNameLst>
                                      </p:cBhvr>
                                      <p:tavLst>
                                        <p:tav tm="0">
                                          <p:val>
                                            <p:fltVal val="0"/>
                                          </p:val>
                                        </p:tav>
                                        <p:tav tm="100000">
                                          <p:val>
                                            <p:strVal val="#ppt_w"/>
                                          </p:val>
                                        </p:tav>
                                      </p:tavLst>
                                    </p:anim>
                                    <p:anim calcmode="lin" valueType="num">
                                      <p:cBhvr>
                                        <p:cTn id="142" dur="500" fill="hold"/>
                                        <p:tgtEl>
                                          <p:spTgt spid="88156"/>
                                        </p:tgtEl>
                                        <p:attrNameLst>
                                          <p:attrName>ppt_h</p:attrName>
                                        </p:attrNameLst>
                                      </p:cBhvr>
                                      <p:tavLst>
                                        <p:tav tm="0">
                                          <p:val>
                                            <p:fltVal val="0"/>
                                          </p:val>
                                        </p:tav>
                                        <p:tav tm="100000">
                                          <p:val>
                                            <p:strVal val="#ppt_h"/>
                                          </p:val>
                                        </p:tav>
                                      </p:tavLst>
                                    </p:anim>
                                  </p:child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nodeType="clickEffect">
                                  <p:stCondLst>
                                    <p:cond delay="0"/>
                                  </p:stCondLst>
                                  <p:childTnLst>
                                    <p:set>
                                      <p:cBhvr>
                                        <p:cTn id="146" dur="1" fill="hold">
                                          <p:stCondLst>
                                            <p:cond delay="0"/>
                                          </p:stCondLst>
                                        </p:cTn>
                                        <p:tgtEl>
                                          <p:spTgt spid="88163"/>
                                        </p:tgtEl>
                                        <p:attrNameLst>
                                          <p:attrName>style.visibility</p:attrName>
                                        </p:attrNameLst>
                                      </p:cBhvr>
                                      <p:to>
                                        <p:strVal val="visible"/>
                                      </p:to>
                                    </p:set>
                                    <p:animEffect transition="in" filter="wipe(left)">
                                      <p:cBhvr>
                                        <p:cTn id="147" dur="500"/>
                                        <p:tgtEl>
                                          <p:spTgt spid="88163"/>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8" fill="hold" grpId="0" nodeType="clickEffect">
                                  <p:stCondLst>
                                    <p:cond delay="0"/>
                                  </p:stCondLst>
                                  <p:childTnLst>
                                    <p:set>
                                      <p:cBhvr>
                                        <p:cTn id="151" dur="1" fill="hold">
                                          <p:stCondLst>
                                            <p:cond delay="0"/>
                                          </p:stCondLst>
                                        </p:cTn>
                                        <p:tgtEl>
                                          <p:spTgt spid="88166"/>
                                        </p:tgtEl>
                                        <p:attrNameLst>
                                          <p:attrName>style.visibility</p:attrName>
                                        </p:attrNameLst>
                                      </p:cBhvr>
                                      <p:to>
                                        <p:strVal val="visible"/>
                                      </p:to>
                                    </p:set>
                                    <p:animEffect transition="in" filter="wipe(left)">
                                      <p:cBhvr>
                                        <p:cTn id="152" dur="1000"/>
                                        <p:tgtEl>
                                          <p:spTgt spid="88166"/>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8" fill="hold" nodeType="clickEffect">
                                  <p:stCondLst>
                                    <p:cond delay="0"/>
                                  </p:stCondLst>
                                  <p:childTnLst>
                                    <p:set>
                                      <p:cBhvr>
                                        <p:cTn id="156" dur="1" fill="hold">
                                          <p:stCondLst>
                                            <p:cond delay="0"/>
                                          </p:stCondLst>
                                        </p:cTn>
                                        <p:tgtEl>
                                          <p:spTgt spid="88170"/>
                                        </p:tgtEl>
                                        <p:attrNameLst>
                                          <p:attrName>style.visibility</p:attrName>
                                        </p:attrNameLst>
                                      </p:cBhvr>
                                      <p:to>
                                        <p:strVal val="visible"/>
                                      </p:to>
                                    </p:set>
                                    <p:animEffect transition="in" filter="wipe(left)">
                                      <p:cBhvr>
                                        <p:cTn id="157" dur="1000"/>
                                        <p:tgtEl>
                                          <p:spTgt spid="88170"/>
                                        </p:tgtEl>
                                      </p:cBhvr>
                                    </p:animEffect>
                                  </p:childTnLst>
                                </p:cTn>
                              </p:par>
                            </p:childTnLst>
                          </p:cTn>
                        </p:par>
                      </p:childTnLst>
                    </p:cTn>
                  </p:par>
                  <p:par>
                    <p:cTn id="158" fill="hold">
                      <p:stCondLst>
                        <p:cond delay="indefinite"/>
                      </p:stCondLst>
                      <p:childTnLst>
                        <p:par>
                          <p:cTn id="159" fill="hold">
                            <p:stCondLst>
                              <p:cond delay="0"/>
                            </p:stCondLst>
                            <p:childTnLst>
                              <p:par>
                                <p:cTn id="160" presetID="22" presetClass="entr" presetSubtype="8" fill="hold" nodeType="clickEffect">
                                  <p:stCondLst>
                                    <p:cond delay="0"/>
                                  </p:stCondLst>
                                  <p:childTnLst>
                                    <p:set>
                                      <p:cBhvr>
                                        <p:cTn id="161" dur="1" fill="hold">
                                          <p:stCondLst>
                                            <p:cond delay="0"/>
                                          </p:stCondLst>
                                        </p:cTn>
                                        <p:tgtEl>
                                          <p:spTgt spid="88171"/>
                                        </p:tgtEl>
                                        <p:attrNameLst>
                                          <p:attrName>style.visibility</p:attrName>
                                        </p:attrNameLst>
                                      </p:cBhvr>
                                      <p:to>
                                        <p:strVal val="visible"/>
                                      </p:to>
                                    </p:set>
                                    <p:animEffect transition="in" filter="wipe(left)">
                                      <p:cBhvr>
                                        <p:cTn id="162" dur="1000"/>
                                        <p:tgtEl>
                                          <p:spTgt spid="88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6" grpId="0"/>
      <p:bldP spid="88067" grpId="0"/>
      <p:bldP spid="88099" grpId="0"/>
      <p:bldP spid="88100" grpId="0"/>
      <p:bldP spid="88121" grpId="0"/>
      <p:bldP spid="88127" grpId="0" animBg="1"/>
      <p:bldP spid="88129" grpId="0" animBg="1"/>
      <p:bldP spid="88135" grpId="0" animBg="1"/>
      <p:bldP spid="88136" grpId="0" animBg="1"/>
      <p:bldP spid="88137" grpId="0" animBg="1"/>
      <p:bldP spid="88141" grpId="0" animBg="1"/>
      <p:bldP spid="88145" grpId="0"/>
      <p:bldP spid="88146" grpId="0" animBg="1"/>
      <p:bldP spid="88147" grpId="0" autoUpdateAnimBg="0"/>
      <p:bldP spid="88152" grpId="0" autoUpdateAnimBg="0"/>
      <p:bldP spid="8816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2274" name="Object 2"/>
          <p:cNvGraphicFramePr>
            <a:graphicFrameLocks noChangeAspect="1"/>
          </p:cNvGraphicFramePr>
          <p:nvPr/>
        </p:nvGraphicFramePr>
        <p:xfrm>
          <a:off x="881063" y="2341563"/>
          <a:ext cx="989012" cy="366712"/>
        </p:xfrm>
        <a:graphic>
          <a:graphicData uri="http://schemas.openxmlformats.org/presentationml/2006/ole">
            <p:oleObj spid="_x0000_s28674" name="公式" r:id="rId3" imgW="545760" imgH="203040" progId="Equation.3">
              <p:embed/>
            </p:oleObj>
          </a:graphicData>
        </a:graphic>
      </p:graphicFrame>
      <p:sp>
        <p:nvSpPr>
          <p:cNvPr id="182275" name="Oval 3"/>
          <p:cNvSpPr>
            <a:spLocks noChangeArrowheads="1"/>
          </p:cNvSpPr>
          <p:nvPr/>
        </p:nvSpPr>
        <p:spPr bwMode="auto">
          <a:xfrm>
            <a:off x="5651500" y="1943100"/>
            <a:ext cx="2286000" cy="2133600"/>
          </a:xfrm>
          <a:prstGeom prst="ellipse">
            <a:avLst/>
          </a:prstGeom>
          <a:noFill/>
          <a:ln w="28575">
            <a:solidFill>
              <a:srgbClr val="008000"/>
            </a:solidFill>
            <a:round/>
            <a:headEnd/>
            <a:tailEnd/>
          </a:ln>
        </p:spPr>
        <p:txBody>
          <a:bodyPr wrap="none" anchor="ctr"/>
          <a:lstStyle/>
          <a:p>
            <a:pPr algn="ctr"/>
            <a:endParaRPr kumimoji="1" lang="zh-CN" altLang="en-US" sz="2400" b="0">
              <a:solidFill>
                <a:schemeClr val="bg1"/>
              </a:solidFill>
              <a:latin typeface="Times New Roman" pitchFamily="18" charset="0"/>
            </a:endParaRPr>
          </a:p>
        </p:txBody>
      </p:sp>
      <p:sp>
        <p:nvSpPr>
          <p:cNvPr id="182276" name="Line 4"/>
          <p:cNvSpPr>
            <a:spLocks noChangeShapeType="1"/>
          </p:cNvSpPr>
          <p:nvPr/>
        </p:nvSpPr>
        <p:spPr bwMode="auto">
          <a:xfrm>
            <a:off x="6794500" y="3086100"/>
            <a:ext cx="1447800" cy="0"/>
          </a:xfrm>
          <a:prstGeom prst="line">
            <a:avLst/>
          </a:prstGeom>
          <a:noFill/>
          <a:ln w="38100">
            <a:solidFill>
              <a:schemeClr val="accent2"/>
            </a:solidFill>
            <a:round/>
            <a:headEnd/>
            <a:tailEnd type="triangle" w="sm" len="lg"/>
          </a:ln>
        </p:spPr>
        <p:txBody>
          <a:bodyPr wrap="none" anchor="ctr"/>
          <a:lstStyle/>
          <a:p>
            <a:endParaRPr lang="zh-CN" altLang="en-US"/>
          </a:p>
        </p:txBody>
      </p:sp>
      <p:sp>
        <p:nvSpPr>
          <p:cNvPr id="182277" name="Line 5"/>
          <p:cNvSpPr>
            <a:spLocks noChangeShapeType="1"/>
          </p:cNvSpPr>
          <p:nvPr/>
        </p:nvSpPr>
        <p:spPr bwMode="auto">
          <a:xfrm flipV="1">
            <a:off x="6794500" y="2400300"/>
            <a:ext cx="914400" cy="685800"/>
          </a:xfrm>
          <a:prstGeom prst="line">
            <a:avLst/>
          </a:prstGeom>
          <a:noFill/>
          <a:ln w="28575">
            <a:solidFill>
              <a:srgbClr val="000099"/>
            </a:solidFill>
            <a:round/>
            <a:headEnd/>
            <a:tailEnd/>
          </a:ln>
        </p:spPr>
        <p:txBody>
          <a:bodyPr wrap="none" anchor="ctr"/>
          <a:lstStyle/>
          <a:p>
            <a:endParaRPr lang="zh-CN" altLang="en-US"/>
          </a:p>
        </p:txBody>
      </p:sp>
      <p:sp>
        <p:nvSpPr>
          <p:cNvPr id="182278" name="Line 6"/>
          <p:cNvSpPr>
            <a:spLocks noChangeShapeType="1"/>
          </p:cNvSpPr>
          <p:nvPr/>
        </p:nvSpPr>
        <p:spPr bwMode="auto">
          <a:xfrm flipV="1">
            <a:off x="6794500" y="2019300"/>
            <a:ext cx="457200" cy="1066800"/>
          </a:xfrm>
          <a:prstGeom prst="line">
            <a:avLst/>
          </a:prstGeom>
          <a:noFill/>
          <a:ln w="28575">
            <a:solidFill>
              <a:srgbClr val="000099"/>
            </a:solidFill>
            <a:round/>
            <a:headEnd/>
            <a:tailEnd/>
          </a:ln>
        </p:spPr>
        <p:txBody>
          <a:bodyPr wrap="none" anchor="ctr"/>
          <a:lstStyle/>
          <a:p>
            <a:endParaRPr lang="zh-CN" altLang="en-US"/>
          </a:p>
        </p:txBody>
      </p:sp>
      <p:graphicFrame>
        <p:nvGraphicFramePr>
          <p:cNvPr id="182279" name="Object 7"/>
          <p:cNvGraphicFramePr>
            <a:graphicFrameLocks noChangeAspect="1"/>
          </p:cNvGraphicFramePr>
          <p:nvPr/>
        </p:nvGraphicFramePr>
        <p:xfrm>
          <a:off x="7770813" y="2051050"/>
          <a:ext cx="301625" cy="298450"/>
        </p:xfrm>
        <a:graphic>
          <a:graphicData uri="http://schemas.openxmlformats.org/presentationml/2006/ole">
            <p:oleObj spid="_x0000_s28675" name="公式" r:id="rId4" imgW="164880" imgH="164880" progId="Equation.3">
              <p:embed/>
            </p:oleObj>
          </a:graphicData>
        </a:graphic>
      </p:graphicFrame>
      <p:graphicFrame>
        <p:nvGraphicFramePr>
          <p:cNvPr id="182280" name="Object 8"/>
          <p:cNvGraphicFramePr>
            <a:graphicFrameLocks noChangeAspect="1"/>
          </p:cNvGraphicFramePr>
          <p:nvPr/>
        </p:nvGraphicFramePr>
        <p:xfrm>
          <a:off x="7137400" y="1671638"/>
          <a:ext cx="301625" cy="368300"/>
        </p:xfrm>
        <a:graphic>
          <a:graphicData uri="http://schemas.openxmlformats.org/presentationml/2006/ole">
            <p:oleObj spid="_x0000_s28676" name="公式" r:id="rId5" imgW="164880" imgH="203040" progId="Equation.3">
              <p:embed/>
            </p:oleObj>
          </a:graphicData>
        </a:graphic>
      </p:graphicFrame>
      <p:graphicFrame>
        <p:nvGraphicFramePr>
          <p:cNvPr id="182281" name="Object 9"/>
          <p:cNvGraphicFramePr>
            <a:graphicFrameLocks noChangeAspect="1"/>
          </p:cNvGraphicFramePr>
          <p:nvPr/>
        </p:nvGraphicFramePr>
        <p:xfrm>
          <a:off x="6546850" y="3041650"/>
          <a:ext cx="230188" cy="252413"/>
        </p:xfrm>
        <a:graphic>
          <a:graphicData uri="http://schemas.openxmlformats.org/presentationml/2006/ole">
            <p:oleObj spid="_x0000_s28677" name="公式" r:id="rId6" imgW="126720" imgH="139680" progId="Equation.3">
              <p:embed/>
            </p:oleObj>
          </a:graphicData>
        </a:graphic>
      </p:graphicFrame>
      <p:graphicFrame>
        <p:nvGraphicFramePr>
          <p:cNvPr id="182282" name="Object 10"/>
          <p:cNvGraphicFramePr>
            <a:graphicFrameLocks noChangeAspect="1"/>
          </p:cNvGraphicFramePr>
          <p:nvPr/>
        </p:nvGraphicFramePr>
        <p:xfrm>
          <a:off x="7181850" y="2786063"/>
          <a:ext cx="212725" cy="265112"/>
        </p:xfrm>
        <a:graphic>
          <a:graphicData uri="http://schemas.openxmlformats.org/presentationml/2006/ole">
            <p:oleObj spid="_x0000_s28678" name="公式" r:id="rId7" imgW="139680" imgH="177480" progId="Equation.3">
              <p:embed/>
            </p:oleObj>
          </a:graphicData>
        </a:graphic>
      </p:graphicFrame>
      <p:graphicFrame>
        <p:nvGraphicFramePr>
          <p:cNvPr id="182283" name="Object 11"/>
          <p:cNvGraphicFramePr>
            <a:graphicFrameLocks noChangeAspect="1"/>
          </p:cNvGraphicFramePr>
          <p:nvPr/>
        </p:nvGraphicFramePr>
        <p:xfrm>
          <a:off x="7002463" y="2424113"/>
          <a:ext cx="446087" cy="284162"/>
        </p:xfrm>
        <a:graphic>
          <a:graphicData uri="http://schemas.openxmlformats.org/presentationml/2006/ole">
            <p:oleObj spid="_x0000_s28679" name="公式" r:id="rId8" imgW="279360" imgH="177480" progId="Equation.3">
              <p:embed/>
            </p:oleObj>
          </a:graphicData>
        </a:graphic>
      </p:graphicFrame>
      <p:graphicFrame>
        <p:nvGraphicFramePr>
          <p:cNvPr id="182284" name="Object 12"/>
          <p:cNvGraphicFramePr>
            <a:graphicFrameLocks/>
          </p:cNvGraphicFramePr>
          <p:nvPr/>
        </p:nvGraphicFramePr>
        <p:xfrm>
          <a:off x="7964488" y="3133725"/>
          <a:ext cx="252412" cy="250825"/>
        </p:xfrm>
        <a:graphic>
          <a:graphicData uri="http://schemas.openxmlformats.org/presentationml/2006/ole">
            <p:oleObj spid="_x0000_s28680" name="公式" r:id="rId9" imgW="139680" imgH="139680" progId="Equation.3">
              <p:embed/>
            </p:oleObj>
          </a:graphicData>
        </a:graphic>
      </p:graphicFrame>
      <p:sp>
        <p:nvSpPr>
          <p:cNvPr id="182285" name="Text Box 13"/>
          <p:cNvSpPr txBox="1">
            <a:spLocks noChangeArrowheads="1"/>
          </p:cNvSpPr>
          <p:nvPr/>
        </p:nvSpPr>
        <p:spPr bwMode="auto">
          <a:xfrm>
            <a:off x="1935163" y="2297113"/>
            <a:ext cx="2047875" cy="369887"/>
          </a:xfrm>
          <a:prstGeom prst="rect">
            <a:avLst/>
          </a:prstGeom>
          <a:noFill/>
          <a:ln w="9525">
            <a:noFill/>
            <a:miter lim="800000"/>
            <a:headEnd/>
            <a:tailEnd/>
          </a:ln>
        </p:spPr>
        <p:txBody>
          <a:bodyPr lIns="0" tIns="0" rIns="0" bIns="0">
            <a:spAutoFit/>
          </a:bodyPr>
          <a:lstStyle/>
          <a:p>
            <a:pPr>
              <a:spcBef>
                <a:spcPct val="50000"/>
              </a:spcBef>
            </a:pPr>
            <a:r>
              <a:rPr kumimoji="1" lang="zh-CN" altLang="en-US" sz="2400">
                <a:latin typeface="Times New Roman" pitchFamily="18" charset="0"/>
                <a:sym typeface="Symbol" pitchFamily="18" charset="2"/>
              </a:rPr>
              <a:t>角坐标</a:t>
            </a:r>
          </a:p>
        </p:txBody>
      </p:sp>
      <p:sp>
        <p:nvSpPr>
          <p:cNvPr id="182286" name="Text Box 14"/>
          <p:cNvSpPr txBox="1">
            <a:spLocks noChangeArrowheads="1"/>
          </p:cNvSpPr>
          <p:nvPr/>
        </p:nvSpPr>
        <p:spPr bwMode="auto">
          <a:xfrm>
            <a:off x="661988" y="2746375"/>
            <a:ext cx="2730500" cy="457200"/>
          </a:xfrm>
          <a:prstGeom prst="rect">
            <a:avLst/>
          </a:prstGeom>
          <a:noFill/>
          <a:ln w="9525">
            <a:noFill/>
            <a:miter lim="800000"/>
            <a:headEnd/>
            <a:tailEnd/>
          </a:ln>
        </p:spPr>
        <p:txBody>
          <a:bodyPr>
            <a:spAutoFit/>
          </a:bodyPr>
          <a:lstStyle/>
          <a:p>
            <a:pPr>
              <a:spcBef>
                <a:spcPct val="50000"/>
              </a:spcBef>
            </a:pPr>
            <a:r>
              <a:rPr kumimoji="1" lang="zh-CN" altLang="en-US" sz="2400">
                <a:solidFill>
                  <a:srgbClr val="FF6600"/>
                </a:solidFill>
                <a:latin typeface="Times New Roman" pitchFamily="18" charset="0"/>
                <a:sym typeface="Symbol" pitchFamily="18" charset="2"/>
              </a:rPr>
              <a:t>对圆周运动：</a:t>
            </a:r>
          </a:p>
        </p:txBody>
      </p:sp>
      <p:sp>
        <p:nvSpPr>
          <p:cNvPr id="182287" name="Arc 15"/>
          <p:cNvSpPr>
            <a:spLocks/>
          </p:cNvSpPr>
          <p:nvPr/>
        </p:nvSpPr>
        <p:spPr bwMode="auto">
          <a:xfrm>
            <a:off x="6946900" y="2781300"/>
            <a:ext cx="152400" cy="76200"/>
          </a:xfrm>
          <a:custGeom>
            <a:avLst/>
            <a:gdLst>
              <a:gd name="T0" fmla="*/ 0 w 21600"/>
              <a:gd name="T1" fmla="*/ 0 h 21600"/>
              <a:gd name="T2" fmla="*/ 7586607 w 21600"/>
              <a:gd name="T3" fmla="*/ 948327 h 21600"/>
              <a:gd name="T4" fmla="*/ 0 w 21600"/>
              <a:gd name="T5" fmla="*/ 94832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663300"/>
            </a:solidFill>
            <a:round/>
            <a:headEnd/>
            <a:tailEnd/>
          </a:ln>
        </p:spPr>
        <p:txBody>
          <a:bodyPr wrap="none" anchor="ctr"/>
          <a:lstStyle/>
          <a:p>
            <a:endParaRPr lang="zh-CN" altLang="en-US"/>
          </a:p>
        </p:txBody>
      </p:sp>
      <p:sp>
        <p:nvSpPr>
          <p:cNvPr id="182288" name="Oval 16"/>
          <p:cNvSpPr>
            <a:spLocks noChangeArrowheads="1"/>
          </p:cNvSpPr>
          <p:nvPr/>
        </p:nvSpPr>
        <p:spPr bwMode="auto">
          <a:xfrm>
            <a:off x="7651750" y="2314575"/>
            <a:ext cx="130175" cy="161925"/>
          </a:xfrm>
          <a:prstGeom prst="ellipse">
            <a:avLst/>
          </a:prstGeom>
          <a:solidFill>
            <a:srgbClr val="CC0000"/>
          </a:solidFill>
          <a:ln w="9525">
            <a:solidFill>
              <a:schemeClr val="tx1"/>
            </a:solidFill>
            <a:round/>
            <a:headEnd/>
            <a:tailEnd/>
          </a:ln>
        </p:spPr>
        <p:txBody>
          <a:bodyPr wrap="none" anchor="ctr"/>
          <a:lstStyle/>
          <a:p>
            <a:endParaRPr lang="zh-CN" altLang="en-US"/>
          </a:p>
        </p:txBody>
      </p:sp>
      <p:graphicFrame>
        <p:nvGraphicFramePr>
          <p:cNvPr id="182289" name="Object 17"/>
          <p:cNvGraphicFramePr>
            <a:graphicFrameLocks noChangeAspect="1"/>
          </p:cNvGraphicFramePr>
          <p:nvPr/>
        </p:nvGraphicFramePr>
        <p:xfrm>
          <a:off x="927100" y="1846263"/>
          <a:ext cx="928688" cy="366712"/>
        </p:xfrm>
        <a:graphic>
          <a:graphicData uri="http://schemas.openxmlformats.org/presentationml/2006/ole">
            <p:oleObj spid="_x0000_s28681" name="公式" r:id="rId10" imgW="507960" imgH="203040" progId="Equation.3">
              <p:embed/>
            </p:oleObj>
          </a:graphicData>
        </a:graphic>
      </p:graphicFrame>
      <p:sp>
        <p:nvSpPr>
          <p:cNvPr id="182290" name="AutoShape 18"/>
          <p:cNvSpPr>
            <a:spLocks/>
          </p:cNvSpPr>
          <p:nvPr/>
        </p:nvSpPr>
        <p:spPr bwMode="auto">
          <a:xfrm>
            <a:off x="2973388" y="2025650"/>
            <a:ext cx="257175" cy="504825"/>
          </a:xfrm>
          <a:prstGeom prst="rightBrace">
            <a:avLst>
              <a:gd name="adj1" fmla="val 16358"/>
              <a:gd name="adj2" fmla="val 50000"/>
            </a:avLst>
          </a:prstGeom>
          <a:noFill/>
          <a:ln w="28575">
            <a:solidFill>
              <a:srgbClr val="000066"/>
            </a:solidFill>
            <a:round/>
            <a:headEnd/>
            <a:tailEnd/>
          </a:ln>
        </p:spPr>
        <p:txBody>
          <a:bodyPr wrap="none" anchor="ctr"/>
          <a:lstStyle/>
          <a:p>
            <a:endParaRPr lang="zh-CN" altLang="en-US" sz="2400">
              <a:latin typeface="Times New Roman" pitchFamily="18" charset="0"/>
            </a:endParaRPr>
          </a:p>
        </p:txBody>
      </p:sp>
      <p:sp>
        <p:nvSpPr>
          <p:cNvPr id="182291" name="Rectangle 19"/>
          <p:cNvSpPr>
            <a:spLocks noChangeArrowheads="1"/>
          </p:cNvSpPr>
          <p:nvPr/>
        </p:nvSpPr>
        <p:spPr bwMode="auto">
          <a:xfrm>
            <a:off x="3222625" y="2058988"/>
            <a:ext cx="2114550" cy="461962"/>
          </a:xfrm>
          <a:prstGeom prst="rect">
            <a:avLst/>
          </a:prstGeom>
          <a:noFill/>
          <a:ln w="9525">
            <a:noFill/>
            <a:miter lim="800000"/>
            <a:headEnd/>
            <a:tailEnd/>
          </a:ln>
        </p:spPr>
        <p:txBody>
          <a:bodyPr>
            <a:spAutoFit/>
          </a:bodyPr>
          <a:lstStyle/>
          <a:p>
            <a:pPr>
              <a:spcBef>
                <a:spcPct val="50000"/>
              </a:spcBef>
            </a:pPr>
            <a:r>
              <a:rPr kumimoji="1" lang="zh-CN" altLang="en-US" sz="2400">
                <a:solidFill>
                  <a:srgbClr val="FF6600"/>
                </a:solidFill>
                <a:latin typeface="Times New Roman" pitchFamily="18" charset="0"/>
                <a:sym typeface="Symbol" pitchFamily="18" charset="2"/>
              </a:rPr>
              <a:t>（运动学方程</a:t>
            </a:r>
            <a:r>
              <a:rPr kumimoji="1" lang="en-US" altLang="zh-CN" sz="2400">
                <a:solidFill>
                  <a:srgbClr val="FF6600"/>
                </a:solidFill>
                <a:latin typeface="Times New Roman" pitchFamily="18" charset="0"/>
                <a:sym typeface="Symbol" pitchFamily="18" charset="2"/>
              </a:rPr>
              <a:t>)</a:t>
            </a:r>
          </a:p>
        </p:txBody>
      </p:sp>
      <p:sp>
        <p:nvSpPr>
          <p:cNvPr id="182292" name="Text Box 20"/>
          <p:cNvSpPr txBox="1">
            <a:spLocks noChangeArrowheads="1"/>
          </p:cNvSpPr>
          <p:nvPr/>
        </p:nvSpPr>
        <p:spPr bwMode="auto">
          <a:xfrm>
            <a:off x="1990725" y="1830388"/>
            <a:ext cx="1079500" cy="369887"/>
          </a:xfrm>
          <a:prstGeom prst="rect">
            <a:avLst/>
          </a:prstGeom>
          <a:noFill/>
          <a:ln w="9525">
            <a:noFill/>
            <a:miter lim="800000"/>
            <a:headEnd/>
            <a:tailEnd/>
          </a:ln>
        </p:spPr>
        <p:txBody>
          <a:bodyPr lIns="0" tIns="0" rIns="0" bIns="0">
            <a:spAutoFit/>
          </a:bodyPr>
          <a:lstStyle/>
          <a:p>
            <a:pPr>
              <a:spcBef>
                <a:spcPct val="50000"/>
              </a:spcBef>
            </a:pPr>
            <a:r>
              <a:rPr kumimoji="1" lang="zh-CN" altLang="en-US" sz="2400">
                <a:latin typeface="Times New Roman" pitchFamily="18" charset="0"/>
                <a:sym typeface="Symbol" pitchFamily="18" charset="2"/>
              </a:rPr>
              <a:t>极  径</a:t>
            </a:r>
          </a:p>
        </p:txBody>
      </p:sp>
      <p:sp>
        <p:nvSpPr>
          <p:cNvPr id="182293" name="Text Box 21"/>
          <p:cNvSpPr txBox="1">
            <a:spLocks noChangeArrowheads="1"/>
          </p:cNvSpPr>
          <p:nvPr/>
        </p:nvSpPr>
        <p:spPr bwMode="auto">
          <a:xfrm>
            <a:off x="7362825" y="2476500"/>
            <a:ext cx="303213" cy="457200"/>
          </a:xfrm>
          <a:prstGeom prst="rect">
            <a:avLst/>
          </a:prstGeom>
          <a:noFill/>
          <a:ln w="9525">
            <a:noFill/>
            <a:miter lim="800000"/>
            <a:headEnd/>
            <a:tailEnd/>
          </a:ln>
        </p:spPr>
        <p:txBody>
          <a:bodyPr wrap="none">
            <a:spAutoFit/>
          </a:bodyPr>
          <a:lstStyle/>
          <a:p>
            <a:r>
              <a:rPr kumimoji="1" lang="en-US" altLang="zh-CN" sz="2400" i="1">
                <a:solidFill>
                  <a:srgbClr val="3333CC"/>
                </a:solidFill>
                <a:latin typeface="Times New Roman" pitchFamily="18" charset="0"/>
              </a:rPr>
              <a:t>r</a:t>
            </a:r>
          </a:p>
        </p:txBody>
      </p:sp>
      <p:sp>
        <p:nvSpPr>
          <p:cNvPr id="182294" name="Arc 22"/>
          <p:cNvSpPr>
            <a:spLocks/>
          </p:cNvSpPr>
          <p:nvPr/>
        </p:nvSpPr>
        <p:spPr bwMode="auto">
          <a:xfrm>
            <a:off x="7013575" y="2935288"/>
            <a:ext cx="152400" cy="122237"/>
          </a:xfrm>
          <a:custGeom>
            <a:avLst/>
            <a:gdLst>
              <a:gd name="T0" fmla="*/ 0 w 21600"/>
              <a:gd name="T1" fmla="*/ 0 h 34560"/>
              <a:gd name="T2" fmla="*/ 6069280 w 21600"/>
              <a:gd name="T3" fmla="*/ 1529186 h 34560"/>
              <a:gd name="T4" fmla="*/ 0 w 21600"/>
              <a:gd name="T5" fmla="*/ 955741 h 34560"/>
              <a:gd name="T6" fmla="*/ 0 60000 65536"/>
              <a:gd name="T7" fmla="*/ 0 60000 65536"/>
              <a:gd name="T8" fmla="*/ 0 60000 65536"/>
              <a:gd name="T9" fmla="*/ 0 w 21600"/>
              <a:gd name="T10" fmla="*/ 0 h 34560"/>
              <a:gd name="T11" fmla="*/ 21600 w 21600"/>
              <a:gd name="T12" fmla="*/ 34560 h 34560"/>
            </a:gdLst>
            <a:ahLst/>
            <a:cxnLst>
              <a:cxn ang="T6">
                <a:pos x="T0" y="T1"/>
              </a:cxn>
              <a:cxn ang="T7">
                <a:pos x="T2" y="T3"/>
              </a:cxn>
              <a:cxn ang="T8">
                <a:pos x="T4" y="T5"/>
              </a:cxn>
            </a:cxnLst>
            <a:rect l="T9" t="T10" r="T11" b="T12"/>
            <a:pathLst>
              <a:path w="21600" h="34560" fill="none" extrusionOk="0">
                <a:moveTo>
                  <a:pt x="-1" y="0"/>
                </a:moveTo>
                <a:cubicBezTo>
                  <a:pt x="11929" y="0"/>
                  <a:pt x="21600" y="9670"/>
                  <a:pt x="21600" y="21600"/>
                </a:cubicBezTo>
                <a:cubicBezTo>
                  <a:pt x="21600" y="26273"/>
                  <a:pt x="20084" y="30821"/>
                  <a:pt x="17280" y="34559"/>
                </a:cubicBezTo>
              </a:path>
              <a:path w="21600" h="34560" stroke="0" extrusionOk="0">
                <a:moveTo>
                  <a:pt x="-1" y="0"/>
                </a:moveTo>
                <a:cubicBezTo>
                  <a:pt x="11929" y="0"/>
                  <a:pt x="21600" y="9670"/>
                  <a:pt x="21600" y="21600"/>
                </a:cubicBezTo>
                <a:cubicBezTo>
                  <a:pt x="21600" y="26273"/>
                  <a:pt x="20084" y="30821"/>
                  <a:pt x="17280" y="34559"/>
                </a:cubicBezTo>
                <a:lnTo>
                  <a:pt x="0" y="21600"/>
                </a:lnTo>
                <a:close/>
              </a:path>
            </a:pathLst>
          </a:custGeom>
          <a:noFill/>
          <a:ln w="28575">
            <a:solidFill>
              <a:srgbClr val="CC0099"/>
            </a:solidFill>
            <a:round/>
            <a:headEnd/>
            <a:tailEnd/>
          </a:ln>
        </p:spPr>
        <p:txBody>
          <a:bodyPr wrap="none" anchor="ctr"/>
          <a:lstStyle/>
          <a:p>
            <a:endParaRPr lang="zh-CN" altLang="en-US"/>
          </a:p>
        </p:txBody>
      </p:sp>
      <p:graphicFrame>
        <p:nvGraphicFramePr>
          <p:cNvPr id="182295" name="Object 23"/>
          <p:cNvGraphicFramePr>
            <a:graphicFrameLocks noChangeAspect="1"/>
          </p:cNvGraphicFramePr>
          <p:nvPr/>
        </p:nvGraphicFramePr>
        <p:xfrm>
          <a:off x="2532063" y="2889250"/>
          <a:ext cx="554037" cy="252413"/>
        </p:xfrm>
        <a:graphic>
          <a:graphicData uri="http://schemas.openxmlformats.org/presentationml/2006/ole">
            <p:oleObj spid="_x0000_s28682" name="公式" r:id="rId11" imgW="342720" imgH="139680" progId="Equation.3">
              <p:embed/>
            </p:oleObj>
          </a:graphicData>
        </a:graphic>
      </p:graphicFrame>
      <p:graphicFrame>
        <p:nvGraphicFramePr>
          <p:cNvPr id="182296" name="Object 24"/>
          <p:cNvGraphicFramePr>
            <a:graphicFrameLocks noChangeAspect="1"/>
          </p:cNvGraphicFramePr>
          <p:nvPr/>
        </p:nvGraphicFramePr>
        <p:xfrm>
          <a:off x="1376363" y="3286125"/>
          <a:ext cx="989012" cy="366713"/>
        </p:xfrm>
        <a:graphic>
          <a:graphicData uri="http://schemas.openxmlformats.org/presentationml/2006/ole">
            <p:oleObj spid="_x0000_s28683" name="公式" r:id="rId12" imgW="545760" imgH="203040" progId="Equation.3">
              <p:embed/>
            </p:oleObj>
          </a:graphicData>
        </a:graphic>
      </p:graphicFrame>
      <p:sp>
        <p:nvSpPr>
          <p:cNvPr id="182297" name="Rectangle 25"/>
          <p:cNvSpPr>
            <a:spLocks noChangeArrowheads="1"/>
          </p:cNvSpPr>
          <p:nvPr/>
        </p:nvSpPr>
        <p:spPr bwMode="auto">
          <a:xfrm>
            <a:off x="2195513" y="3287713"/>
            <a:ext cx="2143125" cy="461962"/>
          </a:xfrm>
          <a:prstGeom prst="rect">
            <a:avLst/>
          </a:prstGeom>
          <a:noFill/>
          <a:ln w="9525">
            <a:noFill/>
            <a:miter lim="800000"/>
            <a:headEnd/>
            <a:tailEnd/>
          </a:ln>
        </p:spPr>
        <p:txBody>
          <a:bodyPr wrap="none">
            <a:spAutoFit/>
          </a:bodyPr>
          <a:lstStyle/>
          <a:p>
            <a:pPr algn="ctr">
              <a:spcBef>
                <a:spcPct val="50000"/>
              </a:spcBef>
            </a:pPr>
            <a:r>
              <a:rPr kumimoji="1" lang="zh-CN" altLang="en-US" sz="2400">
                <a:latin typeface="Times New Roman" pitchFamily="18" charset="0"/>
                <a:sym typeface="Symbol" pitchFamily="18" charset="2"/>
              </a:rPr>
              <a:t>（运动学方程</a:t>
            </a:r>
            <a:r>
              <a:rPr kumimoji="1" lang="en-US" altLang="zh-CN" sz="2400">
                <a:latin typeface="Times New Roman" pitchFamily="18" charset="0"/>
                <a:sym typeface="Symbol" pitchFamily="18" charset="2"/>
              </a:rPr>
              <a:t>)</a:t>
            </a:r>
          </a:p>
        </p:txBody>
      </p:sp>
      <p:sp>
        <p:nvSpPr>
          <p:cNvPr id="182298" name="Text Box 26"/>
          <p:cNvSpPr txBox="1">
            <a:spLocks noChangeArrowheads="1"/>
          </p:cNvSpPr>
          <p:nvPr/>
        </p:nvSpPr>
        <p:spPr bwMode="auto">
          <a:xfrm>
            <a:off x="623888" y="3673475"/>
            <a:ext cx="3300412" cy="457200"/>
          </a:xfrm>
          <a:prstGeom prst="rect">
            <a:avLst/>
          </a:prstGeom>
          <a:noFill/>
          <a:ln w="9525">
            <a:noFill/>
            <a:miter lim="800000"/>
            <a:headEnd/>
            <a:tailEnd/>
          </a:ln>
        </p:spPr>
        <p:txBody>
          <a:bodyPr>
            <a:spAutoFit/>
          </a:bodyPr>
          <a:lstStyle/>
          <a:p>
            <a:pPr>
              <a:spcBef>
                <a:spcPct val="50000"/>
              </a:spcBef>
            </a:pPr>
            <a:r>
              <a:rPr kumimoji="1" lang="zh-CN" altLang="en-US" sz="2400">
                <a:latin typeface="Times New Roman" pitchFamily="18" charset="0"/>
                <a:sym typeface="Symbol" pitchFamily="18" charset="2"/>
              </a:rPr>
              <a:t>角位移</a:t>
            </a:r>
          </a:p>
        </p:txBody>
      </p:sp>
      <p:graphicFrame>
        <p:nvGraphicFramePr>
          <p:cNvPr id="182299" name="Object 27"/>
          <p:cNvGraphicFramePr>
            <a:graphicFrameLocks noChangeAspect="1"/>
          </p:cNvGraphicFramePr>
          <p:nvPr/>
        </p:nvGraphicFramePr>
        <p:xfrm>
          <a:off x="1827213" y="3789363"/>
          <a:ext cx="1116012" cy="303212"/>
        </p:xfrm>
        <a:graphic>
          <a:graphicData uri="http://schemas.openxmlformats.org/presentationml/2006/ole">
            <p:oleObj spid="_x0000_s28684" name="公式" r:id="rId13" imgW="647640" imgH="177480" progId="Equation.3">
              <p:embed/>
            </p:oleObj>
          </a:graphicData>
        </a:graphic>
      </p:graphicFrame>
      <p:sp>
        <p:nvSpPr>
          <p:cNvPr id="182300" name="Text Box 28"/>
          <p:cNvSpPr txBox="1">
            <a:spLocks noChangeArrowheads="1"/>
          </p:cNvSpPr>
          <p:nvPr/>
        </p:nvSpPr>
        <p:spPr bwMode="auto">
          <a:xfrm>
            <a:off x="2916238" y="3783013"/>
            <a:ext cx="3084512" cy="461962"/>
          </a:xfrm>
          <a:prstGeom prst="rect">
            <a:avLst/>
          </a:prstGeom>
          <a:noFill/>
          <a:ln w="9525">
            <a:noFill/>
            <a:miter lim="800000"/>
            <a:headEnd/>
            <a:tailEnd/>
          </a:ln>
        </p:spPr>
        <p:txBody>
          <a:bodyPr>
            <a:spAutoFit/>
          </a:bodyPr>
          <a:lstStyle/>
          <a:p>
            <a:pPr>
              <a:spcBef>
                <a:spcPct val="50000"/>
              </a:spcBef>
            </a:pPr>
            <a:r>
              <a:rPr kumimoji="1" lang="zh-CN" altLang="en-US" sz="2400">
                <a:solidFill>
                  <a:srgbClr val="FF0000"/>
                </a:solidFill>
                <a:latin typeface="Times New Roman" pitchFamily="18" charset="0"/>
                <a:sym typeface="Symbol" pitchFamily="18" charset="2"/>
              </a:rPr>
              <a:t>（逆时针</a:t>
            </a:r>
            <a:r>
              <a:rPr kumimoji="1" lang="zh-CN" altLang="en-US" sz="2400" i="1">
                <a:solidFill>
                  <a:srgbClr val="FF0000"/>
                </a:solidFill>
                <a:latin typeface="Times New Roman" pitchFamily="18" charset="0"/>
                <a:sym typeface="Symbol" pitchFamily="18" charset="2"/>
              </a:rPr>
              <a:t> </a:t>
            </a:r>
            <a:r>
              <a:rPr kumimoji="1" lang="zh-CN" altLang="en-US" sz="2400">
                <a:solidFill>
                  <a:srgbClr val="FF0000"/>
                </a:solidFill>
                <a:latin typeface="Times New Roman" pitchFamily="18" charset="0"/>
                <a:sym typeface="Symbol" pitchFamily="18" charset="2"/>
              </a:rPr>
              <a:t>为正）</a:t>
            </a:r>
          </a:p>
        </p:txBody>
      </p:sp>
      <p:sp>
        <p:nvSpPr>
          <p:cNvPr id="182302" name="Text Box 30"/>
          <p:cNvSpPr txBox="1">
            <a:spLocks noChangeArrowheads="1"/>
          </p:cNvSpPr>
          <p:nvPr/>
        </p:nvSpPr>
        <p:spPr bwMode="auto">
          <a:xfrm>
            <a:off x="161925" y="1263650"/>
            <a:ext cx="4987925" cy="369888"/>
          </a:xfrm>
          <a:prstGeom prst="rect">
            <a:avLst/>
          </a:prstGeom>
          <a:noFill/>
          <a:ln w="9525">
            <a:noFill/>
            <a:miter lim="800000"/>
            <a:headEnd/>
            <a:tailEnd/>
          </a:ln>
        </p:spPr>
        <p:txBody>
          <a:bodyPr lIns="0" tIns="0" rIns="0" bIns="0">
            <a:spAutoFit/>
          </a:bodyPr>
          <a:lstStyle/>
          <a:p>
            <a:pPr>
              <a:spcBef>
                <a:spcPct val="50000"/>
              </a:spcBef>
            </a:pPr>
            <a:r>
              <a:rPr kumimoji="1" lang="en-US" altLang="zh-CN" sz="2400">
                <a:solidFill>
                  <a:srgbClr val="FF0000"/>
                </a:solidFill>
                <a:latin typeface="Times New Roman" pitchFamily="18" charset="0"/>
              </a:rPr>
              <a:t>(1) </a:t>
            </a:r>
            <a:r>
              <a:rPr kumimoji="1" lang="zh-CN" altLang="en-US" sz="2400">
                <a:solidFill>
                  <a:srgbClr val="FF0000"/>
                </a:solidFill>
                <a:latin typeface="Times New Roman" pitchFamily="18" charset="0"/>
                <a:sym typeface="Symbol" pitchFamily="18" charset="2"/>
              </a:rPr>
              <a:t>极坐标、角位置与角位移</a:t>
            </a:r>
          </a:p>
        </p:txBody>
      </p:sp>
      <p:sp>
        <p:nvSpPr>
          <p:cNvPr id="182303" name="Text Box 31"/>
          <p:cNvSpPr txBox="1">
            <a:spLocks noChangeArrowheads="1"/>
          </p:cNvSpPr>
          <p:nvPr/>
        </p:nvSpPr>
        <p:spPr bwMode="auto">
          <a:xfrm>
            <a:off x="152400" y="4276725"/>
            <a:ext cx="6705600" cy="461963"/>
          </a:xfrm>
          <a:prstGeom prst="rect">
            <a:avLst/>
          </a:prstGeom>
          <a:noFill/>
          <a:ln w="9525">
            <a:noFill/>
            <a:miter lim="800000"/>
            <a:headEnd/>
            <a:tailEnd/>
          </a:ln>
        </p:spPr>
        <p:txBody>
          <a:bodyPr>
            <a:spAutoFit/>
          </a:bodyPr>
          <a:lstStyle/>
          <a:p>
            <a:pPr>
              <a:spcBef>
                <a:spcPct val="50000"/>
              </a:spcBef>
            </a:pPr>
            <a:r>
              <a:rPr kumimoji="1" lang="en-US" altLang="zh-CN" sz="2400">
                <a:solidFill>
                  <a:srgbClr val="FF0000"/>
                </a:solidFill>
                <a:latin typeface="Times New Roman" pitchFamily="18" charset="0"/>
              </a:rPr>
              <a:t>(2) </a:t>
            </a:r>
            <a:r>
              <a:rPr kumimoji="1" lang="zh-CN" altLang="en-US" sz="2400">
                <a:solidFill>
                  <a:srgbClr val="FF0000"/>
                </a:solidFill>
                <a:latin typeface="Times New Roman" pitchFamily="18" charset="0"/>
                <a:sym typeface="Symbol" pitchFamily="18" charset="2"/>
              </a:rPr>
              <a:t>角速度</a:t>
            </a:r>
            <a:r>
              <a:rPr kumimoji="1" lang="zh-CN" altLang="en-US" sz="2400">
                <a:solidFill>
                  <a:srgbClr val="008000"/>
                </a:solidFill>
                <a:latin typeface="Times New Roman" pitchFamily="18" charset="0"/>
                <a:sym typeface="Symbol" pitchFamily="18" charset="2"/>
              </a:rPr>
              <a:t>（描述质点转动快慢的物理量）</a:t>
            </a:r>
          </a:p>
        </p:txBody>
      </p:sp>
      <p:graphicFrame>
        <p:nvGraphicFramePr>
          <p:cNvPr id="182305" name="Object 33"/>
          <p:cNvGraphicFramePr>
            <a:graphicFrameLocks noChangeAspect="1"/>
          </p:cNvGraphicFramePr>
          <p:nvPr/>
        </p:nvGraphicFramePr>
        <p:xfrm>
          <a:off x="7981950" y="1989138"/>
          <a:ext cx="673100" cy="365125"/>
        </p:xfrm>
        <a:graphic>
          <a:graphicData uri="http://schemas.openxmlformats.org/presentationml/2006/ole">
            <p:oleObj spid="_x0000_s28685" name="公式" r:id="rId14" imgW="368280" imgH="203040" progId="Equation.3">
              <p:embed/>
            </p:oleObj>
          </a:graphicData>
        </a:graphic>
      </p:graphicFrame>
      <p:sp>
        <p:nvSpPr>
          <p:cNvPr id="182306" name="Text Box 34"/>
          <p:cNvSpPr txBox="1">
            <a:spLocks noChangeArrowheads="1"/>
          </p:cNvSpPr>
          <p:nvPr/>
        </p:nvSpPr>
        <p:spPr bwMode="auto">
          <a:xfrm>
            <a:off x="6642100" y="3114675"/>
            <a:ext cx="765175" cy="274638"/>
          </a:xfrm>
          <a:prstGeom prst="rect">
            <a:avLst/>
          </a:prstGeom>
          <a:noFill/>
          <a:ln w="9525">
            <a:noFill/>
            <a:miter lim="800000"/>
            <a:headEnd/>
            <a:tailEnd/>
          </a:ln>
        </p:spPr>
        <p:txBody>
          <a:bodyPr>
            <a:spAutoFit/>
          </a:bodyPr>
          <a:lstStyle/>
          <a:p>
            <a:pPr>
              <a:spcBef>
                <a:spcPct val="50000"/>
              </a:spcBef>
            </a:pPr>
            <a:r>
              <a:rPr kumimoji="1" lang="en-US" altLang="zh-CN" sz="1200">
                <a:solidFill>
                  <a:srgbClr val="FF6600"/>
                </a:solidFill>
                <a:latin typeface="Times New Roman" pitchFamily="18" charset="0"/>
              </a:rPr>
              <a:t>(</a:t>
            </a:r>
            <a:r>
              <a:rPr kumimoji="1" lang="zh-CN" altLang="en-US" sz="1200">
                <a:solidFill>
                  <a:srgbClr val="FF6600"/>
                </a:solidFill>
                <a:latin typeface="Times New Roman" pitchFamily="18" charset="0"/>
              </a:rPr>
              <a:t>极点</a:t>
            </a:r>
            <a:r>
              <a:rPr kumimoji="1" lang="en-US" altLang="zh-CN" sz="1200">
                <a:solidFill>
                  <a:srgbClr val="FF6600"/>
                </a:solidFill>
                <a:latin typeface="Times New Roman" pitchFamily="18" charset="0"/>
              </a:rPr>
              <a:t>)</a:t>
            </a:r>
          </a:p>
        </p:txBody>
      </p:sp>
      <p:sp>
        <p:nvSpPr>
          <p:cNvPr id="182307" name="Text Box 35"/>
          <p:cNvSpPr txBox="1">
            <a:spLocks noChangeArrowheads="1"/>
          </p:cNvSpPr>
          <p:nvPr/>
        </p:nvSpPr>
        <p:spPr bwMode="auto">
          <a:xfrm>
            <a:off x="8128000" y="3114675"/>
            <a:ext cx="765175" cy="274638"/>
          </a:xfrm>
          <a:prstGeom prst="rect">
            <a:avLst/>
          </a:prstGeom>
          <a:noFill/>
          <a:ln w="9525">
            <a:noFill/>
            <a:miter lim="800000"/>
            <a:headEnd/>
            <a:tailEnd/>
          </a:ln>
        </p:spPr>
        <p:txBody>
          <a:bodyPr>
            <a:spAutoFit/>
          </a:bodyPr>
          <a:lstStyle/>
          <a:p>
            <a:pPr>
              <a:spcBef>
                <a:spcPct val="50000"/>
              </a:spcBef>
            </a:pPr>
            <a:r>
              <a:rPr kumimoji="1" lang="en-US" altLang="zh-CN" sz="1200">
                <a:solidFill>
                  <a:srgbClr val="FF6600"/>
                </a:solidFill>
                <a:latin typeface="Times New Roman" pitchFamily="18" charset="0"/>
              </a:rPr>
              <a:t>(</a:t>
            </a:r>
            <a:r>
              <a:rPr kumimoji="1" lang="zh-CN" altLang="en-US" sz="1200">
                <a:solidFill>
                  <a:srgbClr val="FF6600"/>
                </a:solidFill>
                <a:latin typeface="Times New Roman" pitchFamily="18" charset="0"/>
              </a:rPr>
              <a:t>极轴</a:t>
            </a:r>
            <a:r>
              <a:rPr kumimoji="1" lang="en-US" altLang="zh-CN" sz="1200">
                <a:solidFill>
                  <a:srgbClr val="FF6600"/>
                </a:solidFill>
                <a:latin typeface="Times New Roman" pitchFamily="18" charset="0"/>
              </a:rPr>
              <a:t>)</a:t>
            </a:r>
          </a:p>
        </p:txBody>
      </p:sp>
      <p:sp>
        <p:nvSpPr>
          <p:cNvPr id="182308" name="Rectangle 36"/>
          <p:cNvSpPr>
            <a:spLocks noChangeArrowheads="1"/>
          </p:cNvSpPr>
          <p:nvPr/>
        </p:nvSpPr>
        <p:spPr bwMode="auto">
          <a:xfrm>
            <a:off x="206375" y="4816475"/>
            <a:ext cx="2808288" cy="461963"/>
          </a:xfrm>
          <a:prstGeom prst="rect">
            <a:avLst/>
          </a:prstGeom>
          <a:noFill/>
          <a:ln w="9525">
            <a:noFill/>
            <a:miter lim="800000"/>
            <a:headEnd/>
            <a:tailEnd/>
          </a:ln>
        </p:spPr>
        <p:txBody>
          <a:bodyPr>
            <a:spAutoFit/>
          </a:bodyPr>
          <a:lstStyle/>
          <a:p>
            <a:r>
              <a:rPr kumimoji="1" lang="en-US" altLang="zh-CN" sz="2400">
                <a:latin typeface="Times New Roman" pitchFamily="18" charset="0"/>
              </a:rPr>
              <a:t>① </a:t>
            </a:r>
            <a:r>
              <a:rPr kumimoji="1" lang="zh-CN" altLang="en-US" sz="2400">
                <a:latin typeface="Times New Roman" pitchFamily="18" charset="0"/>
              </a:rPr>
              <a:t>平均角速度</a:t>
            </a:r>
          </a:p>
        </p:txBody>
      </p:sp>
      <p:graphicFrame>
        <p:nvGraphicFramePr>
          <p:cNvPr id="182309" name="Object 37"/>
          <p:cNvGraphicFramePr>
            <a:graphicFrameLocks noChangeAspect="1"/>
          </p:cNvGraphicFramePr>
          <p:nvPr/>
        </p:nvGraphicFramePr>
        <p:xfrm>
          <a:off x="1871663" y="5441950"/>
          <a:ext cx="1008062" cy="731838"/>
        </p:xfrm>
        <a:graphic>
          <a:graphicData uri="http://schemas.openxmlformats.org/presentationml/2006/ole">
            <p:oleObj spid="_x0000_s28686" name="公式" r:id="rId15" imgW="558720" imgH="406080" progId="Equation.3">
              <p:embed/>
            </p:oleObj>
          </a:graphicData>
        </a:graphic>
      </p:graphicFrame>
      <p:sp>
        <p:nvSpPr>
          <p:cNvPr id="182310" name="Text Box 38"/>
          <p:cNvSpPr txBox="1">
            <a:spLocks noChangeArrowheads="1"/>
          </p:cNvSpPr>
          <p:nvPr/>
        </p:nvSpPr>
        <p:spPr bwMode="auto">
          <a:xfrm>
            <a:off x="179388" y="549275"/>
            <a:ext cx="2447925" cy="457200"/>
          </a:xfrm>
          <a:prstGeom prst="rect">
            <a:avLst/>
          </a:prstGeom>
          <a:noFill/>
          <a:ln w="9525">
            <a:noFill/>
            <a:miter lim="800000"/>
            <a:headEnd/>
            <a:tailEnd/>
          </a:ln>
        </p:spPr>
        <p:txBody>
          <a:bodyPr>
            <a:spAutoFit/>
          </a:bodyPr>
          <a:lstStyle/>
          <a:p>
            <a:pPr>
              <a:spcBef>
                <a:spcPct val="50000"/>
              </a:spcBef>
            </a:pPr>
            <a:r>
              <a:rPr lang="en-US" altLang="zh-CN" sz="2400">
                <a:solidFill>
                  <a:srgbClr val="FF6600"/>
                </a:solidFill>
                <a:latin typeface="Times New Roman" pitchFamily="18" charset="0"/>
              </a:rPr>
              <a:t>2</a:t>
            </a:r>
            <a:r>
              <a:rPr lang="zh-CN" altLang="en-US" sz="2400">
                <a:solidFill>
                  <a:srgbClr val="FF6600"/>
                </a:solidFill>
                <a:latin typeface="Times New Roman" pitchFamily="18" charset="0"/>
              </a:rPr>
              <a:t>、角量描述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2310"/>
                                        </p:tgtEl>
                                        <p:attrNameLst>
                                          <p:attrName>style.visibility</p:attrName>
                                        </p:attrNameLst>
                                      </p:cBhvr>
                                      <p:to>
                                        <p:strVal val="visible"/>
                                      </p:to>
                                    </p:set>
                                    <p:animEffect transition="in" filter="wipe(left)">
                                      <p:cBhvr>
                                        <p:cTn id="7" dur="500"/>
                                        <p:tgtEl>
                                          <p:spTgt spid="1823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2302"/>
                                        </p:tgtEl>
                                        <p:attrNameLst>
                                          <p:attrName>style.visibility</p:attrName>
                                        </p:attrNameLst>
                                      </p:cBhvr>
                                      <p:to>
                                        <p:strVal val="visible"/>
                                      </p:to>
                                    </p:set>
                                    <p:animEffect transition="in" filter="wipe(left)">
                                      <p:cBhvr>
                                        <p:cTn id="12" dur="500"/>
                                        <p:tgtEl>
                                          <p:spTgt spid="18230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82288"/>
                                        </p:tgtEl>
                                        <p:attrNameLst>
                                          <p:attrName>style.visibility</p:attrName>
                                        </p:attrNameLst>
                                      </p:cBhvr>
                                      <p:to>
                                        <p:strVal val="visible"/>
                                      </p:to>
                                    </p:se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82279"/>
                                        </p:tgtEl>
                                        <p:attrNameLst>
                                          <p:attrName>style.visibility</p:attrName>
                                        </p:attrNameLst>
                                      </p:cBhvr>
                                      <p:to>
                                        <p:strVal val="visible"/>
                                      </p:to>
                                    </p:set>
                                    <p:animEffect transition="in" filter="wipe(left)">
                                      <p:cBhvr>
                                        <p:cTn id="20" dur="500"/>
                                        <p:tgtEl>
                                          <p:spTgt spid="18227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82281"/>
                                        </p:tgtEl>
                                        <p:attrNameLst>
                                          <p:attrName>style.visibility</p:attrName>
                                        </p:attrNameLst>
                                      </p:cBhvr>
                                      <p:to>
                                        <p:strVal val="visible"/>
                                      </p:to>
                                    </p:set>
                                    <p:animEffect transition="in" filter="wipe(left)">
                                      <p:cBhvr>
                                        <p:cTn id="25" dur="500"/>
                                        <p:tgtEl>
                                          <p:spTgt spid="18228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82306"/>
                                        </p:tgtEl>
                                        <p:attrNameLst>
                                          <p:attrName>style.visibility</p:attrName>
                                        </p:attrNameLst>
                                      </p:cBhvr>
                                      <p:to>
                                        <p:strVal val="visible"/>
                                      </p:to>
                                    </p:set>
                                    <p:animEffect transition="in" filter="wipe(left)">
                                      <p:cBhvr>
                                        <p:cTn id="30" dur="500"/>
                                        <p:tgtEl>
                                          <p:spTgt spid="18230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82276"/>
                                        </p:tgtEl>
                                        <p:attrNameLst>
                                          <p:attrName>style.visibility</p:attrName>
                                        </p:attrNameLst>
                                      </p:cBhvr>
                                      <p:to>
                                        <p:strVal val="visible"/>
                                      </p:to>
                                    </p:set>
                                    <p:animEffect transition="in" filter="wipe(left)">
                                      <p:cBhvr>
                                        <p:cTn id="35" dur="500"/>
                                        <p:tgtEl>
                                          <p:spTgt spid="182276"/>
                                        </p:tgtEl>
                                      </p:cBhvr>
                                    </p:animEffec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182284"/>
                                        </p:tgtEl>
                                        <p:attrNameLst>
                                          <p:attrName>style.visibility</p:attrName>
                                        </p:attrNameLst>
                                      </p:cBhvr>
                                      <p:to>
                                        <p:strVal val="visible"/>
                                      </p:to>
                                    </p:set>
                                    <p:animEffect transition="in" filter="wipe(left)">
                                      <p:cBhvr>
                                        <p:cTn id="39" dur="500"/>
                                        <p:tgtEl>
                                          <p:spTgt spid="18228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82307"/>
                                        </p:tgtEl>
                                        <p:attrNameLst>
                                          <p:attrName>style.visibility</p:attrName>
                                        </p:attrNameLst>
                                      </p:cBhvr>
                                      <p:to>
                                        <p:strVal val="visible"/>
                                      </p:to>
                                    </p:set>
                                    <p:animEffect transition="in" filter="wipe(left)">
                                      <p:cBhvr>
                                        <p:cTn id="44" dur="500"/>
                                        <p:tgtEl>
                                          <p:spTgt spid="182307"/>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82277"/>
                                        </p:tgtEl>
                                        <p:attrNameLst>
                                          <p:attrName>style.visibility</p:attrName>
                                        </p:attrNameLst>
                                      </p:cBhvr>
                                      <p:to>
                                        <p:strVal val="visible"/>
                                      </p:to>
                                    </p:set>
                                    <p:animEffect transition="in" filter="wipe(left)">
                                      <p:cBhvr>
                                        <p:cTn id="49" dur="500"/>
                                        <p:tgtEl>
                                          <p:spTgt spid="182277"/>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82293"/>
                                        </p:tgtEl>
                                        <p:attrNameLst>
                                          <p:attrName>style.visibility</p:attrName>
                                        </p:attrNameLst>
                                      </p:cBhvr>
                                      <p:to>
                                        <p:strVal val="visible"/>
                                      </p:to>
                                    </p:set>
                                    <p:animEffect transition="in" filter="wipe(left)">
                                      <p:cBhvr>
                                        <p:cTn id="54" dur="500"/>
                                        <p:tgtEl>
                                          <p:spTgt spid="182293"/>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2" fill="hold" grpId="0" nodeType="clickEffect">
                                  <p:stCondLst>
                                    <p:cond delay="0"/>
                                  </p:stCondLst>
                                  <p:childTnLst>
                                    <p:set>
                                      <p:cBhvr>
                                        <p:cTn id="58" dur="1" fill="hold">
                                          <p:stCondLst>
                                            <p:cond delay="0"/>
                                          </p:stCondLst>
                                        </p:cTn>
                                        <p:tgtEl>
                                          <p:spTgt spid="182294"/>
                                        </p:tgtEl>
                                        <p:attrNameLst>
                                          <p:attrName>style.visibility</p:attrName>
                                        </p:attrNameLst>
                                      </p:cBhvr>
                                      <p:to>
                                        <p:strVal val="visible"/>
                                      </p:to>
                                    </p:set>
                                    <p:anim calcmode="lin" valueType="num">
                                      <p:cBhvr additive="base">
                                        <p:cTn id="59" dur="500" fill="hold"/>
                                        <p:tgtEl>
                                          <p:spTgt spid="182294"/>
                                        </p:tgtEl>
                                        <p:attrNameLst>
                                          <p:attrName>ppt_x</p:attrName>
                                        </p:attrNameLst>
                                      </p:cBhvr>
                                      <p:tavLst>
                                        <p:tav tm="0">
                                          <p:val>
                                            <p:strVal val="1+#ppt_w/2"/>
                                          </p:val>
                                        </p:tav>
                                        <p:tav tm="100000">
                                          <p:val>
                                            <p:strVal val="#ppt_x"/>
                                          </p:val>
                                        </p:tav>
                                      </p:tavLst>
                                    </p:anim>
                                    <p:anim calcmode="lin" valueType="num">
                                      <p:cBhvr additive="base">
                                        <p:cTn id="60" dur="500" fill="hold"/>
                                        <p:tgtEl>
                                          <p:spTgt spid="182294"/>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182282"/>
                                        </p:tgtEl>
                                        <p:attrNameLst>
                                          <p:attrName>style.visibility</p:attrName>
                                        </p:attrNameLst>
                                      </p:cBhvr>
                                      <p:to>
                                        <p:strVal val="visible"/>
                                      </p:to>
                                    </p:set>
                                    <p:animEffect transition="in" filter="wipe(left)">
                                      <p:cBhvr>
                                        <p:cTn id="65" dur="500"/>
                                        <p:tgtEl>
                                          <p:spTgt spid="182282"/>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182305"/>
                                        </p:tgtEl>
                                        <p:attrNameLst>
                                          <p:attrName>style.visibility</p:attrName>
                                        </p:attrNameLst>
                                      </p:cBhvr>
                                      <p:to>
                                        <p:strVal val="visible"/>
                                      </p:to>
                                    </p:set>
                                    <p:animEffect transition="in" filter="wipe(left)">
                                      <p:cBhvr>
                                        <p:cTn id="70" dur="500"/>
                                        <p:tgtEl>
                                          <p:spTgt spid="182305"/>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182289"/>
                                        </p:tgtEl>
                                        <p:attrNameLst>
                                          <p:attrName>style.visibility</p:attrName>
                                        </p:attrNameLst>
                                      </p:cBhvr>
                                      <p:to>
                                        <p:strVal val="visible"/>
                                      </p:to>
                                    </p:set>
                                    <p:animEffect transition="in" filter="wipe(left)">
                                      <p:cBhvr>
                                        <p:cTn id="75" dur="500"/>
                                        <p:tgtEl>
                                          <p:spTgt spid="182289"/>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82292"/>
                                        </p:tgtEl>
                                        <p:attrNameLst>
                                          <p:attrName>style.visibility</p:attrName>
                                        </p:attrNameLst>
                                      </p:cBhvr>
                                      <p:to>
                                        <p:strVal val="visible"/>
                                      </p:to>
                                    </p:set>
                                    <p:animEffect transition="in" filter="wipe(left)">
                                      <p:cBhvr>
                                        <p:cTn id="80" dur="500"/>
                                        <p:tgtEl>
                                          <p:spTgt spid="182292"/>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182274"/>
                                        </p:tgtEl>
                                        <p:attrNameLst>
                                          <p:attrName>style.visibility</p:attrName>
                                        </p:attrNameLst>
                                      </p:cBhvr>
                                      <p:to>
                                        <p:strVal val="visible"/>
                                      </p:to>
                                    </p:set>
                                    <p:animEffect transition="in" filter="wipe(left)">
                                      <p:cBhvr>
                                        <p:cTn id="85" dur="500"/>
                                        <p:tgtEl>
                                          <p:spTgt spid="182274"/>
                                        </p:tgtEl>
                                      </p:cBhvr>
                                    </p:animEffect>
                                  </p:childTnLst>
                                </p:cTn>
                              </p:par>
                            </p:childTnLst>
                          </p:cTn>
                        </p:par>
                        <p:par>
                          <p:cTn id="86" fill="hold">
                            <p:stCondLst>
                              <p:cond delay="500"/>
                            </p:stCondLst>
                            <p:childTnLst>
                              <p:par>
                                <p:cTn id="87" presetID="22" presetClass="entr" presetSubtype="8" fill="hold" grpId="0" nodeType="afterEffect">
                                  <p:stCondLst>
                                    <p:cond delay="0"/>
                                  </p:stCondLst>
                                  <p:childTnLst>
                                    <p:set>
                                      <p:cBhvr>
                                        <p:cTn id="88" dur="1" fill="hold">
                                          <p:stCondLst>
                                            <p:cond delay="0"/>
                                          </p:stCondLst>
                                        </p:cTn>
                                        <p:tgtEl>
                                          <p:spTgt spid="182285"/>
                                        </p:tgtEl>
                                        <p:attrNameLst>
                                          <p:attrName>style.visibility</p:attrName>
                                        </p:attrNameLst>
                                      </p:cBhvr>
                                      <p:to>
                                        <p:strVal val="visible"/>
                                      </p:to>
                                    </p:set>
                                    <p:animEffect transition="in" filter="wipe(left)">
                                      <p:cBhvr>
                                        <p:cTn id="89" dur="500"/>
                                        <p:tgtEl>
                                          <p:spTgt spid="182285"/>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182290"/>
                                        </p:tgtEl>
                                        <p:attrNameLst>
                                          <p:attrName>style.visibility</p:attrName>
                                        </p:attrNameLst>
                                      </p:cBhvr>
                                      <p:to>
                                        <p:strVal val="visible"/>
                                      </p:to>
                                    </p:set>
                                    <p:animEffect transition="in" filter="wipe(left)">
                                      <p:cBhvr>
                                        <p:cTn id="94" dur="500"/>
                                        <p:tgtEl>
                                          <p:spTgt spid="182290"/>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182291"/>
                                        </p:tgtEl>
                                        <p:attrNameLst>
                                          <p:attrName>style.visibility</p:attrName>
                                        </p:attrNameLst>
                                      </p:cBhvr>
                                      <p:to>
                                        <p:strVal val="visible"/>
                                      </p:to>
                                    </p:set>
                                    <p:animEffect transition="in" filter="wipe(left)">
                                      <p:cBhvr>
                                        <p:cTn id="99" dur="500"/>
                                        <p:tgtEl>
                                          <p:spTgt spid="182291"/>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182286"/>
                                        </p:tgtEl>
                                        <p:attrNameLst>
                                          <p:attrName>style.visibility</p:attrName>
                                        </p:attrNameLst>
                                      </p:cBhvr>
                                      <p:to>
                                        <p:strVal val="visible"/>
                                      </p:to>
                                    </p:set>
                                    <p:animEffect transition="in" filter="wipe(left)">
                                      <p:cBhvr>
                                        <p:cTn id="104" dur="500"/>
                                        <p:tgtEl>
                                          <p:spTgt spid="182286"/>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182275"/>
                                        </p:tgtEl>
                                        <p:attrNameLst>
                                          <p:attrName>style.visibility</p:attrName>
                                        </p:attrNameLst>
                                      </p:cBhvr>
                                      <p:to>
                                        <p:strVal val="visible"/>
                                      </p:to>
                                    </p:set>
                                    <p:animEffect transition="in" filter="wipe(left)">
                                      <p:cBhvr>
                                        <p:cTn id="109" dur="500"/>
                                        <p:tgtEl>
                                          <p:spTgt spid="182275"/>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nodeType="clickEffect">
                                  <p:stCondLst>
                                    <p:cond delay="0"/>
                                  </p:stCondLst>
                                  <p:childTnLst>
                                    <p:set>
                                      <p:cBhvr>
                                        <p:cTn id="113" dur="1" fill="hold">
                                          <p:stCondLst>
                                            <p:cond delay="0"/>
                                          </p:stCondLst>
                                        </p:cTn>
                                        <p:tgtEl>
                                          <p:spTgt spid="182295"/>
                                        </p:tgtEl>
                                        <p:attrNameLst>
                                          <p:attrName>style.visibility</p:attrName>
                                        </p:attrNameLst>
                                      </p:cBhvr>
                                      <p:to>
                                        <p:strVal val="visible"/>
                                      </p:to>
                                    </p:set>
                                    <p:animEffect transition="in" filter="wipe(left)">
                                      <p:cBhvr>
                                        <p:cTn id="114" dur="500"/>
                                        <p:tgtEl>
                                          <p:spTgt spid="182295"/>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182296"/>
                                        </p:tgtEl>
                                        <p:attrNameLst>
                                          <p:attrName>style.visibility</p:attrName>
                                        </p:attrNameLst>
                                      </p:cBhvr>
                                      <p:to>
                                        <p:strVal val="visible"/>
                                      </p:to>
                                    </p:set>
                                    <p:animEffect transition="in" filter="wipe(left)">
                                      <p:cBhvr>
                                        <p:cTn id="119" dur="500"/>
                                        <p:tgtEl>
                                          <p:spTgt spid="182296"/>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grpId="0" nodeType="clickEffect">
                                  <p:stCondLst>
                                    <p:cond delay="0"/>
                                  </p:stCondLst>
                                  <p:childTnLst>
                                    <p:set>
                                      <p:cBhvr>
                                        <p:cTn id="123" dur="1" fill="hold">
                                          <p:stCondLst>
                                            <p:cond delay="0"/>
                                          </p:stCondLst>
                                        </p:cTn>
                                        <p:tgtEl>
                                          <p:spTgt spid="182297"/>
                                        </p:tgtEl>
                                        <p:attrNameLst>
                                          <p:attrName>style.visibility</p:attrName>
                                        </p:attrNameLst>
                                      </p:cBhvr>
                                      <p:to>
                                        <p:strVal val="visible"/>
                                      </p:to>
                                    </p:set>
                                    <p:animEffect transition="in" filter="wipe(left)">
                                      <p:cBhvr>
                                        <p:cTn id="124" dur="500"/>
                                        <p:tgtEl>
                                          <p:spTgt spid="182297"/>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8" fill="hold" grpId="0" nodeType="clickEffect">
                                  <p:stCondLst>
                                    <p:cond delay="0"/>
                                  </p:stCondLst>
                                  <p:childTnLst>
                                    <p:set>
                                      <p:cBhvr>
                                        <p:cTn id="128" dur="1" fill="hold">
                                          <p:stCondLst>
                                            <p:cond delay="0"/>
                                          </p:stCondLst>
                                        </p:cTn>
                                        <p:tgtEl>
                                          <p:spTgt spid="182298"/>
                                        </p:tgtEl>
                                        <p:attrNameLst>
                                          <p:attrName>style.visibility</p:attrName>
                                        </p:attrNameLst>
                                      </p:cBhvr>
                                      <p:to>
                                        <p:strVal val="visible"/>
                                      </p:to>
                                    </p:set>
                                    <p:animEffect transition="in" filter="wipe(left)">
                                      <p:cBhvr>
                                        <p:cTn id="129" dur="500"/>
                                        <p:tgtEl>
                                          <p:spTgt spid="182298"/>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grpId="0" nodeType="clickEffect">
                                  <p:stCondLst>
                                    <p:cond delay="0"/>
                                  </p:stCondLst>
                                  <p:childTnLst>
                                    <p:set>
                                      <p:cBhvr>
                                        <p:cTn id="133" dur="1" fill="hold">
                                          <p:stCondLst>
                                            <p:cond delay="0"/>
                                          </p:stCondLst>
                                        </p:cTn>
                                        <p:tgtEl>
                                          <p:spTgt spid="182278"/>
                                        </p:tgtEl>
                                        <p:attrNameLst>
                                          <p:attrName>style.visibility</p:attrName>
                                        </p:attrNameLst>
                                      </p:cBhvr>
                                      <p:to>
                                        <p:strVal val="visible"/>
                                      </p:to>
                                    </p:set>
                                    <p:animEffect transition="in" filter="wipe(left)">
                                      <p:cBhvr>
                                        <p:cTn id="134" dur="500"/>
                                        <p:tgtEl>
                                          <p:spTgt spid="182278"/>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ntr" presetSubtype="8" fill="hold" nodeType="clickEffect">
                                  <p:stCondLst>
                                    <p:cond delay="0"/>
                                  </p:stCondLst>
                                  <p:childTnLst>
                                    <p:set>
                                      <p:cBhvr>
                                        <p:cTn id="138" dur="1" fill="hold">
                                          <p:stCondLst>
                                            <p:cond delay="0"/>
                                          </p:stCondLst>
                                        </p:cTn>
                                        <p:tgtEl>
                                          <p:spTgt spid="182280"/>
                                        </p:tgtEl>
                                        <p:attrNameLst>
                                          <p:attrName>style.visibility</p:attrName>
                                        </p:attrNameLst>
                                      </p:cBhvr>
                                      <p:to>
                                        <p:strVal val="visible"/>
                                      </p:to>
                                    </p:set>
                                    <p:animEffect transition="in" filter="wipe(left)">
                                      <p:cBhvr>
                                        <p:cTn id="139" dur="500"/>
                                        <p:tgtEl>
                                          <p:spTgt spid="182280"/>
                                        </p:tgtEl>
                                      </p:cBhvr>
                                    </p:animEffect>
                                  </p:childTnLst>
                                </p:cTn>
                              </p:par>
                            </p:childTnLst>
                          </p:cTn>
                        </p:par>
                        <p:par>
                          <p:cTn id="140" fill="hold">
                            <p:stCondLst>
                              <p:cond delay="500"/>
                            </p:stCondLst>
                            <p:childTnLst>
                              <p:par>
                                <p:cTn id="141" presetID="2" presetClass="entr" presetSubtype="2" fill="hold" grpId="0" nodeType="afterEffect">
                                  <p:stCondLst>
                                    <p:cond delay="0"/>
                                  </p:stCondLst>
                                  <p:childTnLst>
                                    <p:set>
                                      <p:cBhvr>
                                        <p:cTn id="142" dur="1" fill="hold">
                                          <p:stCondLst>
                                            <p:cond delay="0"/>
                                          </p:stCondLst>
                                        </p:cTn>
                                        <p:tgtEl>
                                          <p:spTgt spid="182287"/>
                                        </p:tgtEl>
                                        <p:attrNameLst>
                                          <p:attrName>style.visibility</p:attrName>
                                        </p:attrNameLst>
                                      </p:cBhvr>
                                      <p:to>
                                        <p:strVal val="visible"/>
                                      </p:to>
                                    </p:set>
                                    <p:anim calcmode="lin" valueType="num">
                                      <p:cBhvr additive="base">
                                        <p:cTn id="143" dur="500" fill="hold"/>
                                        <p:tgtEl>
                                          <p:spTgt spid="182287"/>
                                        </p:tgtEl>
                                        <p:attrNameLst>
                                          <p:attrName>ppt_x</p:attrName>
                                        </p:attrNameLst>
                                      </p:cBhvr>
                                      <p:tavLst>
                                        <p:tav tm="0">
                                          <p:val>
                                            <p:strVal val="1+#ppt_w/2"/>
                                          </p:val>
                                        </p:tav>
                                        <p:tav tm="100000">
                                          <p:val>
                                            <p:strVal val="#ppt_x"/>
                                          </p:val>
                                        </p:tav>
                                      </p:tavLst>
                                    </p:anim>
                                    <p:anim calcmode="lin" valueType="num">
                                      <p:cBhvr additive="base">
                                        <p:cTn id="144" dur="500" fill="hold"/>
                                        <p:tgtEl>
                                          <p:spTgt spid="182287"/>
                                        </p:tgtEl>
                                        <p:attrNameLst>
                                          <p:attrName>ppt_y</p:attrName>
                                        </p:attrNameLst>
                                      </p:cBhvr>
                                      <p:tavLst>
                                        <p:tav tm="0">
                                          <p:val>
                                            <p:strVal val="#ppt_y"/>
                                          </p:val>
                                        </p:tav>
                                        <p:tav tm="100000">
                                          <p:val>
                                            <p:strVal val="#ppt_y"/>
                                          </p:val>
                                        </p:tav>
                                      </p:tavLst>
                                    </p:anim>
                                  </p:childTnLst>
                                </p:cTn>
                              </p:par>
                            </p:childTnLst>
                          </p:cTn>
                        </p:par>
                        <p:par>
                          <p:cTn id="145" fill="hold">
                            <p:stCondLst>
                              <p:cond delay="1000"/>
                            </p:stCondLst>
                            <p:childTnLst>
                              <p:par>
                                <p:cTn id="146" presetID="22" presetClass="entr" presetSubtype="8" fill="hold" nodeType="afterEffect">
                                  <p:stCondLst>
                                    <p:cond delay="0"/>
                                  </p:stCondLst>
                                  <p:childTnLst>
                                    <p:set>
                                      <p:cBhvr>
                                        <p:cTn id="147" dur="1" fill="hold">
                                          <p:stCondLst>
                                            <p:cond delay="0"/>
                                          </p:stCondLst>
                                        </p:cTn>
                                        <p:tgtEl>
                                          <p:spTgt spid="182283"/>
                                        </p:tgtEl>
                                        <p:attrNameLst>
                                          <p:attrName>style.visibility</p:attrName>
                                        </p:attrNameLst>
                                      </p:cBhvr>
                                      <p:to>
                                        <p:strVal val="visible"/>
                                      </p:to>
                                    </p:set>
                                    <p:animEffect transition="in" filter="wipe(left)">
                                      <p:cBhvr>
                                        <p:cTn id="148" dur="500"/>
                                        <p:tgtEl>
                                          <p:spTgt spid="182283"/>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nodeType="clickEffect">
                                  <p:stCondLst>
                                    <p:cond delay="0"/>
                                  </p:stCondLst>
                                  <p:childTnLst>
                                    <p:set>
                                      <p:cBhvr>
                                        <p:cTn id="152" dur="1" fill="hold">
                                          <p:stCondLst>
                                            <p:cond delay="0"/>
                                          </p:stCondLst>
                                        </p:cTn>
                                        <p:tgtEl>
                                          <p:spTgt spid="182299"/>
                                        </p:tgtEl>
                                        <p:attrNameLst>
                                          <p:attrName>style.visibility</p:attrName>
                                        </p:attrNameLst>
                                      </p:cBhvr>
                                      <p:to>
                                        <p:strVal val="visible"/>
                                      </p:to>
                                    </p:set>
                                    <p:animEffect transition="in" filter="wipe(left)">
                                      <p:cBhvr>
                                        <p:cTn id="153" dur="500"/>
                                        <p:tgtEl>
                                          <p:spTgt spid="182299"/>
                                        </p:tgtEl>
                                      </p:cBhvr>
                                    </p:animEffec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grpId="0" nodeType="clickEffect">
                                  <p:stCondLst>
                                    <p:cond delay="0"/>
                                  </p:stCondLst>
                                  <p:childTnLst>
                                    <p:set>
                                      <p:cBhvr>
                                        <p:cTn id="157" dur="1" fill="hold">
                                          <p:stCondLst>
                                            <p:cond delay="0"/>
                                          </p:stCondLst>
                                        </p:cTn>
                                        <p:tgtEl>
                                          <p:spTgt spid="182300"/>
                                        </p:tgtEl>
                                        <p:attrNameLst>
                                          <p:attrName>style.visibility</p:attrName>
                                        </p:attrNameLst>
                                      </p:cBhvr>
                                      <p:to>
                                        <p:strVal val="visible"/>
                                      </p:to>
                                    </p:set>
                                    <p:animEffect transition="in" filter="wipe(left)">
                                      <p:cBhvr>
                                        <p:cTn id="158" dur="500"/>
                                        <p:tgtEl>
                                          <p:spTgt spid="182300"/>
                                        </p:tgtEl>
                                      </p:cBhvr>
                                    </p:animEffect>
                                  </p:childTnLst>
                                </p:cTn>
                              </p:par>
                            </p:childTnLst>
                          </p:cTn>
                        </p:par>
                      </p:childTnLst>
                    </p:cTn>
                  </p:par>
                  <p:par>
                    <p:cTn id="159" fill="hold">
                      <p:stCondLst>
                        <p:cond delay="indefinite"/>
                      </p:stCondLst>
                      <p:childTnLst>
                        <p:par>
                          <p:cTn id="160" fill="hold">
                            <p:stCondLst>
                              <p:cond delay="0"/>
                            </p:stCondLst>
                            <p:childTnLst>
                              <p:par>
                                <p:cTn id="161" presetID="22" presetClass="entr" presetSubtype="8" fill="hold" grpId="0" nodeType="clickEffect">
                                  <p:stCondLst>
                                    <p:cond delay="0"/>
                                  </p:stCondLst>
                                  <p:childTnLst>
                                    <p:set>
                                      <p:cBhvr>
                                        <p:cTn id="162" dur="1" fill="hold">
                                          <p:stCondLst>
                                            <p:cond delay="0"/>
                                          </p:stCondLst>
                                        </p:cTn>
                                        <p:tgtEl>
                                          <p:spTgt spid="182303"/>
                                        </p:tgtEl>
                                        <p:attrNameLst>
                                          <p:attrName>style.visibility</p:attrName>
                                        </p:attrNameLst>
                                      </p:cBhvr>
                                      <p:to>
                                        <p:strVal val="visible"/>
                                      </p:to>
                                    </p:set>
                                    <p:animEffect transition="in" filter="wipe(left)">
                                      <p:cBhvr>
                                        <p:cTn id="163" dur="500"/>
                                        <p:tgtEl>
                                          <p:spTgt spid="182303"/>
                                        </p:tgtEl>
                                      </p:cBhvr>
                                    </p:animEffect>
                                  </p:childTnLst>
                                </p:cTn>
                              </p:par>
                            </p:childTnLst>
                          </p:cTn>
                        </p:par>
                      </p:childTnLst>
                    </p:cTn>
                  </p:par>
                  <p:par>
                    <p:cTn id="164" fill="hold">
                      <p:stCondLst>
                        <p:cond delay="indefinite"/>
                      </p:stCondLst>
                      <p:childTnLst>
                        <p:par>
                          <p:cTn id="165" fill="hold">
                            <p:stCondLst>
                              <p:cond delay="0"/>
                            </p:stCondLst>
                            <p:childTnLst>
                              <p:par>
                                <p:cTn id="166" presetID="22" presetClass="entr" presetSubtype="8" fill="hold" grpId="0" nodeType="clickEffect">
                                  <p:stCondLst>
                                    <p:cond delay="0"/>
                                  </p:stCondLst>
                                  <p:childTnLst>
                                    <p:set>
                                      <p:cBhvr>
                                        <p:cTn id="167" dur="1" fill="hold">
                                          <p:stCondLst>
                                            <p:cond delay="0"/>
                                          </p:stCondLst>
                                        </p:cTn>
                                        <p:tgtEl>
                                          <p:spTgt spid="182308"/>
                                        </p:tgtEl>
                                        <p:attrNameLst>
                                          <p:attrName>style.visibility</p:attrName>
                                        </p:attrNameLst>
                                      </p:cBhvr>
                                      <p:to>
                                        <p:strVal val="visible"/>
                                      </p:to>
                                    </p:set>
                                    <p:animEffect transition="in" filter="wipe(left)">
                                      <p:cBhvr>
                                        <p:cTn id="168" dur="500"/>
                                        <p:tgtEl>
                                          <p:spTgt spid="182308"/>
                                        </p:tgtEl>
                                      </p:cBhvr>
                                    </p:animEffect>
                                  </p:childTnLst>
                                </p:cTn>
                              </p:par>
                            </p:childTnLst>
                          </p:cTn>
                        </p:par>
                      </p:childTnLst>
                    </p:cTn>
                  </p:par>
                  <p:par>
                    <p:cTn id="169" fill="hold">
                      <p:stCondLst>
                        <p:cond delay="indefinite"/>
                      </p:stCondLst>
                      <p:childTnLst>
                        <p:par>
                          <p:cTn id="170" fill="hold">
                            <p:stCondLst>
                              <p:cond delay="0"/>
                            </p:stCondLst>
                            <p:childTnLst>
                              <p:par>
                                <p:cTn id="171" presetID="22" presetClass="entr" presetSubtype="4" fill="hold" nodeType="clickEffect">
                                  <p:stCondLst>
                                    <p:cond delay="0"/>
                                  </p:stCondLst>
                                  <p:childTnLst>
                                    <p:set>
                                      <p:cBhvr>
                                        <p:cTn id="172" dur="1" fill="hold">
                                          <p:stCondLst>
                                            <p:cond delay="0"/>
                                          </p:stCondLst>
                                        </p:cTn>
                                        <p:tgtEl>
                                          <p:spTgt spid="182309"/>
                                        </p:tgtEl>
                                        <p:attrNameLst>
                                          <p:attrName>style.visibility</p:attrName>
                                        </p:attrNameLst>
                                      </p:cBhvr>
                                      <p:to>
                                        <p:strVal val="visible"/>
                                      </p:to>
                                    </p:set>
                                    <p:animEffect transition="in" filter="wipe(down)">
                                      <p:cBhvr>
                                        <p:cTn id="173" dur="500"/>
                                        <p:tgtEl>
                                          <p:spTgt spid="182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animBg="1" autoUpdateAnimBg="0"/>
      <p:bldP spid="182276" grpId="0" animBg="1"/>
      <p:bldP spid="182277" grpId="0" animBg="1"/>
      <p:bldP spid="182278" grpId="0" animBg="1"/>
      <p:bldP spid="182285" grpId="0" autoUpdateAnimBg="0"/>
      <p:bldP spid="182286" grpId="0" autoUpdateAnimBg="0"/>
      <p:bldP spid="182287" grpId="0" animBg="1"/>
      <p:bldP spid="182288" grpId="0" animBg="1"/>
      <p:bldP spid="182290" grpId="0" animBg="1"/>
      <p:bldP spid="182291" grpId="0"/>
      <p:bldP spid="182292" grpId="0" autoUpdateAnimBg="0"/>
      <p:bldP spid="182293" grpId="0"/>
      <p:bldP spid="182294" grpId="0" animBg="1"/>
      <p:bldP spid="182297" grpId="0"/>
      <p:bldP spid="182298" grpId="0" autoUpdateAnimBg="0"/>
      <p:bldP spid="182300" grpId="0" autoUpdateAnimBg="0"/>
      <p:bldP spid="182302" grpId="0" autoUpdateAnimBg="0"/>
      <p:bldP spid="182303" grpId="0" autoUpdateAnimBg="0"/>
      <p:bldP spid="182306" grpId="0"/>
      <p:bldP spid="182307" grpId="0"/>
      <p:bldP spid="182308" grpId="0" autoUpdateAnimBg="0"/>
      <p:bldP spid="18231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ChangeArrowheads="1"/>
          </p:cNvSpPr>
          <p:nvPr/>
        </p:nvSpPr>
        <p:spPr bwMode="auto">
          <a:xfrm>
            <a:off x="341313" y="549275"/>
            <a:ext cx="2808287" cy="461963"/>
          </a:xfrm>
          <a:prstGeom prst="rect">
            <a:avLst/>
          </a:prstGeom>
          <a:noFill/>
          <a:ln w="9525">
            <a:noFill/>
            <a:miter lim="800000"/>
            <a:headEnd/>
            <a:tailEnd/>
          </a:ln>
        </p:spPr>
        <p:txBody>
          <a:bodyPr>
            <a:spAutoFit/>
          </a:bodyPr>
          <a:lstStyle/>
          <a:p>
            <a:r>
              <a:rPr kumimoji="1" lang="en-US" altLang="zh-CN" sz="2400">
                <a:latin typeface="Times New Roman" pitchFamily="18" charset="0"/>
              </a:rPr>
              <a:t>② </a:t>
            </a:r>
            <a:r>
              <a:rPr kumimoji="1" lang="zh-CN" altLang="en-US" sz="2400">
                <a:latin typeface="Times New Roman" pitchFamily="18" charset="0"/>
              </a:rPr>
              <a:t>瞬时角速度</a:t>
            </a:r>
          </a:p>
        </p:txBody>
      </p:sp>
      <p:graphicFrame>
        <p:nvGraphicFramePr>
          <p:cNvPr id="183299" name="Object 3"/>
          <p:cNvGraphicFramePr>
            <a:graphicFrameLocks noChangeAspect="1"/>
          </p:cNvGraphicFramePr>
          <p:nvPr/>
        </p:nvGraphicFramePr>
        <p:xfrm>
          <a:off x="1017588" y="1223963"/>
          <a:ext cx="4498975" cy="730250"/>
        </p:xfrm>
        <a:graphic>
          <a:graphicData uri="http://schemas.openxmlformats.org/presentationml/2006/ole">
            <p:oleObj spid="_x0000_s29698" name="公式" r:id="rId3" imgW="2501640" imgH="406080" progId="Equation.3">
              <p:embed/>
            </p:oleObj>
          </a:graphicData>
        </a:graphic>
      </p:graphicFrame>
      <p:sp>
        <p:nvSpPr>
          <p:cNvPr id="183300" name="Text Box 4"/>
          <p:cNvSpPr txBox="1">
            <a:spLocks noChangeArrowheads="1"/>
          </p:cNvSpPr>
          <p:nvPr/>
        </p:nvSpPr>
        <p:spPr bwMode="auto">
          <a:xfrm>
            <a:off x="198438" y="2259013"/>
            <a:ext cx="8231187" cy="387350"/>
          </a:xfrm>
          <a:prstGeom prst="rect">
            <a:avLst/>
          </a:prstGeom>
          <a:noFill/>
          <a:ln w="9525">
            <a:noFill/>
            <a:miter lim="800000"/>
            <a:headEnd/>
            <a:tailEnd/>
          </a:ln>
        </p:spPr>
        <p:txBody>
          <a:bodyPr>
            <a:spAutoFit/>
          </a:bodyPr>
          <a:lstStyle/>
          <a:p>
            <a:pPr>
              <a:lnSpc>
                <a:spcPct val="80000"/>
              </a:lnSpc>
              <a:spcBef>
                <a:spcPct val="50000"/>
              </a:spcBef>
            </a:pPr>
            <a:r>
              <a:rPr kumimoji="1" lang="en-US" altLang="zh-CN" sz="2400">
                <a:solidFill>
                  <a:srgbClr val="FF0000"/>
                </a:solidFill>
                <a:latin typeface="Times New Roman" pitchFamily="18" charset="0"/>
              </a:rPr>
              <a:t>(3)</a:t>
            </a:r>
            <a:r>
              <a:rPr kumimoji="1" lang="en-US" altLang="zh-CN" sz="2400">
                <a:solidFill>
                  <a:srgbClr val="FF0000"/>
                </a:solidFill>
                <a:latin typeface="Times New Roman" pitchFamily="18" charset="0"/>
                <a:sym typeface="Symbol" pitchFamily="18" charset="2"/>
              </a:rPr>
              <a:t> </a:t>
            </a:r>
            <a:r>
              <a:rPr kumimoji="1" lang="zh-CN" altLang="en-US" sz="2400">
                <a:solidFill>
                  <a:srgbClr val="FF0000"/>
                </a:solidFill>
                <a:latin typeface="Times New Roman" pitchFamily="18" charset="0"/>
                <a:sym typeface="Symbol" pitchFamily="18" charset="2"/>
              </a:rPr>
              <a:t>角加速度</a:t>
            </a:r>
            <a:r>
              <a:rPr kumimoji="1" lang="zh-CN" altLang="en-US" sz="2400">
                <a:solidFill>
                  <a:srgbClr val="008000"/>
                </a:solidFill>
                <a:latin typeface="Times New Roman" pitchFamily="18" charset="0"/>
                <a:sym typeface="Symbol" pitchFamily="18" charset="2"/>
              </a:rPr>
              <a:t>（描述质点转动角速度变化快慢的物理量）</a:t>
            </a:r>
          </a:p>
        </p:txBody>
      </p:sp>
      <p:sp>
        <p:nvSpPr>
          <p:cNvPr id="183301" name="Rectangle 5"/>
          <p:cNvSpPr>
            <a:spLocks noChangeArrowheads="1"/>
          </p:cNvSpPr>
          <p:nvPr/>
        </p:nvSpPr>
        <p:spPr bwMode="auto">
          <a:xfrm>
            <a:off x="341313" y="2798763"/>
            <a:ext cx="3133725" cy="461962"/>
          </a:xfrm>
          <a:prstGeom prst="rect">
            <a:avLst/>
          </a:prstGeom>
          <a:noFill/>
          <a:ln w="9525">
            <a:noFill/>
            <a:miter lim="800000"/>
            <a:headEnd/>
            <a:tailEnd/>
          </a:ln>
        </p:spPr>
        <p:txBody>
          <a:bodyPr>
            <a:spAutoFit/>
          </a:bodyPr>
          <a:lstStyle/>
          <a:p>
            <a:r>
              <a:rPr kumimoji="1" lang="en-US" altLang="zh-CN" sz="2400">
                <a:latin typeface="Times New Roman" pitchFamily="18" charset="0"/>
              </a:rPr>
              <a:t>① </a:t>
            </a:r>
            <a:r>
              <a:rPr kumimoji="1" lang="zh-CN" altLang="en-US" sz="2400">
                <a:latin typeface="Times New Roman" pitchFamily="18" charset="0"/>
              </a:rPr>
              <a:t>平均角加速度</a:t>
            </a:r>
          </a:p>
        </p:txBody>
      </p:sp>
      <p:graphicFrame>
        <p:nvGraphicFramePr>
          <p:cNvPr id="183302" name="Object 6"/>
          <p:cNvGraphicFramePr>
            <a:graphicFrameLocks noChangeAspect="1"/>
          </p:cNvGraphicFramePr>
          <p:nvPr/>
        </p:nvGraphicFramePr>
        <p:xfrm>
          <a:off x="2232025" y="3440113"/>
          <a:ext cx="1008063" cy="708025"/>
        </p:xfrm>
        <a:graphic>
          <a:graphicData uri="http://schemas.openxmlformats.org/presentationml/2006/ole">
            <p:oleObj spid="_x0000_s29699" name="公式" r:id="rId4" imgW="558720" imgH="393480" progId="Equation.3">
              <p:embed/>
            </p:oleObj>
          </a:graphicData>
        </a:graphic>
      </p:graphicFrame>
      <p:sp>
        <p:nvSpPr>
          <p:cNvPr id="183303" name="Rectangle 7"/>
          <p:cNvSpPr>
            <a:spLocks noChangeArrowheads="1"/>
          </p:cNvSpPr>
          <p:nvPr/>
        </p:nvSpPr>
        <p:spPr bwMode="auto">
          <a:xfrm>
            <a:off x="341313" y="4367213"/>
            <a:ext cx="3133725" cy="461962"/>
          </a:xfrm>
          <a:prstGeom prst="rect">
            <a:avLst/>
          </a:prstGeom>
          <a:noFill/>
          <a:ln w="9525">
            <a:noFill/>
            <a:miter lim="800000"/>
            <a:headEnd/>
            <a:tailEnd/>
          </a:ln>
        </p:spPr>
        <p:txBody>
          <a:bodyPr>
            <a:spAutoFit/>
          </a:bodyPr>
          <a:lstStyle/>
          <a:p>
            <a:r>
              <a:rPr kumimoji="1" lang="en-US" altLang="zh-CN" sz="2400">
                <a:latin typeface="Times New Roman" pitchFamily="18" charset="0"/>
              </a:rPr>
              <a:t>② </a:t>
            </a:r>
            <a:r>
              <a:rPr kumimoji="1" lang="zh-CN" altLang="en-US" sz="2400">
                <a:latin typeface="Times New Roman" pitchFamily="18" charset="0"/>
              </a:rPr>
              <a:t>瞬时角加速度</a:t>
            </a:r>
          </a:p>
        </p:txBody>
      </p:sp>
      <p:sp>
        <p:nvSpPr>
          <p:cNvPr id="183304" name="Rectangle 8"/>
          <p:cNvSpPr>
            <a:spLocks noChangeArrowheads="1"/>
          </p:cNvSpPr>
          <p:nvPr/>
        </p:nvSpPr>
        <p:spPr bwMode="auto">
          <a:xfrm>
            <a:off x="5106988" y="5000625"/>
            <a:ext cx="3679825" cy="465138"/>
          </a:xfrm>
          <a:prstGeom prst="rect">
            <a:avLst/>
          </a:prstGeom>
          <a:solidFill>
            <a:srgbClr val="CCFFFF">
              <a:alpha val="56078"/>
            </a:srgbClr>
          </a:solidFill>
          <a:ln w="9525" algn="ctr">
            <a:solidFill>
              <a:srgbClr val="00CCFF">
                <a:alpha val="79999"/>
              </a:srgbClr>
            </a:solidFill>
            <a:miter lim="800000"/>
            <a:headEnd/>
            <a:tailEnd/>
          </a:ln>
        </p:spPr>
        <p:txBody>
          <a:bodyPr anchor="ctr">
            <a:spAutoFit/>
          </a:bodyPr>
          <a:lstStyle/>
          <a:p>
            <a:endParaRPr lang="zh-CN" altLang="en-US" sz="2400">
              <a:latin typeface="Times New Roman" pitchFamily="18" charset="0"/>
            </a:endParaRPr>
          </a:p>
        </p:txBody>
      </p:sp>
      <p:graphicFrame>
        <p:nvGraphicFramePr>
          <p:cNvPr id="183305" name="Object 9"/>
          <p:cNvGraphicFramePr>
            <a:graphicFrameLocks noChangeAspect="1"/>
          </p:cNvGraphicFramePr>
          <p:nvPr/>
        </p:nvGraphicFramePr>
        <p:xfrm>
          <a:off x="738188" y="5106988"/>
          <a:ext cx="4111625" cy="752475"/>
        </p:xfrm>
        <a:graphic>
          <a:graphicData uri="http://schemas.openxmlformats.org/presentationml/2006/ole">
            <p:oleObj spid="_x0000_s29700" name="公式" r:id="rId5" imgW="2298600" imgH="419040" progId="Equation.3">
              <p:embed/>
            </p:oleObj>
          </a:graphicData>
        </a:graphic>
      </p:graphicFrame>
      <p:sp>
        <p:nvSpPr>
          <p:cNvPr id="183306" name="Text Box 10"/>
          <p:cNvSpPr txBox="1">
            <a:spLocks noChangeArrowheads="1"/>
          </p:cNvSpPr>
          <p:nvPr/>
        </p:nvSpPr>
        <p:spPr bwMode="auto">
          <a:xfrm>
            <a:off x="5121275" y="5018088"/>
            <a:ext cx="3808413" cy="461962"/>
          </a:xfrm>
          <a:prstGeom prst="rect">
            <a:avLst/>
          </a:prstGeom>
          <a:noFill/>
          <a:ln w="9525">
            <a:noFill/>
            <a:miter lim="800000"/>
            <a:headEnd/>
            <a:tailEnd/>
          </a:ln>
        </p:spPr>
        <p:txBody>
          <a:bodyPr>
            <a:spAutoFit/>
          </a:bodyPr>
          <a:lstStyle/>
          <a:p>
            <a:pPr>
              <a:spcBef>
                <a:spcPct val="50000"/>
              </a:spcBef>
            </a:pPr>
            <a:r>
              <a:rPr kumimoji="1" lang="en-US" altLang="zh-CN" sz="2400" i="1">
                <a:solidFill>
                  <a:srgbClr val="CC3300"/>
                </a:solidFill>
                <a:latin typeface="Times New Roman" pitchFamily="18" charset="0"/>
                <a:sym typeface="Symbol" pitchFamily="18" charset="2"/>
              </a:rPr>
              <a:t>b</a:t>
            </a:r>
            <a:r>
              <a:rPr kumimoji="1" lang="zh-CN" altLang="en-US" sz="2400">
                <a:latin typeface="Times New Roman" pitchFamily="18" charset="0"/>
                <a:sym typeface="Symbol" pitchFamily="18" charset="2"/>
              </a:rPr>
              <a:t>与</a:t>
            </a:r>
            <a:r>
              <a:rPr kumimoji="1" lang="el-GR" altLang="zh-CN" sz="2400" i="1">
                <a:solidFill>
                  <a:srgbClr val="CC0000"/>
                </a:solidFill>
                <a:latin typeface="Times New Roman" pitchFamily="18" charset="0"/>
                <a:sym typeface="Symbol" pitchFamily="18" charset="2"/>
              </a:rPr>
              <a:t>ω</a:t>
            </a:r>
            <a:r>
              <a:rPr kumimoji="1" lang="zh-CN" altLang="el-GR" sz="2400">
                <a:latin typeface="Times New Roman" pitchFamily="18" charset="0"/>
                <a:sym typeface="Symbol" pitchFamily="18" charset="2"/>
              </a:rPr>
              <a:t>同号质点作加速运动</a:t>
            </a:r>
          </a:p>
        </p:txBody>
      </p:sp>
      <p:sp>
        <p:nvSpPr>
          <p:cNvPr id="183307" name="Text Box 11"/>
          <p:cNvSpPr txBox="1">
            <a:spLocks noChangeArrowheads="1"/>
          </p:cNvSpPr>
          <p:nvPr/>
        </p:nvSpPr>
        <p:spPr bwMode="auto">
          <a:xfrm>
            <a:off x="5119688" y="5446713"/>
            <a:ext cx="3881437" cy="461962"/>
          </a:xfrm>
          <a:prstGeom prst="rect">
            <a:avLst/>
          </a:prstGeom>
          <a:noFill/>
          <a:ln w="9525">
            <a:noFill/>
            <a:miter lim="800000"/>
            <a:headEnd/>
            <a:tailEnd/>
          </a:ln>
        </p:spPr>
        <p:txBody>
          <a:bodyPr>
            <a:spAutoFit/>
          </a:bodyPr>
          <a:lstStyle/>
          <a:p>
            <a:pPr>
              <a:spcBef>
                <a:spcPct val="50000"/>
              </a:spcBef>
            </a:pPr>
            <a:r>
              <a:rPr kumimoji="1" lang="en-US" altLang="zh-CN" sz="2400" i="1">
                <a:solidFill>
                  <a:srgbClr val="CC0000"/>
                </a:solidFill>
                <a:latin typeface="Times New Roman" pitchFamily="18" charset="0"/>
                <a:sym typeface="Symbol" pitchFamily="18" charset="2"/>
              </a:rPr>
              <a:t>b</a:t>
            </a:r>
            <a:r>
              <a:rPr kumimoji="1" lang="zh-CN" altLang="en-US" sz="2400">
                <a:latin typeface="Times New Roman" pitchFamily="18" charset="0"/>
                <a:sym typeface="Symbol" pitchFamily="18" charset="2"/>
              </a:rPr>
              <a:t>与</a:t>
            </a:r>
            <a:r>
              <a:rPr kumimoji="1" lang="el-GR" altLang="zh-CN" sz="2400" i="1">
                <a:solidFill>
                  <a:srgbClr val="CC0000"/>
                </a:solidFill>
                <a:latin typeface="Times New Roman" pitchFamily="18" charset="0"/>
                <a:sym typeface="Symbol" pitchFamily="18" charset="2"/>
              </a:rPr>
              <a:t>ω</a:t>
            </a:r>
            <a:r>
              <a:rPr kumimoji="1" lang="zh-CN" altLang="el-GR" sz="2400">
                <a:latin typeface="Times New Roman" pitchFamily="18" charset="0"/>
                <a:sym typeface="Symbol" pitchFamily="18" charset="2"/>
              </a:rPr>
              <a:t>异号质点作减速运动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3298"/>
                                        </p:tgtEl>
                                        <p:attrNameLst>
                                          <p:attrName>style.visibility</p:attrName>
                                        </p:attrNameLst>
                                      </p:cBhvr>
                                      <p:to>
                                        <p:strVal val="visible"/>
                                      </p:to>
                                    </p:set>
                                    <p:animEffect transition="in" filter="wipe(left)">
                                      <p:cBhvr>
                                        <p:cTn id="7" dur="500"/>
                                        <p:tgtEl>
                                          <p:spTgt spid="18329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3299"/>
                                        </p:tgtEl>
                                        <p:attrNameLst>
                                          <p:attrName>style.visibility</p:attrName>
                                        </p:attrNameLst>
                                      </p:cBhvr>
                                      <p:to>
                                        <p:strVal val="visible"/>
                                      </p:to>
                                    </p:set>
                                    <p:animEffect transition="in" filter="wipe(left)">
                                      <p:cBhvr>
                                        <p:cTn id="12" dur="500"/>
                                        <p:tgtEl>
                                          <p:spTgt spid="18329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3300"/>
                                        </p:tgtEl>
                                        <p:attrNameLst>
                                          <p:attrName>style.visibility</p:attrName>
                                        </p:attrNameLst>
                                      </p:cBhvr>
                                      <p:to>
                                        <p:strVal val="visible"/>
                                      </p:to>
                                    </p:set>
                                    <p:animEffect transition="in" filter="wipe(left)">
                                      <p:cBhvr>
                                        <p:cTn id="17" dur="500"/>
                                        <p:tgtEl>
                                          <p:spTgt spid="18330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3301"/>
                                        </p:tgtEl>
                                        <p:attrNameLst>
                                          <p:attrName>style.visibility</p:attrName>
                                        </p:attrNameLst>
                                      </p:cBhvr>
                                      <p:to>
                                        <p:strVal val="visible"/>
                                      </p:to>
                                    </p:set>
                                    <p:animEffect transition="in" filter="wipe(left)">
                                      <p:cBhvr>
                                        <p:cTn id="22" dur="500"/>
                                        <p:tgtEl>
                                          <p:spTgt spid="18330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83302"/>
                                        </p:tgtEl>
                                        <p:attrNameLst>
                                          <p:attrName>style.visibility</p:attrName>
                                        </p:attrNameLst>
                                      </p:cBhvr>
                                      <p:to>
                                        <p:strVal val="visible"/>
                                      </p:to>
                                    </p:set>
                                    <p:animEffect transition="in" filter="wipe(left)">
                                      <p:cBhvr>
                                        <p:cTn id="27" dur="500"/>
                                        <p:tgtEl>
                                          <p:spTgt spid="18330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3303"/>
                                        </p:tgtEl>
                                        <p:attrNameLst>
                                          <p:attrName>style.visibility</p:attrName>
                                        </p:attrNameLst>
                                      </p:cBhvr>
                                      <p:to>
                                        <p:strVal val="visible"/>
                                      </p:to>
                                    </p:set>
                                    <p:animEffect transition="in" filter="wipe(left)">
                                      <p:cBhvr>
                                        <p:cTn id="32" dur="500"/>
                                        <p:tgtEl>
                                          <p:spTgt spid="183303"/>
                                        </p:tgtEl>
                                      </p:cBhvr>
                                    </p:animEffect>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nodeType="clickEffect">
                                  <p:stCondLst>
                                    <p:cond delay="0"/>
                                  </p:stCondLst>
                                  <p:childTnLst>
                                    <p:set>
                                      <p:cBhvr>
                                        <p:cTn id="36" dur="1" fill="hold">
                                          <p:stCondLst>
                                            <p:cond delay="0"/>
                                          </p:stCondLst>
                                        </p:cTn>
                                        <p:tgtEl>
                                          <p:spTgt spid="183305"/>
                                        </p:tgtEl>
                                        <p:attrNameLst>
                                          <p:attrName>style.visibility</p:attrName>
                                        </p:attrNameLst>
                                      </p:cBhvr>
                                      <p:to>
                                        <p:strVal val="visible"/>
                                      </p:to>
                                    </p:set>
                                    <p:anim calcmode="lin" valueType="num">
                                      <p:cBhvr>
                                        <p:cTn id="37" dur="500" fill="hold"/>
                                        <p:tgtEl>
                                          <p:spTgt spid="183305"/>
                                        </p:tgtEl>
                                        <p:attrNameLst>
                                          <p:attrName>ppt_w</p:attrName>
                                        </p:attrNameLst>
                                      </p:cBhvr>
                                      <p:tavLst>
                                        <p:tav tm="0">
                                          <p:val>
                                            <p:fltVal val="0"/>
                                          </p:val>
                                        </p:tav>
                                        <p:tav tm="100000">
                                          <p:val>
                                            <p:strVal val="#ppt_w"/>
                                          </p:val>
                                        </p:tav>
                                      </p:tavLst>
                                    </p:anim>
                                    <p:anim calcmode="lin" valueType="num">
                                      <p:cBhvr>
                                        <p:cTn id="38" dur="500" fill="hold"/>
                                        <p:tgtEl>
                                          <p:spTgt spid="183305"/>
                                        </p:tgtEl>
                                        <p:attrNameLst>
                                          <p:attrName>ppt_h</p:attrName>
                                        </p:attrNameLst>
                                      </p:cBhvr>
                                      <p:tavLst>
                                        <p:tav tm="0">
                                          <p:val>
                                            <p:flt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iterate type="lt">
                                    <p:tmPct val="100000"/>
                                  </p:iterate>
                                  <p:childTnLst>
                                    <p:set>
                                      <p:cBhvr>
                                        <p:cTn id="42" dur="1" fill="hold">
                                          <p:stCondLst>
                                            <p:cond delay="0"/>
                                          </p:stCondLst>
                                        </p:cTn>
                                        <p:tgtEl>
                                          <p:spTgt spid="183306"/>
                                        </p:tgtEl>
                                        <p:attrNameLst>
                                          <p:attrName>style.visibility</p:attrName>
                                        </p:attrNameLst>
                                      </p:cBhvr>
                                      <p:to>
                                        <p:strVal val="visible"/>
                                      </p:to>
                                    </p:set>
                                    <p:animEffect transition="in" filter="wipe(left)">
                                      <p:cBhvr>
                                        <p:cTn id="43" dur="75"/>
                                        <p:tgtEl>
                                          <p:spTgt spid="183306"/>
                                        </p:tgtEl>
                                      </p:cBhvr>
                                    </p:animEffect>
                                  </p:childTnLst>
                                </p:cTn>
                              </p:par>
                              <p:par>
                                <p:cTn id="44" presetID="4" presetClass="entr" presetSubtype="16" fill="hold" grpId="0" nodeType="withEffect">
                                  <p:stCondLst>
                                    <p:cond delay="0"/>
                                  </p:stCondLst>
                                  <p:childTnLst>
                                    <p:set>
                                      <p:cBhvr>
                                        <p:cTn id="45" dur="1" fill="hold">
                                          <p:stCondLst>
                                            <p:cond delay="0"/>
                                          </p:stCondLst>
                                        </p:cTn>
                                        <p:tgtEl>
                                          <p:spTgt spid="183304"/>
                                        </p:tgtEl>
                                        <p:attrNameLst>
                                          <p:attrName>style.visibility</p:attrName>
                                        </p:attrNameLst>
                                      </p:cBhvr>
                                      <p:to>
                                        <p:strVal val="visible"/>
                                      </p:to>
                                    </p:set>
                                    <p:animEffect transition="in" filter="box(in)">
                                      <p:cBhvr>
                                        <p:cTn id="46" dur="2000"/>
                                        <p:tgtEl>
                                          <p:spTgt spid="183304"/>
                                        </p:tgtEl>
                                      </p:cBhvr>
                                    </p:animEffect>
                                  </p:childTnLst>
                                </p:cTn>
                              </p:par>
                            </p:childTnLst>
                          </p:cTn>
                        </p:par>
                        <p:par>
                          <p:cTn id="47" fill="hold">
                            <p:stCondLst>
                              <p:cond delay="2000"/>
                            </p:stCondLst>
                            <p:childTnLst>
                              <p:par>
                                <p:cTn id="48" presetID="22" presetClass="entr" presetSubtype="8" fill="hold" grpId="0" nodeType="afterEffect">
                                  <p:stCondLst>
                                    <p:cond delay="0"/>
                                  </p:stCondLst>
                                  <p:iterate type="lt">
                                    <p:tmPct val="100000"/>
                                  </p:iterate>
                                  <p:childTnLst>
                                    <p:set>
                                      <p:cBhvr>
                                        <p:cTn id="49" dur="1" fill="hold">
                                          <p:stCondLst>
                                            <p:cond delay="0"/>
                                          </p:stCondLst>
                                        </p:cTn>
                                        <p:tgtEl>
                                          <p:spTgt spid="183307"/>
                                        </p:tgtEl>
                                        <p:attrNameLst>
                                          <p:attrName>style.visibility</p:attrName>
                                        </p:attrNameLst>
                                      </p:cBhvr>
                                      <p:to>
                                        <p:strVal val="visible"/>
                                      </p:to>
                                    </p:set>
                                    <p:animEffect transition="in" filter="wipe(left)">
                                      <p:cBhvr>
                                        <p:cTn id="50" dur="75"/>
                                        <p:tgtEl>
                                          <p:spTgt spid="183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8" grpId="0" autoUpdateAnimBg="0"/>
      <p:bldP spid="183300" grpId="0" autoUpdateAnimBg="0"/>
      <p:bldP spid="183301" grpId="0"/>
      <p:bldP spid="183303" grpId="0"/>
      <p:bldP spid="183304" grpId="0" animBg="1"/>
      <p:bldP spid="183306" grpId="0" autoUpdateAnimBg="0"/>
      <p:bldP spid="183307"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Text Box 2"/>
          <p:cNvSpPr txBox="1">
            <a:spLocks noChangeArrowheads="1"/>
          </p:cNvSpPr>
          <p:nvPr/>
        </p:nvSpPr>
        <p:spPr bwMode="auto">
          <a:xfrm>
            <a:off x="161925" y="458788"/>
            <a:ext cx="3733800" cy="457200"/>
          </a:xfrm>
          <a:prstGeom prst="rect">
            <a:avLst/>
          </a:prstGeom>
          <a:noFill/>
          <a:ln w="9525">
            <a:noFill/>
            <a:miter lim="800000"/>
            <a:headEnd/>
            <a:tailEnd/>
          </a:ln>
        </p:spPr>
        <p:txBody>
          <a:bodyPr>
            <a:spAutoFit/>
          </a:bodyPr>
          <a:lstStyle/>
          <a:p>
            <a:pPr>
              <a:spcBef>
                <a:spcPct val="50000"/>
              </a:spcBef>
            </a:pPr>
            <a:r>
              <a:rPr kumimoji="1" lang="en-US" altLang="zh-CN" sz="2400">
                <a:solidFill>
                  <a:srgbClr val="FF0000"/>
                </a:solidFill>
                <a:latin typeface="Times New Roman" pitchFamily="18" charset="0"/>
              </a:rPr>
              <a:t>(4) </a:t>
            </a:r>
            <a:r>
              <a:rPr kumimoji="1" lang="zh-CN" altLang="en-US" sz="2400">
                <a:solidFill>
                  <a:srgbClr val="FF0000"/>
                </a:solidFill>
                <a:latin typeface="Times New Roman" pitchFamily="18" charset="0"/>
                <a:sym typeface="Symbol" pitchFamily="18" charset="2"/>
              </a:rPr>
              <a:t>角量与线量的关系</a:t>
            </a:r>
          </a:p>
        </p:txBody>
      </p:sp>
      <p:sp>
        <p:nvSpPr>
          <p:cNvPr id="184323" name="Text Box 3"/>
          <p:cNvSpPr txBox="1">
            <a:spLocks noChangeArrowheads="1"/>
          </p:cNvSpPr>
          <p:nvPr/>
        </p:nvSpPr>
        <p:spPr bwMode="auto">
          <a:xfrm>
            <a:off x="206375" y="954088"/>
            <a:ext cx="3600450" cy="457200"/>
          </a:xfrm>
          <a:prstGeom prst="rect">
            <a:avLst/>
          </a:prstGeom>
          <a:noFill/>
          <a:ln w="9525">
            <a:noFill/>
            <a:miter lim="800000"/>
            <a:headEnd/>
            <a:tailEnd/>
          </a:ln>
        </p:spPr>
        <p:txBody>
          <a:bodyPr>
            <a:spAutoFit/>
          </a:bodyPr>
          <a:lstStyle/>
          <a:p>
            <a:pPr>
              <a:spcBef>
                <a:spcPct val="50000"/>
              </a:spcBef>
              <a:buClr>
                <a:srgbClr val="CC00CC"/>
              </a:buClr>
              <a:buFont typeface="Wingdings" pitchFamily="2" charset="2"/>
              <a:buChar char="v"/>
            </a:pPr>
            <a:r>
              <a:rPr kumimoji="1" lang="zh-CN" altLang="en-US" sz="2400">
                <a:solidFill>
                  <a:schemeClr val="bg1"/>
                </a:solidFill>
                <a:latin typeface="Times New Roman" pitchFamily="18" charset="0"/>
                <a:sym typeface="Symbol" pitchFamily="18" charset="2"/>
              </a:rPr>
              <a:t> </a:t>
            </a:r>
            <a:r>
              <a:rPr kumimoji="1" lang="zh-CN" altLang="en-US" sz="2400">
                <a:latin typeface="Times New Roman" pitchFamily="18" charset="0"/>
                <a:sym typeface="Symbol" pitchFamily="18" charset="2"/>
              </a:rPr>
              <a:t>速度与角速度的关系</a:t>
            </a:r>
          </a:p>
        </p:txBody>
      </p:sp>
      <p:sp>
        <p:nvSpPr>
          <p:cNvPr id="184324" name="Oval 4"/>
          <p:cNvSpPr>
            <a:spLocks noChangeArrowheads="1"/>
          </p:cNvSpPr>
          <p:nvPr/>
        </p:nvSpPr>
        <p:spPr bwMode="auto">
          <a:xfrm>
            <a:off x="5884863" y="974725"/>
            <a:ext cx="2286000" cy="2133600"/>
          </a:xfrm>
          <a:prstGeom prst="ellipse">
            <a:avLst/>
          </a:prstGeom>
          <a:noFill/>
          <a:ln w="28575">
            <a:solidFill>
              <a:srgbClr val="008000"/>
            </a:solidFill>
            <a:round/>
            <a:headEnd/>
            <a:tailEnd/>
          </a:ln>
        </p:spPr>
        <p:txBody>
          <a:bodyPr wrap="none" anchor="ctr"/>
          <a:lstStyle/>
          <a:p>
            <a:pPr algn="ctr"/>
            <a:endParaRPr kumimoji="1" lang="zh-CN" altLang="en-US" sz="2400" b="0">
              <a:solidFill>
                <a:schemeClr val="bg1"/>
              </a:solidFill>
              <a:latin typeface="Times New Roman" pitchFamily="18" charset="0"/>
            </a:endParaRPr>
          </a:p>
        </p:txBody>
      </p:sp>
      <p:sp>
        <p:nvSpPr>
          <p:cNvPr id="184325" name="Line 5"/>
          <p:cNvSpPr>
            <a:spLocks noChangeShapeType="1"/>
          </p:cNvSpPr>
          <p:nvPr/>
        </p:nvSpPr>
        <p:spPr bwMode="auto">
          <a:xfrm>
            <a:off x="7027863" y="2117725"/>
            <a:ext cx="1447800" cy="0"/>
          </a:xfrm>
          <a:prstGeom prst="line">
            <a:avLst/>
          </a:prstGeom>
          <a:noFill/>
          <a:ln w="28575">
            <a:solidFill>
              <a:schemeClr val="accent2"/>
            </a:solidFill>
            <a:round/>
            <a:headEnd/>
            <a:tailEnd type="triangle" w="sm" len="lg"/>
          </a:ln>
        </p:spPr>
        <p:txBody>
          <a:bodyPr wrap="none" anchor="ctr"/>
          <a:lstStyle/>
          <a:p>
            <a:endParaRPr lang="zh-CN" altLang="en-US"/>
          </a:p>
        </p:txBody>
      </p:sp>
      <p:sp>
        <p:nvSpPr>
          <p:cNvPr id="184326" name="Line 6"/>
          <p:cNvSpPr>
            <a:spLocks noChangeShapeType="1"/>
          </p:cNvSpPr>
          <p:nvPr/>
        </p:nvSpPr>
        <p:spPr bwMode="auto">
          <a:xfrm flipV="1">
            <a:off x="7027863" y="1431925"/>
            <a:ext cx="914400" cy="685800"/>
          </a:xfrm>
          <a:prstGeom prst="line">
            <a:avLst/>
          </a:prstGeom>
          <a:noFill/>
          <a:ln w="28575">
            <a:solidFill>
              <a:srgbClr val="000066"/>
            </a:solidFill>
            <a:round/>
            <a:headEnd/>
            <a:tailEnd/>
          </a:ln>
        </p:spPr>
        <p:txBody>
          <a:bodyPr wrap="none" anchor="ctr"/>
          <a:lstStyle/>
          <a:p>
            <a:endParaRPr lang="zh-CN" altLang="en-US"/>
          </a:p>
        </p:txBody>
      </p:sp>
      <p:sp>
        <p:nvSpPr>
          <p:cNvPr id="184327" name="Line 7"/>
          <p:cNvSpPr>
            <a:spLocks noChangeShapeType="1"/>
          </p:cNvSpPr>
          <p:nvPr/>
        </p:nvSpPr>
        <p:spPr bwMode="auto">
          <a:xfrm flipV="1">
            <a:off x="7027863" y="1050925"/>
            <a:ext cx="457200" cy="1066800"/>
          </a:xfrm>
          <a:prstGeom prst="line">
            <a:avLst/>
          </a:prstGeom>
          <a:noFill/>
          <a:ln w="28575">
            <a:solidFill>
              <a:srgbClr val="000066"/>
            </a:solidFill>
            <a:round/>
            <a:headEnd/>
            <a:tailEnd/>
          </a:ln>
        </p:spPr>
        <p:txBody>
          <a:bodyPr wrap="none" anchor="ctr"/>
          <a:lstStyle/>
          <a:p>
            <a:endParaRPr lang="zh-CN" altLang="en-US"/>
          </a:p>
        </p:txBody>
      </p:sp>
      <p:graphicFrame>
        <p:nvGraphicFramePr>
          <p:cNvPr id="184328" name="Object 8"/>
          <p:cNvGraphicFramePr>
            <a:graphicFrameLocks noChangeAspect="1"/>
          </p:cNvGraphicFramePr>
          <p:nvPr/>
        </p:nvGraphicFramePr>
        <p:xfrm>
          <a:off x="8026400" y="1198563"/>
          <a:ext cx="301625" cy="298450"/>
        </p:xfrm>
        <a:graphic>
          <a:graphicData uri="http://schemas.openxmlformats.org/presentationml/2006/ole">
            <p:oleObj spid="_x0000_s30722" name="公式" r:id="rId3" imgW="164880" imgH="164880" progId="Equation.3">
              <p:embed/>
            </p:oleObj>
          </a:graphicData>
        </a:graphic>
      </p:graphicFrame>
      <p:graphicFrame>
        <p:nvGraphicFramePr>
          <p:cNvPr id="184329" name="Object 9"/>
          <p:cNvGraphicFramePr>
            <a:graphicFrameLocks noChangeAspect="1"/>
          </p:cNvGraphicFramePr>
          <p:nvPr/>
        </p:nvGraphicFramePr>
        <p:xfrm>
          <a:off x="7397750" y="684213"/>
          <a:ext cx="306388" cy="369887"/>
        </p:xfrm>
        <a:graphic>
          <a:graphicData uri="http://schemas.openxmlformats.org/presentationml/2006/ole">
            <p:oleObj spid="_x0000_s30723" name="公式" r:id="rId4" imgW="164880" imgH="203040" progId="Equation.3">
              <p:embed/>
            </p:oleObj>
          </a:graphicData>
        </a:graphic>
      </p:graphicFrame>
      <p:graphicFrame>
        <p:nvGraphicFramePr>
          <p:cNvPr id="184330" name="Object 10"/>
          <p:cNvGraphicFramePr>
            <a:graphicFrameLocks noChangeAspect="1"/>
          </p:cNvGraphicFramePr>
          <p:nvPr/>
        </p:nvGraphicFramePr>
        <p:xfrm>
          <a:off x="6811963" y="2100263"/>
          <a:ext cx="230187" cy="252412"/>
        </p:xfrm>
        <a:graphic>
          <a:graphicData uri="http://schemas.openxmlformats.org/presentationml/2006/ole">
            <p:oleObj spid="_x0000_s30724" name="公式" r:id="rId5" imgW="126720" imgH="139680" progId="Equation.3">
              <p:embed/>
            </p:oleObj>
          </a:graphicData>
        </a:graphic>
      </p:graphicFrame>
      <p:graphicFrame>
        <p:nvGraphicFramePr>
          <p:cNvPr id="184331" name="Object 11"/>
          <p:cNvGraphicFramePr>
            <a:graphicFrameLocks noChangeAspect="1"/>
          </p:cNvGraphicFramePr>
          <p:nvPr/>
        </p:nvGraphicFramePr>
        <p:xfrm>
          <a:off x="7473950" y="1812925"/>
          <a:ext cx="227013" cy="285750"/>
        </p:xfrm>
        <a:graphic>
          <a:graphicData uri="http://schemas.openxmlformats.org/presentationml/2006/ole">
            <p:oleObj spid="_x0000_s30725" name="公式" r:id="rId6" imgW="139680" imgH="177480" progId="Equation.3">
              <p:embed/>
            </p:oleObj>
          </a:graphicData>
        </a:graphic>
      </p:graphicFrame>
      <p:graphicFrame>
        <p:nvGraphicFramePr>
          <p:cNvPr id="184332" name="Object 12"/>
          <p:cNvGraphicFramePr>
            <a:graphicFrameLocks noChangeAspect="1"/>
          </p:cNvGraphicFramePr>
          <p:nvPr/>
        </p:nvGraphicFramePr>
        <p:xfrm>
          <a:off x="7262813" y="1438275"/>
          <a:ext cx="449262" cy="284163"/>
        </p:xfrm>
        <a:graphic>
          <a:graphicData uri="http://schemas.openxmlformats.org/presentationml/2006/ole">
            <p:oleObj spid="_x0000_s30726" name="公式" r:id="rId7" imgW="279360" imgH="177480" progId="Equation.3">
              <p:embed/>
            </p:oleObj>
          </a:graphicData>
        </a:graphic>
      </p:graphicFrame>
      <p:graphicFrame>
        <p:nvGraphicFramePr>
          <p:cNvPr id="184333" name="Object 13"/>
          <p:cNvGraphicFramePr>
            <a:graphicFrameLocks/>
          </p:cNvGraphicFramePr>
          <p:nvPr/>
        </p:nvGraphicFramePr>
        <p:xfrm>
          <a:off x="8234363" y="2166938"/>
          <a:ext cx="658812" cy="306387"/>
        </p:xfrm>
        <a:graphic>
          <a:graphicData uri="http://schemas.openxmlformats.org/presentationml/2006/ole">
            <p:oleObj spid="_x0000_s30727" name="公式" r:id="rId8" imgW="330120" imgH="152280" progId="Equation.3">
              <p:embed/>
            </p:oleObj>
          </a:graphicData>
        </a:graphic>
      </p:graphicFrame>
      <p:sp>
        <p:nvSpPr>
          <p:cNvPr id="184334" name="Arc 14"/>
          <p:cNvSpPr>
            <a:spLocks/>
          </p:cNvSpPr>
          <p:nvPr/>
        </p:nvSpPr>
        <p:spPr bwMode="auto">
          <a:xfrm>
            <a:off x="7180263" y="1812925"/>
            <a:ext cx="152400" cy="76200"/>
          </a:xfrm>
          <a:custGeom>
            <a:avLst/>
            <a:gdLst>
              <a:gd name="T0" fmla="*/ 0 w 21600"/>
              <a:gd name="T1" fmla="*/ 0 h 21600"/>
              <a:gd name="T2" fmla="*/ 7586607 w 21600"/>
              <a:gd name="T3" fmla="*/ 948327 h 21600"/>
              <a:gd name="T4" fmla="*/ 0 w 21600"/>
              <a:gd name="T5" fmla="*/ 94832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663300"/>
            </a:solidFill>
            <a:round/>
            <a:headEnd/>
            <a:tailEnd/>
          </a:ln>
        </p:spPr>
        <p:txBody>
          <a:bodyPr wrap="none" anchor="ctr"/>
          <a:lstStyle/>
          <a:p>
            <a:endParaRPr lang="zh-CN" altLang="en-US"/>
          </a:p>
        </p:txBody>
      </p:sp>
      <p:sp>
        <p:nvSpPr>
          <p:cNvPr id="184335" name="Oval 15"/>
          <p:cNvSpPr>
            <a:spLocks noChangeArrowheads="1"/>
          </p:cNvSpPr>
          <p:nvPr/>
        </p:nvSpPr>
        <p:spPr bwMode="auto">
          <a:xfrm>
            <a:off x="7885113" y="1346200"/>
            <a:ext cx="130175" cy="161925"/>
          </a:xfrm>
          <a:prstGeom prst="ellipse">
            <a:avLst/>
          </a:prstGeom>
          <a:solidFill>
            <a:schemeClr val="hlink"/>
          </a:solidFill>
          <a:ln w="9525">
            <a:solidFill>
              <a:schemeClr val="tx1"/>
            </a:solidFill>
            <a:round/>
            <a:headEnd/>
            <a:tailEnd/>
          </a:ln>
        </p:spPr>
        <p:txBody>
          <a:bodyPr wrap="none" anchor="ctr"/>
          <a:lstStyle/>
          <a:p>
            <a:endParaRPr lang="zh-CN" altLang="en-US"/>
          </a:p>
        </p:txBody>
      </p:sp>
      <p:sp>
        <p:nvSpPr>
          <p:cNvPr id="184336" name="Text Box 16"/>
          <p:cNvSpPr txBox="1">
            <a:spLocks noChangeArrowheads="1"/>
          </p:cNvSpPr>
          <p:nvPr/>
        </p:nvSpPr>
        <p:spPr bwMode="auto">
          <a:xfrm>
            <a:off x="7546975" y="1531938"/>
            <a:ext cx="387350" cy="457200"/>
          </a:xfrm>
          <a:prstGeom prst="rect">
            <a:avLst/>
          </a:prstGeom>
          <a:noFill/>
          <a:ln w="9525">
            <a:noFill/>
            <a:miter lim="800000"/>
            <a:headEnd/>
            <a:tailEnd/>
          </a:ln>
        </p:spPr>
        <p:txBody>
          <a:bodyPr wrap="none">
            <a:spAutoFit/>
          </a:bodyPr>
          <a:lstStyle/>
          <a:p>
            <a:pPr algn="ctr"/>
            <a:r>
              <a:rPr kumimoji="1" lang="en-US" altLang="zh-CN" sz="2400" i="1">
                <a:solidFill>
                  <a:schemeClr val="accent2"/>
                </a:solidFill>
                <a:latin typeface="Times New Roman" pitchFamily="18" charset="0"/>
              </a:rPr>
              <a:t>R</a:t>
            </a:r>
          </a:p>
        </p:txBody>
      </p:sp>
      <p:sp>
        <p:nvSpPr>
          <p:cNvPr id="184337" name="Arc 17"/>
          <p:cNvSpPr>
            <a:spLocks/>
          </p:cNvSpPr>
          <p:nvPr/>
        </p:nvSpPr>
        <p:spPr bwMode="auto">
          <a:xfrm>
            <a:off x="7246938" y="1966913"/>
            <a:ext cx="152400" cy="122237"/>
          </a:xfrm>
          <a:custGeom>
            <a:avLst/>
            <a:gdLst>
              <a:gd name="T0" fmla="*/ 0 w 21600"/>
              <a:gd name="T1" fmla="*/ 0 h 34560"/>
              <a:gd name="T2" fmla="*/ 6069280 w 21600"/>
              <a:gd name="T3" fmla="*/ 1529186 h 34560"/>
              <a:gd name="T4" fmla="*/ 0 w 21600"/>
              <a:gd name="T5" fmla="*/ 955741 h 34560"/>
              <a:gd name="T6" fmla="*/ 0 60000 65536"/>
              <a:gd name="T7" fmla="*/ 0 60000 65536"/>
              <a:gd name="T8" fmla="*/ 0 60000 65536"/>
              <a:gd name="T9" fmla="*/ 0 w 21600"/>
              <a:gd name="T10" fmla="*/ 0 h 34560"/>
              <a:gd name="T11" fmla="*/ 21600 w 21600"/>
              <a:gd name="T12" fmla="*/ 34560 h 34560"/>
            </a:gdLst>
            <a:ahLst/>
            <a:cxnLst>
              <a:cxn ang="T6">
                <a:pos x="T0" y="T1"/>
              </a:cxn>
              <a:cxn ang="T7">
                <a:pos x="T2" y="T3"/>
              </a:cxn>
              <a:cxn ang="T8">
                <a:pos x="T4" y="T5"/>
              </a:cxn>
            </a:cxnLst>
            <a:rect l="T9" t="T10" r="T11" b="T12"/>
            <a:pathLst>
              <a:path w="21600" h="34560" fill="none" extrusionOk="0">
                <a:moveTo>
                  <a:pt x="-1" y="0"/>
                </a:moveTo>
                <a:cubicBezTo>
                  <a:pt x="11929" y="0"/>
                  <a:pt x="21600" y="9670"/>
                  <a:pt x="21600" y="21600"/>
                </a:cubicBezTo>
                <a:cubicBezTo>
                  <a:pt x="21600" y="26273"/>
                  <a:pt x="20084" y="30821"/>
                  <a:pt x="17280" y="34559"/>
                </a:cubicBezTo>
              </a:path>
              <a:path w="21600" h="34560" stroke="0" extrusionOk="0">
                <a:moveTo>
                  <a:pt x="-1" y="0"/>
                </a:moveTo>
                <a:cubicBezTo>
                  <a:pt x="11929" y="0"/>
                  <a:pt x="21600" y="9670"/>
                  <a:pt x="21600" y="21600"/>
                </a:cubicBezTo>
                <a:cubicBezTo>
                  <a:pt x="21600" y="26273"/>
                  <a:pt x="20084" y="30821"/>
                  <a:pt x="17280" y="34559"/>
                </a:cubicBezTo>
                <a:lnTo>
                  <a:pt x="0" y="21600"/>
                </a:lnTo>
                <a:close/>
              </a:path>
            </a:pathLst>
          </a:custGeom>
          <a:noFill/>
          <a:ln w="28575">
            <a:solidFill>
              <a:srgbClr val="663300"/>
            </a:solidFill>
            <a:round/>
            <a:headEnd/>
            <a:tailEnd/>
          </a:ln>
        </p:spPr>
        <p:txBody>
          <a:bodyPr wrap="none" anchor="ctr"/>
          <a:lstStyle/>
          <a:p>
            <a:endParaRPr lang="zh-CN" altLang="en-US"/>
          </a:p>
        </p:txBody>
      </p:sp>
      <p:sp>
        <p:nvSpPr>
          <p:cNvPr id="184338" name="Arc 18"/>
          <p:cNvSpPr>
            <a:spLocks/>
          </p:cNvSpPr>
          <p:nvPr/>
        </p:nvSpPr>
        <p:spPr bwMode="auto">
          <a:xfrm>
            <a:off x="7038975" y="1073150"/>
            <a:ext cx="873125" cy="987425"/>
          </a:xfrm>
          <a:custGeom>
            <a:avLst/>
            <a:gdLst>
              <a:gd name="T0" fmla="*/ 1324301809 w 16362"/>
              <a:gd name="T1" fmla="*/ 0 h 19764"/>
              <a:gd name="T2" fmla="*/ 2147483647 w 16362"/>
              <a:gd name="T3" fmla="*/ 706210837 h 19764"/>
              <a:gd name="T4" fmla="*/ 0 w 16362"/>
              <a:gd name="T5" fmla="*/ 2147483647 h 19764"/>
              <a:gd name="T6" fmla="*/ 0 60000 65536"/>
              <a:gd name="T7" fmla="*/ 0 60000 65536"/>
              <a:gd name="T8" fmla="*/ 0 60000 65536"/>
              <a:gd name="T9" fmla="*/ 0 w 16362"/>
              <a:gd name="T10" fmla="*/ 0 h 19764"/>
              <a:gd name="T11" fmla="*/ 16362 w 16362"/>
              <a:gd name="T12" fmla="*/ 19764 h 19764"/>
            </a:gdLst>
            <a:ahLst/>
            <a:cxnLst>
              <a:cxn ang="T6">
                <a:pos x="T0" y="T1"/>
              </a:cxn>
              <a:cxn ang="T7">
                <a:pos x="T2" y="T3"/>
              </a:cxn>
              <a:cxn ang="T8">
                <a:pos x="T4" y="T5"/>
              </a:cxn>
            </a:cxnLst>
            <a:rect l="T9" t="T10" r="T11" b="T12"/>
            <a:pathLst>
              <a:path w="16362" h="19764" fill="none" extrusionOk="0">
                <a:moveTo>
                  <a:pt x="8714" y="0"/>
                </a:moveTo>
                <a:cubicBezTo>
                  <a:pt x="11653" y="1295"/>
                  <a:pt x="14265" y="3230"/>
                  <a:pt x="16362" y="5662"/>
                </a:cubicBezTo>
              </a:path>
              <a:path w="16362" h="19764" stroke="0" extrusionOk="0">
                <a:moveTo>
                  <a:pt x="8714" y="0"/>
                </a:moveTo>
                <a:cubicBezTo>
                  <a:pt x="11653" y="1295"/>
                  <a:pt x="14265" y="3230"/>
                  <a:pt x="16362" y="5662"/>
                </a:cubicBezTo>
                <a:lnTo>
                  <a:pt x="0" y="19764"/>
                </a:lnTo>
                <a:close/>
              </a:path>
            </a:pathLst>
          </a:custGeom>
          <a:noFill/>
          <a:ln w="28575">
            <a:solidFill>
              <a:srgbClr val="FF0000"/>
            </a:solidFill>
            <a:round/>
            <a:headEnd/>
            <a:tailEnd/>
          </a:ln>
        </p:spPr>
        <p:txBody>
          <a:bodyPr wrap="none" anchor="ctr"/>
          <a:lstStyle/>
          <a:p>
            <a:endParaRPr lang="zh-CN" altLang="en-US"/>
          </a:p>
        </p:txBody>
      </p:sp>
      <p:graphicFrame>
        <p:nvGraphicFramePr>
          <p:cNvPr id="184339" name="Object 19"/>
          <p:cNvGraphicFramePr>
            <a:graphicFrameLocks noChangeAspect="1"/>
          </p:cNvGraphicFramePr>
          <p:nvPr/>
        </p:nvGraphicFramePr>
        <p:xfrm>
          <a:off x="7667625" y="912813"/>
          <a:ext cx="366713" cy="320675"/>
        </p:xfrm>
        <a:graphic>
          <a:graphicData uri="http://schemas.openxmlformats.org/presentationml/2006/ole">
            <p:oleObj spid="_x0000_s30728" name="公式" r:id="rId9" imgW="203040" imgH="177480" progId="Equation.3">
              <p:embed/>
            </p:oleObj>
          </a:graphicData>
        </a:graphic>
      </p:graphicFrame>
      <p:graphicFrame>
        <p:nvGraphicFramePr>
          <p:cNvPr id="184340" name="Object 20"/>
          <p:cNvGraphicFramePr>
            <a:graphicFrameLocks noChangeAspect="1"/>
          </p:cNvGraphicFramePr>
          <p:nvPr/>
        </p:nvGraphicFramePr>
        <p:xfrm>
          <a:off x="1601788" y="1449388"/>
          <a:ext cx="1212850" cy="319087"/>
        </p:xfrm>
        <a:graphic>
          <a:graphicData uri="http://schemas.openxmlformats.org/presentationml/2006/ole">
            <p:oleObj spid="_x0000_s30729" name="公式" r:id="rId10" imgW="672840" imgH="177480" progId="Equation.3">
              <p:embed/>
            </p:oleObj>
          </a:graphicData>
        </a:graphic>
      </p:graphicFrame>
      <p:graphicFrame>
        <p:nvGraphicFramePr>
          <p:cNvPr id="184341" name="Object 21"/>
          <p:cNvGraphicFramePr>
            <a:graphicFrameLocks noChangeAspect="1"/>
          </p:cNvGraphicFramePr>
          <p:nvPr/>
        </p:nvGraphicFramePr>
        <p:xfrm>
          <a:off x="1062038" y="1808163"/>
          <a:ext cx="1298575" cy="730250"/>
        </p:xfrm>
        <a:graphic>
          <a:graphicData uri="http://schemas.openxmlformats.org/presentationml/2006/ole">
            <p:oleObj spid="_x0000_s30730" name="公式" r:id="rId11" imgW="723600" imgH="406080" progId="Equation.3">
              <p:embed/>
            </p:oleObj>
          </a:graphicData>
        </a:graphic>
      </p:graphicFrame>
      <p:graphicFrame>
        <p:nvGraphicFramePr>
          <p:cNvPr id="184342" name="Object 22"/>
          <p:cNvGraphicFramePr>
            <a:graphicFrameLocks noChangeAspect="1"/>
          </p:cNvGraphicFramePr>
          <p:nvPr/>
        </p:nvGraphicFramePr>
        <p:xfrm>
          <a:off x="1162050" y="3152775"/>
          <a:ext cx="1609725" cy="711200"/>
        </p:xfrm>
        <a:graphic>
          <a:graphicData uri="http://schemas.openxmlformats.org/presentationml/2006/ole">
            <p:oleObj spid="_x0000_s30731" name="公式" r:id="rId12" imgW="888840" imgH="393480" progId="Equation.3">
              <p:embed/>
            </p:oleObj>
          </a:graphicData>
        </a:graphic>
      </p:graphicFrame>
      <p:graphicFrame>
        <p:nvGraphicFramePr>
          <p:cNvPr id="184343" name="Object 23"/>
          <p:cNvGraphicFramePr>
            <a:graphicFrameLocks noChangeAspect="1"/>
          </p:cNvGraphicFramePr>
          <p:nvPr/>
        </p:nvGraphicFramePr>
        <p:xfrm>
          <a:off x="3432175" y="3159125"/>
          <a:ext cx="2400300" cy="755650"/>
        </p:xfrm>
        <a:graphic>
          <a:graphicData uri="http://schemas.openxmlformats.org/presentationml/2006/ole">
            <p:oleObj spid="_x0000_s30732" name="公式" r:id="rId13" imgW="1333440" imgH="419040" progId="Equation.3">
              <p:embed/>
            </p:oleObj>
          </a:graphicData>
        </a:graphic>
      </p:graphicFrame>
      <p:sp>
        <p:nvSpPr>
          <p:cNvPr id="184344" name="Text Box 24"/>
          <p:cNvSpPr txBox="1">
            <a:spLocks noChangeArrowheads="1"/>
          </p:cNvSpPr>
          <p:nvPr/>
        </p:nvSpPr>
        <p:spPr bwMode="auto">
          <a:xfrm>
            <a:off x="296863" y="2619375"/>
            <a:ext cx="6338887" cy="457200"/>
          </a:xfrm>
          <a:prstGeom prst="rect">
            <a:avLst/>
          </a:prstGeom>
          <a:noFill/>
          <a:ln w="9525">
            <a:noFill/>
            <a:miter lim="800000"/>
            <a:headEnd/>
            <a:tailEnd/>
          </a:ln>
        </p:spPr>
        <p:txBody>
          <a:bodyPr>
            <a:spAutoFit/>
          </a:bodyPr>
          <a:lstStyle/>
          <a:p>
            <a:pPr>
              <a:spcBef>
                <a:spcPct val="50000"/>
              </a:spcBef>
              <a:buClr>
                <a:srgbClr val="CC00CC"/>
              </a:buClr>
              <a:buFont typeface="Wingdings" pitchFamily="2" charset="2"/>
              <a:buChar char="v"/>
            </a:pPr>
            <a:r>
              <a:rPr kumimoji="1" lang="zh-CN" altLang="en-US" sz="2400">
                <a:latin typeface="Times New Roman" pitchFamily="18" charset="0"/>
                <a:sym typeface="Symbol" pitchFamily="18" charset="2"/>
              </a:rPr>
              <a:t> 加速度与角速度和角加速度的关系</a:t>
            </a:r>
          </a:p>
        </p:txBody>
      </p:sp>
      <p:graphicFrame>
        <p:nvGraphicFramePr>
          <p:cNvPr id="184346" name="Object 26"/>
          <p:cNvGraphicFramePr>
            <a:graphicFrameLocks noChangeAspect="1"/>
          </p:cNvGraphicFramePr>
          <p:nvPr/>
        </p:nvGraphicFramePr>
        <p:xfrm>
          <a:off x="2289175" y="1831975"/>
          <a:ext cx="1573213" cy="730250"/>
        </p:xfrm>
        <a:graphic>
          <a:graphicData uri="http://schemas.openxmlformats.org/presentationml/2006/ole">
            <p:oleObj spid="_x0000_s30733" name="公式" r:id="rId14" imgW="876240" imgH="406080" progId="Equation.3">
              <p:embed/>
            </p:oleObj>
          </a:graphicData>
        </a:graphic>
      </p:graphicFrame>
      <p:sp>
        <p:nvSpPr>
          <p:cNvPr id="184347" name="AutoShape 27"/>
          <p:cNvSpPr>
            <a:spLocks noChangeArrowheads="1"/>
          </p:cNvSpPr>
          <p:nvPr/>
        </p:nvSpPr>
        <p:spPr bwMode="auto">
          <a:xfrm>
            <a:off x="250825" y="3878263"/>
            <a:ext cx="360363"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sz="2400">
              <a:latin typeface="Times New Roman" pitchFamily="18" charset="0"/>
            </a:endParaRPr>
          </a:p>
        </p:txBody>
      </p:sp>
      <p:sp>
        <p:nvSpPr>
          <p:cNvPr id="184348" name="Text Box 28"/>
          <p:cNvSpPr txBox="1">
            <a:spLocks noChangeArrowheads="1"/>
          </p:cNvSpPr>
          <p:nvPr/>
        </p:nvSpPr>
        <p:spPr bwMode="auto">
          <a:xfrm>
            <a:off x="646113" y="3924300"/>
            <a:ext cx="5995987" cy="457200"/>
          </a:xfrm>
          <a:prstGeom prst="rect">
            <a:avLst/>
          </a:prstGeom>
          <a:noFill/>
          <a:ln w="9525">
            <a:noFill/>
            <a:miter lim="800000"/>
            <a:headEnd/>
            <a:tailEnd/>
          </a:ln>
        </p:spPr>
        <p:txBody>
          <a:bodyPr>
            <a:spAutoFit/>
          </a:bodyPr>
          <a:lstStyle/>
          <a:p>
            <a:pPr>
              <a:spcBef>
                <a:spcPct val="50000"/>
              </a:spcBef>
            </a:pPr>
            <a:r>
              <a:rPr kumimoji="1" lang="zh-CN" altLang="en-US" sz="2400">
                <a:latin typeface="Times New Roman" pitchFamily="18" charset="0"/>
              </a:rPr>
              <a:t>若质点以角加速度</a:t>
            </a:r>
            <a:r>
              <a:rPr kumimoji="1" lang="en-US" altLang="zh-CN" sz="2400" i="1">
                <a:solidFill>
                  <a:srgbClr val="FF6600"/>
                </a:solidFill>
                <a:latin typeface="Times New Roman" pitchFamily="18" charset="0"/>
              </a:rPr>
              <a:t>b </a:t>
            </a:r>
            <a:r>
              <a:rPr kumimoji="1" lang="zh-CN" altLang="en-US" sz="2400">
                <a:latin typeface="Times New Roman" pitchFamily="18" charset="0"/>
              </a:rPr>
              <a:t>作匀变速圆周运动</a:t>
            </a:r>
          </a:p>
        </p:txBody>
      </p:sp>
      <p:graphicFrame>
        <p:nvGraphicFramePr>
          <p:cNvPr id="184349" name="Object 29"/>
          <p:cNvGraphicFramePr>
            <a:graphicFrameLocks noChangeAspect="1"/>
          </p:cNvGraphicFramePr>
          <p:nvPr/>
        </p:nvGraphicFramePr>
        <p:xfrm>
          <a:off x="1004888" y="4554538"/>
          <a:ext cx="2581275" cy="1644650"/>
        </p:xfrm>
        <a:graphic>
          <a:graphicData uri="http://schemas.openxmlformats.org/presentationml/2006/ole">
            <p:oleObj spid="_x0000_s30734" name="公式" r:id="rId15" imgW="1434960" imgH="914400" progId="Equation.3">
              <p:embed/>
            </p:oleObj>
          </a:graphicData>
        </a:graphic>
      </p:graphicFrame>
      <p:graphicFrame>
        <p:nvGraphicFramePr>
          <p:cNvPr id="184350" name="Object 30"/>
          <p:cNvGraphicFramePr>
            <a:graphicFrameLocks noChangeAspect="1"/>
          </p:cNvGraphicFramePr>
          <p:nvPr/>
        </p:nvGraphicFramePr>
        <p:xfrm>
          <a:off x="5402263" y="4576763"/>
          <a:ext cx="2493962" cy="1643062"/>
        </p:xfrm>
        <a:graphic>
          <a:graphicData uri="http://schemas.openxmlformats.org/presentationml/2006/ole">
            <p:oleObj spid="_x0000_s30735" name="公式" r:id="rId16" imgW="1384200" imgH="914400" progId="Equation.3">
              <p:embed/>
            </p:oleObj>
          </a:graphicData>
        </a:graphic>
      </p:graphicFrame>
      <p:sp>
        <p:nvSpPr>
          <p:cNvPr id="184351" name="AutoShape 31"/>
          <p:cNvSpPr>
            <a:spLocks noChangeArrowheads="1"/>
          </p:cNvSpPr>
          <p:nvPr/>
        </p:nvSpPr>
        <p:spPr bwMode="auto">
          <a:xfrm>
            <a:off x="3986213" y="5230813"/>
            <a:ext cx="1125537" cy="223837"/>
          </a:xfrm>
          <a:prstGeom prst="leftRightArrow">
            <a:avLst>
              <a:gd name="adj1" fmla="val 50000"/>
              <a:gd name="adj2" fmla="val 100568"/>
            </a:avLst>
          </a:prstGeom>
          <a:solidFill>
            <a:srgbClr val="0000FF"/>
          </a:solidFill>
          <a:ln w="9525">
            <a:solidFill>
              <a:schemeClr val="bg1"/>
            </a:solidFill>
            <a:miter lim="800000"/>
            <a:headEnd/>
            <a:tailEnd/>
          </a:ln>
        </p:spPr>
        <p:txBody>
          <a:bodyPr wrap="none" anchor="ctr"/>
          <a:lstStyle/>
          <a:p>
            <a:endParaRPr lang="zh-CN" altLang="en-US" sz="2400">
              <a:latin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4322"/>
                                        </p:tgtEl>
                                        <p:attrNameLst>
                                          <p:attrName>style.visibility</p:attrName>
                                        </p:attrNameLst>
                                      </p:cBhvr>
                                      <p:to>
                                        <p:strVal val="visible"/>
                                      </p:to>
                                    </p:set>
                                    <p:animEffect transition="in" filter="wipe(left)">
                                      <p:cBhvr>
                                        <p:cTn id="7" dur="500"/>
                                        <p:tgtEl>
                                          <p:spTgt spid="1843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323"/>
                                        </p:tgtEl>
                                        <p:attrNameLst>
                                          <p:attrName>style.visibility</p:attrName>
                                        </p:attrNameLst>
                                      </p:cBhvr>
                                      <p:to>
                                        <p:strVal val="visible"/>
                                      </p:to>
                                    </p:set>
                                    <p:animEffect transition="in" filter="wipe(left)">
                                      <p:cBhvr>
                                        <p:cTn id="12" dur="500"/>
                                        <p:tgtEl>
                                          <p:spTgt spid="184323"/>
                                        </p:tgtEl>
                                      </p:cBhvr>
                                    </p:animEffect>
                                  </p:childTnLst>
                                </p:cTn>
                              </p:par>
                            </p:childTnLst>
                          </p:cTn>
                        </p:par>
                        <p:par>
                          <p:cTn id="13" fill="hold">
                            <p:stCondLst>
                              <p:cond delay="500"/>
                            </p:stCondLst>
                            <p:childTnLst>
                              <p:par>
                                <p:cTn id="14" presetID="1" presetClass="entr" presetSubtype="0" fill="hold" grpId="0" nodeType="afterEffect">
                                  <p:stCondLst>
                                    <p:cond delay="0"/>
                                  </p:stCondLst>
                                  <p:childTnLst>
                                    <p:set>
                                      <p:cBhvr>
                                        <p:cTn id="15" dur="1" fill="hold">
                                          <p:stCondLst>
                                            <p:cond delay="499"/>
                                          </p:stCondLst>
                                        </p:cTn>
                                        <p:tgtEl>
                                          <p:spTgt spid="18433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84328"/>
                                        </p:tgtEl>
                                        <p:attrNameLst>
                                          <p:attrName>style.visibility</p:attrName>
                                        </p:attrNameLst>
                                      </p:cBhvr>
                                      <p:to>
                                        <p:strVal val="visible"/>
                                      </p:to>
                                    </p:set>
                                    <p:animEffect transition="in" filter="wipe(left)">
                                      <p:cBhvr>
                                        <p:cTn id="20" dur="500"/>
                                        <p:tgtEl>
                                          <p:spTgt spid="18432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84330"/>
                                        </p:tgtEl>
                                        <p:attrNameLst>
                                          <p:attrName>style.visibility</p:attrName>
                                        </p:attrNameLst>
                                      </p:cBhvr>
                                      <p:to>
                                        <p:strVal val="visible"/>
                                      </p:to>
                                    </p:set>
                                    <p:animEffect transition="in" filter="wipe(left)">
                                      <p:cBhvr>
                                        <p:cTn id="25" dur="500"/>
                                        <p:tgtEl>
                                          <p:spTgt spid="184330"/>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184325"/>
                                        </p:tgtEl>
                                        <p:attrNameLst>
                                          <p:attrName>style.visibility</p:attrName>
                                        </p:attrNameLst>
                                      </p:cBhvr>
                                      <p:to>
                                        <p:strVal val="visible"/>
                                      </p:to>
                                    </p:set>
                                    <p:animEffect transition="in" filter="wipe(left)">
                                      <p:cBhvr>
                                        <p:cTn id="29" dur="500"/>
                                        <p:tgtEl>
                                          <p:spTgt spid="184325"/>
                                        </p:tgtEl>
                                      </p:cBhvr>
                                    </p:animEffect>
                                  </p:childTnLst>
                                </p:cTn>
                              </p:par>
                            </p:childTnLst>
                          </p:cTn>
                        </p:par>
                        <p:par>
                          <p:cTn id="30" fill="hold">
                            <p:stCondLst>
                              <p:cond delay="1000"/>
                            </p:stCondLst>
                            <p:childTnLst>
                              <p:par>
                                <p:cTn id="31" presetID="22" presetClass="entr" presetSubtype="8" fill="hold" nodeType="afterEffect">
                                  <p:stCondLst>
                                    <p:cond delay="0"/>
                                  </p:stCondLst>
                                  <p:childTnLst>
                                    <p:set>
                                      <p:cBhvr>
                                        <p:cTn id="32" dur="1" fill="hold">
                                          <p:stCondLst>
                                            <p:cond delay="0"/>
                                          </p:stCondLst>
                                        </p:cTn>
                                        <p:tgtEl>
                                          <p:spTgt spid="184333"/>
                                        </p:tgtEl>
                                        <p:attrNameLst>
                                          <p:attrName>style.visibility</p:attrName>
                                        </p:attrNameLst>
                                      </p:cBhvr>
                                      <p:to>
                                        <p:strVal val="visible"/>
                                      </p:to>
                                    </p:set>
                                    <p:animEffect transition="in" filter="wipe(left)">
                                      <p:cBhvr>
                                        <p:cTn id="33" dur="500"/>
                                        <p:tgtEl>
                                          <p:spTgt spid="18433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84326"/>
                                        </p:tgtEl>
                                        <p:attrNameLst>
                                          <p:attrName>style.visibility</p:attrName>
                                        </p:attrNameLst>
                                      </p:cBhvr>
                                      <p:to>
                                        <p:strVal val="visible"/>
                                      </p:to>
                                    </p:set>
                                    <p:animEffect transition="in" filter="wipe(left)">
                                      <p:cBhvr>
                                        <p:cTn id="38" dur="500"/>
                                        <p:tgtEl>
                                          <p:spTgt spid="18432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84336"/>
                                        </p:tgtEl>
                                        <p:attrNameLst>
                                          <p:attrName>style.visibility</p:attrName>
                                        </p:attrNameLst>
                                      </p:cBhvr>
                                      <p:to>
                                        <p:strVal val="visible"/>
                                      </p:to>
                                    </p:set>
                                    <p:animEffect transition="in" filter="wipe(left)">
                                      <p:cBhvr>
                                        <p:cTn id="43" dur="500"/>
                                        <p:tgtEl>
                                          <p:spTgt spid="184336"/>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grpId="0" nodeType="clickEffect">
                                  <p:stCondLst>
                                    <p:cond delay="0"/>
                                  </p:stCondLst>
                                  <p:childTnLst>
                                    <p:set>
                                      <p:cBhvr>
                                        <p:cTn id="47" dur="1" fill="hold">
                                          <p:stCondLst>
                                            <p:cond delay="0"/>
                                          </p:stCondLst>
                                        </p:cTn>
                                        <p:tgtEl>
                                          <p:spTgt spid="184337"/>
                                        </p:tgtEl>
                                        <p:attrNameLst>
                                          <p:attrName>style.visibility</p:attrName>
                                        </p:attrNameLst>
                                      </p:cBhvr>
                                      <p:to>
                                        <p:strVal val="visible"/>
                                      </p:to>
                                    </p:set>
                                    <p:anim calcmode="lin" valueType="num">
                                      <p:cBhvr additive="base">
                                        <p:cTn id="48" dur="500" fill="hold"/>
                                        <p:tgtEl>
                                          <p:spTgt spid="184337"/>
                                        </p:tgtEl>
                                        <p:attrNameLst>
                                          <p:attrName>ppt_x</p:attrName>
                                        </p:attrNameLst>
                                      </p:cBhvr>
                                      <p:tavLst>
                                        <p:tav tm="0">
                                          <p:val>
                                            <p:strVal val="1+#ppt_w/2"/>
                                          </p:val>
                                        </p:tav>
                                        <p:tav tm="100000">
                                          <p:val>
                                            <p:strVal val="#ppt_x"/>
                                          </p:val>
                                        </p:tav>
                                      </p:tavLst>
                                    </p:anim>
                                    <p:anim calcmode="lin" valueType="num">
                                      <p:cBhvr additive="base">
                                        <p:cTn id="49" dur="500" fill="hold"/>
                                        <p:tgtEl>
                                          <p:spTgt spid="184337"/>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84331"/>
                                        </p:tgtEl>
                                        <p:attrNameLst>
                                          <p:attrName>style.visibility</p:attrName>
                                        </p:attrNameLst>
                                      </p:cBhvr>
                                      <p:to>
                                        <p:strVal val="visible"/>
                                      </p:to>
                                    </p:set>
                                    <p:animEffect transition="in" filter="wipe(left)">
                                      <p:cBhvr>
                                        <p:cTn id="54" dur="500"/>
                                        <p:tgtEl>
                                          <p:spTgt spid="184331"/>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84324"/>
                                        </p:tgtEl>
                                        <p:attrNameLst>
                                          <p:attrName>style.visibility</p:attrName>
                                        </p:attrNameLst>
                                      </p:cBhvr>
                                      <p:to>
                                        <p:strVal val="visible"/>
                                      </p:to>
                                    </p:set>
                                    <p:animEffect transition="in" filter="wipe(left)">
                                      <p:cBhvr>
                                        <p:cTn id="59" dur="500"/>
                                        <p:tgtEl>
                                          <p:spTgt spid="184324"/>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84327"/>
                                        </p:tgtEl>
                                        <p:attrNameLst>
                                          <p:attrName>style.visibility</p:attrName>
                                        </p:attrNameLst>
                                      </p:cBhvr>
                                      <p:to>
                                        <p:strVal val="visible"/>
                                      </p:to>
                                    </p:set>
                                    <p:animEffect transition="in" filter="wipe(left)">
                                      <p:cBhvr>
                                        <p:cTn id="64" dur="500"/>
                                        <p:tgtEl>
                                          <p:spTgt spid="184327"/>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184329"/>
                                        </p:tgtEl>
                                        <p:attrNameLst>
                                          <p:attrName>style.visibility</p:attrName>
                                        </p:attrNameLst>
                                      </p:cBhvr>
                                      <p:to>
                                        <p:strVal val="visible"/>
                                      </p:to>
                                    </p:set>
                                    <p:animEffect transition="in" filter="wipe(left)">
                                      <p:cBhvr>
                                        <p:cTn id="69" dur="500"/>
                                        <p:tgtEl>
                                          <p:spTgt spid="184329"/>
                                        </p:tgtEl>
                                      </p:cBhvr>
                                    </p:animEffect>
                                  </p:childTnLst>
                                </p:cTn>
                              </p:par>
                            </p:childTnLst>
                          </p:cTn>
                        </p:par>
                        <p:par>
                          <p:cTn id="70" fill="hold">
                            <p:stCondLst>
                              <p:cond delay="500"/>
                            </p:stCondLst>
                            <p:childTnLst>
                              <p:par>
                                <p:cTn id="71" presetID="2" presetClass="entr" presetSubtype="2" fill="hold" grpId="0" nodeType="afterEffect">
                                  <p:stCondLst>
                                    <p:cond delay="0"/>
                                  </p:stCondLst>
                                  <p:childTnLst>
                                    <p:set>
                                      <p:cBhvr>
                                        <p:cTn id="72" dur="1" fill="hold">
                                          <p:stCondLst>
                                            <p:cond delay="0"/>
                                          </p:stCondLst>
                                        </p:cTn>
                                        <p:tgtEl>
                                          <p:spTgt spid="184334"/>
                                        </p:tgtEl>
                                        <p:attrNameLst>
                                          <p:attrName>style.visibility</p:attrName>
                                        </p:attrNameLst>
                                      </p:cBhvr>
                                      <p:to>
                                        <p:strVal val="visible"/>
                                      </p:to>
                                    </p:set>
                                    <p:anim calcmode="lin" valueType="num">
                                      <p:cBhvr additive="base">
                                        <p:cTn id="73" dur="500" fill="hold"/>
                                        <p:tgtEl>
                                          <p:spTgt spid="184334"/>
                                        </p:tgtEl>
                                        <p:attrNameLst>
                                          <p:attrName>ppt_x</p:attrName>
                                        </p:attrNameLst>
                                      </p:cBhvr>
                                      <p:tavLst>
                                        <p:tav tm="0">
                                          <p:val>
                                            <p:strVal val="1+#ppt_w/2"/>
                                          </p:val>
                                        </p:tav>
                                        <p:tav tm="100000">
                                          <p:val>
                                            <p:strVal val="#ppt_x"/>
                                          </p:val>
                                        </p:tav>
                                      </p:tavLst>
                                    </p:anim>
                                    <p:anim calcmode="lin" valueType="num">
                                      <p:cBhvr additive="base">
                                        <p:cTn id="74" dur="500" fill="hold"/>
                                        <p:tgtEl>
                                          <p:spTgt spid="184334"/>
                                        </p:tgtEl>
                                        <p:attrNameLst>
                                          <p:attrName>ppt_y</p:attrName>
                                        </p:attrNameLst>
                                      </p:cBhvr>
                                      <p:tavLst>
                                        <p:tav tm="0">
                                          <p:val>
                                            <p:strVal val="#ppt_y"/>
                                          </p:val>
                                        </p:tav>
                                        <p:tav tm="100000">
                                          <p:val>
                                            <p:strVal val="#ppt_y"/>
                                          </p:val>
                                        </p:tav>
                                      </p:tavLst>
                                    </p:anim>
                                  </p:childTnLst>
                                </p:cTn>
                              </p:par>
                            </p:childTnLst>
                          </p:cTn>
                        </p:par>
                        <p:par>
                          <p:cTn id="75" fill="hold">
                            <p:stCondLst>
                              <p:cond delay="1000"/>
                            </p:stCondLst>
                            <p:childTnLst>
                              <p:par>
                                <p:cTn id="76" presetID="22" presetClass="entr" presetSubtype="8" fill="hold" nodeType="afterEffect">
                                  <p:stCondLst>
                                    <p:cond delay="0"/>
                                  </p:stCondLst>
                                  <p:childTnLst>
                                    <p:set>
                                      <p:cBhvr>
                                        <p:cTn id="77" dur="1" fill="hold">
                                          <p:stCondLst>
                                            <p:cond delay="0"/>
                                          </p:stCondLst>
                                        </p:cTn>
                                        <p:tgtEl>
                                          <p:spTgt spid="184332"/>
                                        </p:tgtEl>
                                        <p:attrNameLst>
                                          <p:attrName>style.visibility</p:attrName>
                                        </p:attrNameLst>
                                      </p:cBhvr>
                                      <p:to>
                                        <p:strVal val="visible"/>
                                      </p:to>
                                    </p:set>
                                    <p:animEffect transition="in" filter="wipe(left)">
                                      <p:cBhvr>
                                        <p:cTn id="78" dur="500"/>
                                        <p:tgtEl>
                                          <p:spTgt spid="184332"/>
                                        </p:tgtEl>
                                      </p:cBhvr>
                                    </p:animEffect>
                                  </p:childTnLst>
                                </p:cTn>
                              </p:par>
                            </p:childTnLst>
                          </p:cTn>
                        </p:par>
                        <p:par>
                          <p:cTn id="79" fill="hold">
                            <p:stCondLst>
                              <p:cond delay="1500"/>
                            </p:stCondLst>
                            <p:childTnLst>
                              <p:par>
                                <p:cTn id="80" presetID="2" presetClass="entr" presetSubtype="2" fill="hold" grpId="0" nodeType="afterEffect">
                                  <p:stCondLst>
                                    <p:cond delay="0"/>
                                  </p:stCondLst>
                                  <p:childTnLst>
                                    <p:set>
                                      <p:cBhvr>
                                        <p:cTn id="81" dur="1" fill="hold">
                                          <p:stCondLst>
                                            <p:cond delay="0"/>
                                          </p:stCondLst>
                                        </p:cTn>
                                        <p:tgtEl>
                                          <p:spTgt spid="184338"/>
                                        </p:tgtEl>
                                        <p:attrNameLst>
                                          <p:attrName>style.visibility</p:attrName>
                                        </p:attrNameLst>
                                      </p:cBhvr>
                                      <p:to>
                                        <p:strVal val="visible"/>
                                      </p:to>
                                    </p:set>
                                    <p:anim calcmode="lin" valueType="num">
                                      <p:cBhvr additive="base">
                                        <p:cTn id="82" dur="500" fill="hold"/>
                                        <p:tgtEl>
                                          <p:spTgt spid="184338"/>
                                        </p:tgtEl>
                                        <p:attrNameLst>
                                          <p:attrName>ppt_x</p:attrName>
                                        </p:attrNameLst>
                                      </p:cBhvr>
                                      <p:tavLst>
                                        <p:tav tm="0">
                                          <p:val>
                                            <p:strVal val="1+#ppt_w/2"/>
                                          </p:val>
                                        </p:tav>
                                        <p:tav tm="100000">
                                          <p:val>
                                            <p:strVal val="#ppt_x"/>
                                          </p:val>
                                        </p:tav>
                                      </p:tavLst>
                                    </p:anim>
                                    <p:anim calcmode="lin" valueType="num">
                                      <p:cBhvr additive="base">
                                        <p:cTn id="83" dur="500" fill="hold"/>
                                        <p:tgtEl>
                                          <p:spTgt spid="184338"/>
                                        </p:tgtEl>
                                        <p:attrNameLst>
                                          <p:attrName>ppt_y</p:attrName>
                                        </p:attrNameLst>
                                      </p:cBhvr>
                                      <p:tavLst>
                                        <p:tav tm="0">
                                          <p:val>
                                            <p:strVal val="#ppt_y"/>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184339"/>
                                        </p:tgtEl>
                                        <p:attrNameLst>
                                          <p:attrName>style.visibility</p:attrName>
                                        </p:attrNameLst>
                                      </p:cBhvr>
                                      <p:to>
                                        <p:strVal val="visible"/>
                                      </p:to>
                                    </p:set>
                                    <p:animEffect transition="in" filter="wipe(left)">
                                      <p:cBhvr>
                                        <p:cTn id="88" dur="500"/>
                                        <p:tgtEl>
                                          <p:spTgt spid="184339"/>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184340"/>
                                        </p:tgtEl>
                                        <p:attrNameLst>
                                          <p:attrName>style.visibility</p:attrName>
                                        </p:attrNameLst>
                                      </p:cBhvr>
                                      <p:to>
                                        <p:strVal val="visible"/>
                                      </p:to>
                                    </p:set>
                                    <p:animEffect transition="in" filter="wipe(left)">
                                      <p:cBhvr>
                                        <p:cTn id="93" dur="500"/>
                                        <p:tgtEl>
                                          <p:spTgt spid="184340"/>
                                        </p:tgtEl>
                                      </p:cBhvr>
                                    </p:animEffect>
                                  </p:childTnLst>
                                </p:cTn>
                              </p:par>
                            </p:childTnLst>
                          </p:cTn>
                        </p:par>
                      </p:childTnLst>
                    </p:cTn>
                  </p:par>
                  <p:par>
                    <p:cTn id="94" fill="hold">
                      <p:stCondLst>
                        <p:cond delay="indefinite"/>
                      </p:stCondLst>
                      <p:childTnLst>
                        <p:par>
                          <p:cTn id="95" fill="hold">
                            <p:stCondLst>
                              <p:cond delay="0"/>
                            </p:stCondLst>
                            <p:childTnLst>
                              <p:par>
                                <p:cTn id="96" presetID="23" presetClass="entr" presetSubtype="16" fill="hold" nodeType="clickEffect">
                                  <p:stCondLst>
                                    <p:cond delay="0"/>
                                  </p:stCondLst>
                                  <p:childTnLst>
                                    <p:set>
                                      <p:cBhvr>
                                        <p:cTn id="97" dur="1" fill="hold">
                                          <p:stCondLst>
                                            <p:cond delay="0"/>
                                          </p:stCondLst>
                                        </p:cTn>
                                        <p:tgtEl>
                                          <p:spTgt spid="184341"/>
                                        </p:tgtEl>
                                        <p:attrNameLst>
                                          <p:attrName>style.visibility</p:attrName>
                                        </p:attrNameLst>
                                      </p:cBhvr>
                                      <p:to>
                                        <p:strVal val="visible"/>
                                      </p:to>
                                    </p:set>
                                    <p:anim calcmode="lin" valueType="num">
                                      <p:cBhvr>
                                        <p:cTn id="98" dur="500" fill="hold"/>
                                        <p:tgtEl>
                                          <p:spTgt spid="184341"/>
                                        </p:tgtEl>
                                        <p:attrNameLst>
                                          <p:attrName>ppt_w</p:attrName>
                                        </p:attrNameLst>
                                      </p:cBhvr>
                                      <p:tavLst>
                                        <p:tav tm="0">
                                          <p:val>
                                            <p:fltVal val="0"/>
                                          </p:val>
                                        </p:tav>
                                        <p:tav tm="100000">
                                          <p:val>
                                            <p:strVal val="#ppt_w"/>
                                          </p:val>
                                        </p:tav>
                                      </p:tavLst>
                                    </p:anim>
                                    <p:anim calcmode="lin" valueType="num">
                                      <p:cBhvr>
                                        <p:cTn id="99" dur="500" fill="hold"/>
                                        <p:tgtEl>
                                          <p:spTgt spid="184341"/>
                                        </p:tgtEl>
                                        <p:attrNameLst>
                                          <p:attrName>ppt_h</p:attrName>
                                        </p:attrNameLst>
                                      </p:cBhvr>
                                      <p:tavLst>
                                        <p:tav tm="0">
                                          <p:val>
                                            <p:fltVal val="0"/>
                                          </p:val>
                                        </p:tav>
                                        <p:tav tm="100000">
                                          <p:val>
                                            <p:strVal val="#ppt_h"/>
                                          </p:val>
                                        </p:tav>
                                      </p:tavLst>
                                    </p:anim>
                                  </p:childTnLst>
                                </p:cTn>
                              </p:par>
                            </p:childTnLst>
                          </p:cTn>
                        </p:par>
                      </p:childTnLst>
                    </p:cTn>
                  </p:par>
                  <p:par>
                    <p:cTn id="100" fill="hold">
                      <p:stCondLst>
                        <p:cond delay="indefinite"/>
                      </p:stCondLst>
                      <p:childTnLst>
                        <p:par>
                          <p:cTn id="101" fill="hold">
                            <p:stCondLst>
                              <p:cond delay="0"/>
                            </p:stCondLst>
                            <p:childTnLst>
                              <p:par>
                                <p:cTn id="102" presetID="23" presetClass="entr" presetSubtype="16" fill="hold" nodeType="clickEffect">
                                  <p:stCondLst>
                                    <p:cond delay="0"/>
                                  </p:stCondLst>
                                  <p:childTnLst>
                                    <p:set>
                                      <p:cBhvr>
                                        <p:cTn id="103" dur="1" fill="hold">
                                          <p:stCondLst>
                                            <p:cond delay="0"/>
                                          </p:stCondLst>
                                        </p:cTn>
                                        <p:tgtEl>
                                          <p:spTgt spid="184346"/>
                                        </p:tgtEl>
                                        <p:attrNameLst>
                                          <p:attrName>style.visibility</p:attrName>
                                        </p:attrNameLst>
                                      </p:cBhvr>
                                      <p:to>
                                        <p:strVal val="visible"/>
                                      </p:to>
                                    </p:set>
                                    <p:anim calcmode="lin" valueType="num">
                                      <p:cBhvr>
                                        <p:cTn id="104" dur="500" fill="hold"/>
                                        <p:tgtEl>
                                          <p:spTgt spid="184346"/>
                                        </p:tgtEl>
                                        <p:attrNameLst>
                                          <p:attrName>ppt_w</p:attrName>
                                        </p:attrNameLst>
                                      </p:cBhvr>
                                      <p:tavLst>
                                        <p:tav tm="0">
                                          <p:val>
                                            <p:fltVal val="0"/>
                                          </p:val>
                                        </p:tav>
                                        <p:tav tm="100000">
                                          <p:val>
                                            <p:strVal val="#ppt_w"/>
                                          </p:val>
                                        </p:tav>
                                      </p:tavLst>
                                    </p:anim>
                                    <p:anim calcmode="lin" valueType="num">
                                      <p:cBhvr>
                                        <p:cTn id="105" dur="500" fill="hold"/>
                                        <p:tgtEl>
                                          <p:spTgt spid="184346"/>
                                        </p:tgtEl>
                                        <p:attrNameLst>
                                          <p:attrName>ppt_h</p:attrName>
                                        </p:attrNameLst>
                                      </p:cBhvr>
                                      <p:tavLst>
                                        <p:tav tm="0">
                                          <p:val>
                                            <p:fltVal val="0"/>
                                          </p:val>
                                        </p:tav>
                                        <p:tav tm="100000">
                                          <p:val>
                                            <p:strVal val="#ppt_h"/>
                                          </p:val>
                                        </p:tav>
                                      </p:tavLst>
                                    </p:anim>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184344"/>
                                        </p:tgtEl>
                                        <p:attrNameLst>
                                          <p:attrName>style.visibility</p:attrName>
                                        </p:attrNameLst>
                                      </p:cBhvr>
                                      <p:to>
                                        <p:strVal val="visible"/>
                                      </p:to>
                                    </p:set>
                                    <p:animEffect transition="in" filter="wipe(left)">
                                      <p:cBhvr>
                                        <p:cTn id="110" dur="500"/>
                                        <p:tgtEl>
                                          <p:spTgt spid="184344"/>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nodeType="clickEffect">
                                  <p:stCondLst>
                                    <p:cond delay="0"/>
                                  </p:stCondLst>
                                  <p:childTnLst>
                                    <p:set>
                                      <p:cBhvr>
                                        <p:cTn id="114" dur="1" fill="hold">
                                          <p:stCondLst>
                                            <p:cond delay="0"/>
                                          </p:stCondLst>
                                        </p:cTn>
                                        <p:tgtEl>
                                          <p:spTgt spid="184342"/>
                                        </p:tgtEl>
                                        <p:attrNameLst>
                                          <p:attrName>style.visibility</p:attrName>
                                        </p:attrNameLst>
                                      </p:cBhvr>
                                      <p:to>
                                        <p:strVal val="visible"/>
                                      </p:to>
                                    </p:set>
                                    <p:animEffect transition="in" filter="wipe(left)">
                                      <p:cBhvr>
                                        <p:cTn id="115" dur="500"/>
                                        <p:tgtEl>
                                          <p:spTgt spid="184342"/>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nodeType="clickEffect">
                                  <p:stCondLst>
                                    <p:cond delay="0"/>
                                  </p:stCondLst>
                                  <p:childTnLst>
                                    <p:set>
                                      <p:cBhvr>
                                        <p:cTn id="119" dur="1" fill="hold">
                                          <p:stCondLst>
                                            <p:cond delay="0"/>
                                          </p:stCondLst>
                                        </p:cTn>
                                        <p:tgtEl>
                                          <p:spTgt spid="184343"/>
                                        </p:tgtEl>
                                        <p:attrNameLst>
                                          <p:attrName>style.visibility</p:attrName>
                                        </p:attrNameLst>
                                      </p:cBhvr>
                                      <p:to>
                                        <p:strVal val="visible"/>
                                      </p:to>
                                    </p:set>
                                    <p:animEffect transition="in" filter="wipe(left)">
                                      <p:cBhvr>
                                        <p:cTn id="120" dur="500"/>
                                        <p:tgtEl>
                                          <p:spTgt spid="184343"/>
                                        </p:tgtEl>
                                      </p:cBhvr>
                                    </p:animEffect>
                                  </p:childTnLst>
                                </p:cTn>
                              </p:par>
                            </p:childTnLst>
                          </p:cTn>
                        </p:par>
                      </p:childTnLst>
                    </p:cTn>
                  </p:par>
                  <p:par>
                    <p:cTn id="121" fill="hold">
                      <p:stCondLst>
                        <p:cond delay="indefinite"/>
                      </p:stCondLst>
                      <p:childTnLst>
                        <p:par>
                          <p:cTn id="122" fill="hold">
                            <p:stCondLst>
                              <p:cond delay="0"/>
                            </p:stCondLst>
                            <p:childTnLst>
                              <p:par>
                                <p:cTn id="123" presetID="9" presetClass="entr" presetSubtype="0" fill="hold" grpId="0" nodeType="clickEffect">
                                  <p:stCondLst>
                                    <p:cond delay="0"/>
                                  </p:stCondLst>
                                  <p:childTnLst>
                                    <p:set>
                                      <p:cBhvr>
                                        <p:cTn id="124" dur="1" fill="hold">
                                          <p:stCondLst>
                                            <p:cond delay="0"/>
                                          </p:stCondLst>
                                        </p:cTn>
                                        <p:tgtEl>
                                          <p:spTgt spid="184347"/>
                                        </p:tgtEl>
                                        <p:attrNameLst>
                                          <p:attrName>style.visibility</p:attrName>
                                        </p:attrNameLst>
                                      </p:cBhvr>
                                      <p:to>
                                        <p:strVal val="visible"/>
                                      </p:to>
                                    </p:set>
                                    <p:animEffect transition="in" filter="dissolve">
                                      <p:cBhvr>
                                        <p:cTn id="125" dur="1000"/>
                                        <p:tgtEl>
                                          <p:spTgt spid="184347"/>
                                        </p:tgtEl>
                                      </p:cBhvr>
                                    </p:animEffect>
                                  </p:childTnLst>
                                </p:cTn>
                              </p:par>
                            </p:childTnLst>
                          </p:cTn>
                        </p:par>
                        <p:par>
                          <p:cTn id="126" fill="hold">
                            <p:stCondLst>
                              <p:cond delay="1000"/>
                            </p:stCondLst>
                            <p:childTnLst>
                              <p:par>
                                <p:cTn id="127" presetID="22" presetClass="entr" presetSubtype="8" fill="hold" grpId="0" nodeType="afterEffect">
                                  <p:stCondLst>
                                    <p:cond delay="0"/>
                                  </p:stCondLst>
                                  <p:childTnLst>
                                    <p:set>
                                      <p:cBhvr>
                                        <p:cTn id="128" dur="1" fill="hold">
                                          <p:stCondLst>
                                            <p:cond delay="0"/>
                                          </p:stCondLst>
                                        </p:cTn>
                                        <p:tgtEl>
                                          <p:spTgt spid="184348"/>
                                        </p:tgtEl>
                                        <p:attrNameLst>
                                          <p:attrName>style.visibility</p:attrName>
                                        </p:attrNameLst>
                                      </p:cBhvr>
                                      <p:to>
                                        <p:strVal val="visible"/>
                                      </p:to>
                                    </p:set>
                                    <p:animEffect transition="in" filter="wipe(left)">
                                      <p:cBhvr>
                                        <p:cTn id="129" dur="500"/>
                                        <p:tgtEl>
                                          <p:spTgt spid="184348"/>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nodeType="clickEffect">
                                  <p:stCondLst>
                                    <p:cond delay="0"/>
                                  </p:stCondLst>
                                  <p:childTnLst>
                                    <p:set>
                                      <p:cBhvr>
                                        <p:cTn id="133" dur="1" fill="hold">
                                          <p:stCondLst>
                                            <p:cond delay="0"/>
                                          </p:stCondLst>
                                        </p:cTn>
                                        <p:tgtEl>
                                          <p:spTgt spid="184349"/>
                                        </p:tgtEl>
                                        <p:attrNameLst>
                                          <p:attrName>style.visibility</p:attrName>
                                        </p:attrNameLst>
                                      </p:cBhvr>
                                      <p:to>
                                        <p:strVal val="visible"/>
                                      </p:to>
                                    </p:set>
                                    <p:animEffect transition="in" filter="wipe(left)">
                                      <p:cBhvr>
                                        <p:cTn id="134" dur="500"/>
                                        <p:tgtEl>
                                          <p:spTgt spid="184349"/>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ntr" presetSubtype="8" fill="hold" nodeType="clickEffect">
                                  <p:stCondLst>
                                    <p:cond delay="0"/>
                                  </p:stCondLst>
                                  <p:childTnLst>
                                    <p:set>
                                      <p:cBhvr>
                                        <p:cTn id="138" dur="1" fill="hold">
                                          <p:stCondLst>
                                            <p:cond delay="0"/>
                                          </p:stCondLst>
                                        </p:cTn>
                                        <p:tgtEl>
                                          <p:spTgt spid="184350"/>
                                        </p:tgtEl>
                                        <p:attrNameLst>
                                          <p:attrName>style.visibility</p:attrName>
                                        </p:attrNameLst>
                                      </p:cBhvr>
                                      <p:to>
                                        <p:strVal val="visible"/>
                                      </p:to>
                                    </p:set>
                                    <p:animEffect transition="in" filter="wipe(left)">
                                      <p:cBhvr>
                                        <p:cTn id="139" dur="500"/>
                                        <p:tgtEl>
                                          <p:spTgt spid="184350"/>
                                        </p:tgtEl>
                                      </p:cBhvr>
                                    </p:animEffect>
                                  </p:childTnLst>
                                </p:cTn>
                              </p:par>
                            </p:childTnLst>
                          </p:cTn>
                        </p:par>
                      </p:childTnLst>
                    </p:cTn>
                  </p:par>
                  <p:par>
                    <p:cTn id="140" fill="hold">
                      <p:stCondLst>
                        <p:cond delay="indefinite"/>
                      </p:stCondLst>
                      <p:childTnLst>
                        <p:par>
                          <p:cTn id="141" fill="hold">
                            <p:stCondLst>
                              <p:cond delay="0"/>
                            </p:stCondLst>
                            <p:childTnLst>
                              <p:par>
                                <p:cTn id="142" presetID="23" presetClass="entr" presetSubtype="16" fill="hold" grpId="0" nodeType="clickEffect">
                                  <p:stCondLst>
                                    <p:cond delay="0"/>
                                  </p:stCondLst>
                                  <p:childTnLst>
                                    <p:set>
                                      <p:cBhvr>
                                        <p:cTn id="143" dur="1" fill="hold">
                                          <p:stCondLst>
                                            <p:cond delay="0"/>
                                          </p:stCondLst>
                                        </p:cTn>
                                        <p:tgtEl>
                                          <p:spTgt spid="184351"/>
                                        </p:tgtEl>
                                        <p:attrNameLst>
                                          <p:attrName>style.visibility</p:attrName>
                                        </p:attrNameLst>
                                      </p:cBhvr>
                                      <p:to>
                                        <p:strVal val="visible"/>
                                      </p:to>
                                    </p:set>
                                    <p:anim calcmode="lin" valueType="num">
                                      <p:cBhvr>
                                        <p:cTn id="144" dur="500" fill="hold"/>
                                        <p:tgtEl>
                                          <p:spTgt spid="184351"/>
                                        </p:tgtEl>
                                        <p:attrNameLst>
                                          <p:attrName>ppt_w</p:attrName>
                                        </p:attrNameLst>
                                      </p:cBhvr>
                                      <p:tavLst>
                                        <p:tav tm="0">
                                          <p:val>
                                            <p:fltVal val="0"/>
                                          </p:val>
                                        </p:tav>
                                        <p:tav tm="100000">
                                          <p:val>
                                            <p:strVal val="#ppt_w"/>
                                          </p:val>
                                        </p:tav>
                                      </p:tavLst>
                                    </p:anim>
                                    <p:anim calcmode="lin" valueType="num">
                                      <p:cBhvr>
                                        <p:cTn id="145" dur="500" fill="hold"/>
                                        <p:tgtEl>
                                          <p:spTgt spid="18435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2" grpId="0" autoUpdateAnimBg="0"/>
      <p:bldP spid="184323" grpId="0" autoUpdateAnimBg="0"/>
      <p:bldP spid="184324" grpId="0" animBg="1" autoUpdateAnimBg="0"/>
      <p:bldP spid="184325" grpId="0" animBg="1"/>
      <p:bldP spid="184326" grpId="0" animBg="1"/>
      <p:bldP spid="184327" grpId="0" animBg="1"/>
      <p:bldP spid="184334" grpId="0" animBg="1"/>
      <p:bldP spid="184335" grpId="0" animBg="1"/>
      <p:bldP spid="184336" grpId="0"/>
      <p:bldP spid="184337" grpId="0" animBg="1"/>
      <p:bldP spid="184338" grpId="0" animBg="1"/>
      <p:bldP spid="184344" grpId="0" autoUpdateAnimBg="0"/>
      <p:bldP spid="184347" grpId="0" animBg="1"/>
      <p:bldP spid="184348" grpId="0" autoUpdateAnimBg="0"/>
      <p:bldP spid="184351"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ChangeArrowheads="1"/>
          </p:cNvSpPr>
          <p:nvPr/>
        </p:nvSpPr>
        <p:spPr bwMode="auto">
          <a:xfrm>
            <a:off x="5076825" y="1282700"/>
            <a:ext cx="2665413" cy="457200"/>
          </a:xfrm>
          <a:prstGeom prst="rect">
            <a:avLst/>
          </a:prstGeom>
          <a:noFill/>
          <a:ln w="9525">
            <a:noFill/>
            <a:miter lim="800000"/>
            <a:headEnd/>
            <a:tailEnd/>
          </a:ln>
        </p:spPr>
        <p:txBody>
          <a:bodyPr>
            <a:spAutoFit/>
          </a:bodyPr>
          <a:lstStyle/>
          <a:p>
            <a:pPr algn="ctr">
              <a:spcBef>
                <a:spcPct val="50000"/>
              </a:spcBef>
            </a:pPr>
            <a:r>
              <a:rPr kumimoji="1" lang="zh-CN" altLang="en-US" sz="2400">
                <a:solidFill>
                  <a:schemeClr val="tx2"/>
                </a:solidFill>
                <a:latin typeface="Times New Roman" pitchFamily="18" charset="0"/>
              </a:rPr>
              <a:t>以及  的大小</a:t>
            </a:r>
          </a:p>
        </p:txBody>
      </p:sp>
      <p:sp>
        <p:nvSpPr>
          <p:cNvPr id="91139" name="Rectangle 3"/>
          <p:cNvSpPr>
            <a:spLocks noChangeArrowheads="1"/>
          </p:cNvSpPr>
          <p:nvPr/>
        </p:nvSpPr>
        <p:spPr bwMode="auto">
          <a:xfrm>
            <a:off x="795338" y="1819275"/>
            <a:ext cx="6369050" cy="457200"/>
          </a:xfrm>
          <a:prstGeom prst="rect">
            <a:avLst/>
          </a:prstGeom>
          <a:noFill/>
          <a:ln w="9525">
            <a:noFill/>
            <a:miter lim="800000"/>
            <a:headEnd/>
            <a:tailEnd/>
          </a:ln>
        </p:spPr>
        <p:txBody>
          <a:bodyPr anchor="ctr">
            <a:spAutoFit/>
          </a:bodyPr>
          <a:lstStyle/>
          <a:p>
            <a:pPr algn="ctr"/>
            <a:r>
              <a:rPr kumimoji="1" lang="en-US" altLang="zh-CN" sz="2400">
                <a:solidFill>
                  <a:schemeClr val="tx2"/>
                </a:solidFill>
                <a:latin typeface="Times New Roman" pitchFamily="18" charset="0"/>
              </a:rPr>
              <a:t>(2) </a:t>
            </a:r>
            <a:r>
              <a:rPr kumimoji="1" lang="zh-CN" altLang="en-US" sz="2400">
                <a:solidFill>
                  <a:schemeClr val="tx2"/>
                </a:solidFill>
                <a:latin typeface="Times New Roman" pitchFamily="18" charset="0"/>
              </a:rPr>
              <a:t>当</a:t>
            </a:r>
            <a:r>
              <a:rPr kumimoji="1" lang="zh-CN" altLang="en-US" sz="2400" i="1">
                <a:solidFill>
                  <a:srgbClr val="FF6600"/>
                </a:solidFill>
                <a:latin typeface="Times New Roman" pitchFamily="18" charset="0"/>
                <a:sym typeface="Symbol" pitchFamily="18" charset="2"/>
              </a:rPr>
              <a:t></a:t>
            </a:r>
            <a:r>
              <a:rPr kumimoji="1" lang="zh-CN" altLang="en-US" sz="2400">
                <a:solidFill>
                  <a:srgbClr val="FF6600"/>
                </a:solidFill>
                <a:latin typeface="Times New Roman" pitchFamily="18" charset="0"/>
                <a:sym typeface="Symbol" pitchFamily="18" charset="2"/>
              </a:rPr>
              <a:t> </a:t>
            </a:r>
            <a:r>
              <a:rPr kumimoji="1" lang="en-US" altLang="zh-CN" sz="2400" i="1">
                <a:solidFill>
                  <a:srgbClr val="FF6600"/>
                </a:solidFill>
                <a:latin typeface="Times New Roman" pitchFamily="18" charset="0"/>
              </a:rPr>
              <a:t>=</a:t>
            </a:r>
            <a:r>
              <a:rPr kumimoji="1" lang="en-US" altLang="zh-CN" sz="2400">
                <a:solidFill>
                  <a:srgbClr val="FF6600"/>
                </a:solidFill>
                <a:latin typeface="Times New Roman" pitchFamily="18" charset="0"/>
              </a:rPr>
              <a:t>?</a:t>
            </a:r>
            <a:r>
              <a:rPr kumimoji="1" lang="en-US" altLang="zh-CN" sz="2400">
                <a:solidFill>
                  <a:schemeClr val="tx2"/>
                </a:solidFill>
                <a:latin typeface="Times New Roman" pitchFamily="18" charset="0"/>
              </a:rPr>
              <a:t> </a:t>
            </a:r>
            <a:r>
              <a:rPr kumimoji="1" lang="zh-CN" altLang="en-US" sz="2400">
                <a:solidFill>
                  <a:schemeClr val="tx2"/>
                </a:solidFill>
                <a:latin typeface="Times New Roman" pitchFamily="18" charset="0"/>
              </a:rPr>
              <a:t>时，质点的加速度与半径成</a:t>
            </a:r>
            <a:r>
              <a:rPr kumimoji="1" lang="en-US" altLang="zh-CN" sz="2400">
                <a:solidFill>
                  <a:srgbClr val="FF6600"/>
                </a:solidFill>
                <a:latin typeface="Times New Roman" pitchFamily="18" charset="0"/>
              </a:rPr>
              <a:t>45</a:t>
            </a:r>
            <a:r>
              <a:rPr kumimoji="1" lang="en-US" altLang="zh-CN" sz="2400" baseline="58000">
                <a:solidFill>
                  <a:srgbClr val="FF6600"/>
                </a:solidFill>
                <a:latin typeface="Times New Roman" pitchFamily="18" charset="0"/>
              </a:rPr>
              <a:t>o</a:t>
            </a:r>
            <a:r>
              <a:rPr kumimoji="1" lang="zh-CN" altLang="en-US" sz="2400">
                <a:solidFill>
                  <a:schemeClr val="tx2"/>
                </a:solidFill>
                <a:latin typeface="Times New Roman" pitchFamily="18" charset="0"/>
              </a:rPr>
              <a:t>角？</a:t>
            </a:r>
          </a:p>
        </p:txBody>
      </p:sp>
      <p:sp>
        <p:nvSpPr>
          <p:cNvPr id="91140" name="Text Box 4"/>
          <p:cNvSpPr txBox="1">
            <a:spLocks noChangeArrowheads="1"/>
          </p:cNvSpPr>
          <p:nvPr/>
        </p:nvSpPr>
        <p:spPr bwMode="auto">
          <a:xfrm>
            <a:off x="762000" y="1303338"/>
            <a:ext cx="4953000" cy="457200"/>
          </a:xfrm>
          <a:prstGeom prst="rect">
            <a:avLst/>
          </a:prstGeom>
          <a:noFill/>
          <a:ln w="9525">
            <a:noFill/>
            <a:miter lim="800000"/>
            <a:headEnd/>
            <a:tailEnd/>
          </a:ln>
        </p:spPr>
        <p:txBody>
          <a:bodyPr>
            <a:spAutoFit/>
          </a:bodyPr>
          <a:lstStyle/>
          <a:p>
            <a:pPr>
              <a:spcBef>
                <a:spcPct val="50000"/>
              </a:spcBef>
            </a:pPr>
            <a:r>
              <a:rPr kumimoji="1" lang="en-US" altLang="zh-CN" sz="2400">
                <a:solidFill>
                  <a:schemeClr val="tx2"/>
                </a:solidFill>
                <a:latin typeface="Times New Roman" pitchFamily="18" charset="0"/>
              </a:rPr>
              <a:t>(1) </a:t>
            </a:r>
            <a:r>
              <a:rPr kumimoji="1" lang="zh-CN" altLang="en-US" sz="2400">
                <a:solidFill>
                  <a:schemeClr val="tx2"/>
                </a:solidFill>
                <a:latin typeface="Times New Roman" pitchFamily="18" charset="0"/>
              </a:rPr>
              <a:t>当</a:t>
            </a:r>
            <a:r>
              <a:rPr kumimoji="1" lang="en-US" altLang="zh-CN" sz="2400" i="1">
                <a:solidFill>
                  <a:srgbClr val="FF6600"/>
                </a:solidFill>
                <a:latin typeface="Times New Roman" pitchFamily="18" charset="0"/>
              </a:rPr>
              <a:t>t</a:t>
            </a:r>
            <a:r>
              <a:rPr kumimoji="1" lang="en-US" altLang="zh-CN" sz="2400">
                <a:solidFill>
                  <a:srgbClr val="FF6600"/>
                </a:solidFill>
                <a:latin typeface="Times New Roman" pitchFamily="18" charset="0"/>
              </a:rPr>
              <a:t> =2s</a:t>
            </a:r>
            <a:r>
              <a:rPr kumimoji="1" lang="en-US" altLang="zh-CN" sz="2400">
                <a:solidFill>
                  <a:schemeClr val="tx2"/>
                </a:solidFill>
                <a:latin typeface="Times New Roman" pitchFamily="18" charset="0"/>
              </a:rPr>
              <a:t> </a:t>
            </a:r>
            <a:r>
              <a:rPr kumimoji="1" lang="zh-CN" altLang="en-US" sz="2400">
                <a:solidFill>
                  <a:schemeClr val="tx2"/>
                </a:solidFill>
                <a:latin typeface="Times New Roman" pitchFamily="18" charset="0"/>
              </a:rPr>
              <a:t>时，质点运动的</a:t>
            </a:r>
            <a:r>
              <a:rPr kumimoji="1" lang="en-US" altLang="zh-CN" sz="2400" i="1">
                <a:solidFill>
                  <a:srgbClr val="FF6600"/>
                </a:solidFill>
                <a:latin typeface="Times New Roman" pitchFamily="18" charset="0"/>
              </a:rPr>
              <a:t>a</a:t>
            </a:r>
            <a:r>
              <a:rPr kumimoji="1" lang="en-US" altLang="zh-CN" sz="2400" i="1" baseline="-25000">
                <a:solidFill>
                  <a:srgbClr val="FF6600"/>
                </a:solidFill>
                <a:latin typeface="Times New Roman" pitchFamily="18" charset="0"/>
              </a:rPr>
              <a:t>n</a:t>
            </a:r>
            <a:r>
              <a:rPr kumimoji="1" lang="en-US" altLang="zh-CN" sz="2400" i="1">
                <a:solidFill>
                  <a:srgbClr val="FF6600"/>
                </a:solidFill>
                <a:latin typeface="Times New Roman" pitchFamily="18" charset="0"/>
              </a:rPr>
              <a:t> </a:t>
            </a:r>
            <a:r>
              <a:rPr kumimoji="1" lang="zh-CN" altLang="en-US" sz="2400">
                <a:solidFill>
                  <a:schemeClr val="tx2"/>
                </a:solidFill>
                <a:latin typeface="Times New Roman" pitchFamily="18" charset="0"/>
              </a:rPr>
              <a:t>和</a:t>
            </a:r>
            <a:r>
              <a:rPr kumimoji="1" lang="en-US" altLang="zh-CN" sz="2400" i="1">
                <a:solidFill>
                  <a:srgbClr val="FF6600"/>
                </a:solidFill>
                <a:latin typeface="Times New Roman" pitchFamily="18" charset="0"/>
              </a:rPr>
              <a:t>a</a:t>
            </a:r>
            <a:r>
              <a:rPr kumimoji="1" lang="en-US" altLang="zh-CN" sz="2400" baseline="-25000">
                <a:solidFill>
                  <a:srgbClr val="FF6600"/>
                </a:solidFill>
                <a:latin typeface="Times New Roman" pitchFamily="18" charset="0"/>
              </a:rPr>
              <a:t>τ</a:t>
            </a:r>
          </a:p>
        </p:txBody>
      </p:sp>
      <p:graphicFrame>
        <p:nvGraphicFramePr>
          <p:cNvPr id="91141" name="Object 5"/>
          <p:cNvGraphicFramePr>
            <a:graphicFrameLocks noChangeAspect="1"/>
          </p:cNvGraphicFramePr>
          <p:nvPr/>
        </p:nvGraphicFramePr>
        <p:xfrm>
          <a:off x="3203575" y="836613"/>
          <a:ext cx="2062163" cy="457200"/>
        </p:xfrm>
        <a:graphic>
          <a:graphicData uri="http://schemas.openxmlformats.org/presentationml/2006/ole">
            <p:oleObj spid="_x0000_s31746" name="公式" r:id="rId3" imgW="1028520" imgH="228600" progId="Equation.3">
              <p:embed/>
            </p:oleObj>
          </a:graphicData>
        </a:graphic>
      </p:graphicFrame>
      <p:sp>
        <p:nvSpPr>
          <p:cNvPr id="91142" name="Text Box 6"/>
          <p:cNvSpPr txBox="1">
            <a:spLocks noChangeArrowheads="1"/>
          </p:cNvSpPr>
          <p:nvPr/>
        </p:nvSpPr>
        <p:spPr bwMode="auto">
          <a:xfrm>
            <a:off x="762000" y="406400"/>
            <a:ext cx="7543800" cy="457200"/>
          </a:xfrm>
          <a:prstGeom prst="rect">
            <a:avLst/>
          </a:prstGeom>
          <a:noFill/>
          <a:ln w="9525">
            <a:noFill/>
            <a:miter lim="800000"/>
            <a:headEnd/>
            <a:tailEnd/>
          </a:ln>
        </p:spPr>
        <p:txBody>
          <a:bodyPr>
            <a:spAutoFit/>
          </a:bodyPr>
          <a:lstStyle/>
          <a:p>
            <a:pPr>
              <a:spcBef>
                <a:spcPct val="50000"/>
              </a:spcBef>
            </a:pPr>
            <a:r>
              <a:rPr kumimoji="1" lang="zh-CN" altLang="en-US" sz="2400">
                <a:solidFill>
                  <a:schemeClr val="tx2"/>
                </a:solidFill>
                <a:latin typeface="Times New Roman" pitchFamily="18" charset="0"/>
              </a:rPr>
              <a:t>一质点作半径为</a:t>
            </a:r>
            <a:r>
              <a:rPr kumimoji="1" lang="en-US" altLang="zh-CN" sz="2400">
                <a:solidFill>
                  <a:srgbClr val="FF6600"/>
                </a:solidFill>
                <a:latin typeface="Times New Roman" pitchFamily="18" charset="0"/>
              </a:rPr>
              <a:t>0.1m</a:t>
            </a:r>
            <a:r>
              <a:rPr kumimoji="1" lang="en-US" altLang="zh-CN" sz="2400">
                <a:solidFill>
                  <a:schemeClr val="tx2"/>
                </a:solidFill>
                <a:latin typeface="Times New Roman" pitchFamily="18" charset="0"/>
              </a:rPr>
              <a:t> </a:t>
            </a:r>
            <a:r>
              <a:rPr kumimoji="1" lang="zh-CN" altLang="en-US" sz="2400">
                <a:solidFill>
                  <a:schemeClr val="tx2"/>
                </a:solidFill>
                <a:latin typeface="Times New Roman" pitchFamily="18" charset="0"/>
              </a:rPr>
              <a:t>的圆周运动，已知运动学方程为</a:t>
            </a:r>
          </a:p>
        </p:txBody>
      </p:sp>
      <p:sp>
        <p:nvSpPr>
          <p:cNvPr id="91143" name="Text Box 7"/>
          <p:cNvSpPr txBox="1">
            <a:spLocks noChangeArrowheads="1"/>
          </p:cNvSpPr>
          <p:nvPr/>
        </p:nvSpPr>
        <p:spPr bwMode="auto">
          <a:xfrm>
            <a:off x="762000" y="2324100"/>
            <a:ext cx="3881438" cy="457200"/>
          </a:xfrm>
          <a:prstGeom prst="rect">
            <a:avLst/>
          </a:prstGeom>
          <a:noFill/>
          <a:ln w="9525">
            <a:noFill/>
            <a:miter lim="800000"/>
            <a:headEnd/>
            <a:tailEnd/>
          </a:ln>
        </p:spPr>
        <p:txBody>
          <a:bodyPr>
            <a:spAutoFit/>
          </a:bodyPr>
          <a:lstStyle/>
          <a:p>
            <a:pPr>
              <a:spcBef>
                <a:spcPct val="50000"/>
              </a:spcBef>
            </a:pPr>
            <a:r>
              <a:rPr kumimoji="1" lang="en-US" altLang="zh-CN" sz="2400">
                <a:solidFill>
                  <a:schemeClr val="tx2"/>
                </a:solidFill>
                <a:latin typeface="Times New Roman" pitchFamily="18" charset="0"/>
              </a:rPr>
              <a:t>(1) </a:t>
            </a:r>
            <a:r>
              <a:rPr kumimoji="1" lang="zh-CN" altLang="en-US" sz="2400">
                <a:solidFill>
                  <a:schemeClr val="tx2"/>
                </a:solidFill>
                <a:latin typeface="Times New Roman" pitchFamily="18" charset="0"/>
              </a:rPr>
              <a:t>由运动学方程可得</a:t>
            </a:r>
          </a:p>
        </p:txBody>
      </p:sp>
      <p:sp>
        <p:nvSpPr>
          <p:cNvPr id="91144" name="Rectangle 8"/>
          <p:cNvSpPr>
            <a:spLocks noChangeArrowheads="1"/>
          </p:cNvSpPr>
          <p:nvPr/>
        </p:nvSpPr>
        <p:spPr bwMode="auto">
          <a:xfrm>
            <a:off x="304800" y="1303338"/>
            <a:ext cx="492125" cy="457200"/>
          </a:xfrm>
          <a:prstGeom prst="rect">
            <a:avLst/>
          </a:prstGeom>
          <a:noFill/>
          <a:ln w="9525">
            <a:noFill/>
            <a:miter lim="800000"/>
            <a:headEnd/>
            <a:tailEnd/>
          </a:ln>
        </p:spPr>
        <p:txBody>
          <a:bodyPr wrap="none" anchor="ctr">
            <a:spAutoFit/>
          </a:bodyPr>
          <a:lstStyle/>
          <a:p>
            <a:pPr algn="ctr"/>
            <a:r>
              <a:rPr kumimoji="1" lang="zh-CN" altLang="en-US" sz="2400">
                <a:solidFill>
                  <a:srgbClr val="FF0000"/>
                </a:solidFill>
                <a:latin typeface="Times New Roman" pitchFamily="18" charset="0"/>
              </a:rPr>
              <a:t>求</a:t>
            </a:r>
          </a:p>
        </p:txBody>
      </p:sp>
      <p:graphicFrame>
        <p:nvGraphicFramePr>
          <p:cNvPr id="91145" name="Object 9"/>
          <p:cNvGraphicFramePr>
            <a:graphicFrameLocks noChangeAspect="1"/>
          </p:cNvGraphicFramePr>
          <p:nvPr/>
        </p:nvGraphicFramePr>
        <p:xfrm>
          <a:off x="6156325" y="1412875"/>
          <a:ext cx="227013" cy="301625"/>
        </p:xfrm>
        <a:graphic>
          <a:graphicData uri="http://schemas.openxmlformats.org/presentationml/2006/ole">
            <p:oleObj spid="_x0000_s31747" name="公式" r:id="rId4" imgW="228600" imgH="304560" progId="Equation.3">
              <p:embed/>
            </p:oleObj>
          </a:graphicData>
        </a:graphic>
      </p:graphicFrame>
      <p:sp>
        <p:nvSpPr>
          <p:cNvPr id="91146" name="Rectangle 10"/>
          <p:cNvSpPr>
            <a:spLocks noChangeArrowheads="1"/>
          </p:cNvSpPr>
          <p:nvPr/>
        </p:nvSpPr>
        <p:spPr bwMode="auto">
          <a:xfrm>
            <a:off x="339725" y="2324100"/>
            <a:ext cx="492125" cy="457200"/>
          </a:xfrm>
          <a:prstGeom prst="rect">
            <a:avLst/>
          </a:prstGeom>
          <a:noFill/>
          <a:ln w="9525">
            <a:noFill/>
            <a:miter lim="800000"/>
            <a:headEnd/>
            <a:tailEnd/>
          </a:ln>
        </p:spPr>
        <p:txBody>
          <a:bodyPr wrap="none" anchor="ctr">
            <a:spAutoFit/>
          </a:bodyPr>
          <a:lstStyle/>
          <a:p>
            <a:pPr algn="ctr"/>
            <a:r>
              <a:rPr kumimoji="1" lang="zh-CN" altLang="en-US" sz="2400">
                <a:solidFill>
                  <a:srgbClr val="FF0000"/>
                </a:solidFill>
                <a:latin typeface="Times New Roman" pitchFamily="18" charset="0"/>
              </a:rPr>
              <a:t>解</a:t>
            </a:r>
          </a:p>
        </p:txBody>
      </p:sp>
      <p:sp>
        <p:nvSpPr>
          <p:cNvPr id="91147" name="Rectangle 11"/>
          <p:cNvSpPr>
            <a:spLocks noChangeArrowheads="1"/>
          </p:cNvSpPr>
          <p:nvPr/>
        </p:nvSpPr>
        <p:spPr bwMode="auto">
          <a:xfrm>
            <a:off x="304800" y="406400"/>
            <a:ext cx="492125" cy="457200"/>
          </a:xfrm>
          <a:prstGeom prst="rect">
            <a:avLst/>
          </a:prstGeom>
          <a:noFill/>
          <a:ln w="9525">
            <a:noFill/>
            <a:miter lim="800000"/>
            <a:headEnd/>
            <a:tailEnd/>
          </a:ln>
        </p:spPr>
        <p:txBody>
          <a:bodyPr wrap="none">
            <a:spAutoFit/>
          </a:bodyPr>
          <a:lstStyle/>
          <a:p>
            <a:pPr algn="ctr"/>
            <a:r>
              <a:rPr kumimoji="1" lang="zh-CN" altLang="en-US" sz="2400">
                <a:solidFill>
                  <a:srgbClr val="FF0000"/>
                </a:solidFill>
                <a:latin typeface="Times New Roman" pitchFamily="18" charset="0"/>
              </a:rPr>
              <a:t>例</a:t>
            </a:r>
          </a:p>
        </p:txBody>
      </p:sp>
      <p:graphicFrame>
        <p:nvGraphicFramePr>
          <p:cNvPr id="91148" name="Object 12"/>
          <p:cNvGraphicFramePr>
            <a:graphicFrameLocks noChangeAspect="1"/>
          </p:cNvGraphicFramePr>
          <p:nvPr/>
        </p:nvGraphicFramePr>
        <p:xfrm>
          <a:off x="1763713" y="2874963"/>
          <a:ext cx="1641475" cy="698500"/>
        </p:xfrm>
        <a:graphic>
          <a:graphicData uri="http://schemas.openxmlformats.org/presentationml/2006/ole">
            <p:oleObj spid="_x0000_s31748" name="公式" r:id="rId5" imgW="1828800" imgH="774360" progId="Equation.3">
              <p:embed/>
            </p:oleObj>
          </a:graphicData>
        </a:graphic>
      </p:graphicFrame>
      <p:graphicFrame>
        <p:nvGraphicFramePr>
          <p:cNvPr id="91149" name="Object 13"/>
          <p:cNvGraphicFramePr>
            <a:graphicFrameLocks noChangeAspect="1"/>
          </p:cNvGraphicFramePr>
          <p:nvPr/>
        </p:nvGraphicFramePr>
        <p:xfrm>
          <a:off x="4932363" y="2725738"/>
          <a:ext cx="1727200" cy="795337"/>
        </p:xfrm>
        <a:graphic>
          <a:graphicData uri="http://schemas.openxmlformats.org/presentationml/2006/ole">
            <p:oleObj spid="_x0000_s31749" name="Equation" r:id="rId6" imgW="914400" imgH="419040" progId="Equation.DSMT4">
              <p:embed/>
            </p:oleObj>
          </a:graphicData>
        </a:graphic>
      </p:graphicFrame>
      <p:graphicFrame>
        <p:nvGraphicFramePr>
          <p:cNvPr id="91150" name="Object 14"/>
          <p:cNvGraphicFramePr>
            <a:graphicFrameLocks noChangeAspect="1"/>
          </p:cNvGraphicFramePr>
          <p:nvPr/>
        </p:nvGraphicFramePr>
        <p:xfrm>
          <a:off x="1476375" y="3695700"/>
          <a:ext cx="2592388" cy="454025"/>
        </p:xfrm>
        <a:graphic>
          <a:graphicData uri="http://schemas.openxmlformats.org/presentationml/2006/ole">
            <p:oleObj spid="_x0000_s31750" name="Equation" r:id="rId7" imgW="1625400" imgH="241200" progId="Equation.DSMT4">
              <p:embed/>
            </p:oleObj>
          </a:graphicData>
        </a:graphic>
      </p:graphicFrame>
      <p:graphicFrame>
        <p:nvGraphicFramePr>
          <p:cNvPr id="91151" name="Object 15"/>
          <p:cNvGraphicFramePr>
            <a:graphicFrameLocks noChangeAspect="1"/>
          </p:cNvGraphicFramePr>
          <p:nvPr/>
        </p:nvGraphicFramePr>
        <p:xfrm>
          <a:off x="4643438" y="3622675"/>
          <a:ext cx="2532062" cy="479425"/>
        </p:xfrm>
        <a:graphic>
          <a:graphicData uri="http://schemas.openxmlformats.org/presentationml/2006/ole">
            <p:oleObj spid="_x0000_s31751" name="Equation" r:id="rId8" imgW="1269720" imgH="241200" progId="Equation.DSMT4">
              <p:embed/>
            </p:oleObj>
          </a:graphicData>
        </a:graphic>
      </p:graphicFrame>
      <p:graphicFrame>
        <p:nvGraphicFramePr>
          <p:cNvPr id="91152" name="Object 16"/>
          <p:cNvGraphicFramePr>
            <a:graphicFrameLocks noChangeAspect="1"/>
          </p:cNvGraphicFramePr>
          <p:nvPr/>
        </p:nvGraphicFramePr>
        <p:xfrm>
          <a:off x="2987675" y="4292600"/>
          <a:ext cx="3400425" cy="457200"/>
        </p:xfrm>
        <a:graphic>
          <a:graphicData uri="http://schemas.openxmlformats.org/presentationml/2006/ole">
            <p:oleObj spid="_x0000_s31752" name="公式" r:id="rId9" imgW="3771720" imgH="507960" progId="Equation.3">
              <p:embed/>
            </p:oleObj>
          </a:graphicData>
        </a:graphic>
      </p:graphicFrame>
      <p:sp>
        <p:nvSpPr>
          <p:cNvPr id="91153" name="Text Box 17"/>
          <p:cNvSpPr txBox="1">
            <a:spLocks noChangeArrowheads="1"/>
          </p:cNvSpPr>
          <p:nvPr/>
        </p:nvSpPr>
        <p:spPr bwMode="auto">
          <a:xfrm>
            <a:off x="762000" y="4916488"/>
            <a:ext cx="6858000" cy="457200"/>
          </a:xfrm>
          <a:prstGeom prst="rect">
            <a:avLst/>
          </a:prstGeom>
          <a:noFill/>
          <a:ln w="9525">
            <a:noFill/>
            <a:miter lim="800000"/>
            <a:headEnd/>
            <a:tailEnd/>
          </a:ln>
        </p:spPr>
        <p:txBody>
          <a:bodyPr>
            <a:spAutoFit/>
          </a:bodyPr>
          <a:lstStyle/>
          <a:p>
            <a:pPr>
              <a:spcBef>
                <a:spcPct val="50000"/>
              </a:spcBef>
            </a:pPr>
            <a:r>
              <a:rPr kumimoji="1" lang="en-US" altLang="zh-CN" sz="2400">
                <a:solidFill>
                  <a:schemeClr val="tx2"/>
                </a:solidFill>
                <a:latin typeface="Times New Roman" pitchFamily="18" charset="0"/>
              </a:rPr>
              <a:t>(2) </a:t>
            </a:r>
            <a:r>
              <a:rPr kumimoji="1" lang="zh-CN" altLang="en-US" sz="2400">
                <a:solidFill>
                  <a:schemeClr val="tx2"/>
                </a:solidFill>
                <a:latin typeface="Times New Roman" pitchFamily="18" charset="0"/>
              </a:rPr>
              <a:t>设 </a:t>
            </a:r>
            <a:r>
              <a:rPr kumimoji="1" lang="en-US" altLang="zh-CN" sz="2400" i="1">
                <a:solidFill>
                  <a:srgbClr val="FF6600"/>
                </a:solidFill>
                <a:latin typeface="Times New Roman" pitchFamily="18" charset="0"/>
              </a:rPr>
              <a:t>t</a:t>
            </a:r>
            <a:r>
              <a:rPr kumimoji="1" lang="en-US" altLang="zh-CN" sz="2400" i="1">
                <a:solidFill>
                  <a:srgbClr val="FF6600"/>
                </a:solidFill>
                <a:latin typeface="Times New Roman" pitchFamily="18" charset="0"/>
                <a:cs typeface="Times New Roman" pitchFamily="18" charset="0"/>
              </a:rPr>
              <a:t>´</a:t>
            </a:r>
            <a:r>
              <a:rPr kumimoji="1" lang="en-US" altLang="zh-CN" sz="2400" baseline="30000">
                <a:solidFill>
                  <a:schemeClr val="tx2"/>
                </a:solidFill>
                <a:latin typeface="Times New Roman" pitchFamily="18" charset="0"/>
              </a:rPr>
              <a:t> </a:t>
            </a:r>
            <a:r>
              <a:rPr kumimoji="1" lang="zh-CN" altLang="en-US" sz="2400">
                <a:solidFill>
                  <a:schemeClr val="tx2"/>
                </a:solidFill>
                <a:latin typeface="Times New Roman" pitchFamily="18" charset="0"/>
              </a:rPr>
              <a:t>时刻，质点的加速度与半径成</a:t>
            </a:r>
            <a:r>
              <a:rPr kumimoji="1" lang="en-US" altLang="zh-CN" sz="2400">
                <a:solidFill>
                  <a:srgbClr val="FF6600"/>
                </a:solidFill>
                <a:latin typeface="Times New Roman" pitchFamily="18" charset="0"/>
              </a:rPr>
              <a:t>45</a:t>
            </a:r>
            <a:r>
              <a:rPr kumimoji="1" lang="en-US" altLang="zh-CN" sz="2400" baseline="58000">
                <a:solidFill>
                  <a:srgbClr val="FF6600"/>
                </a:solidFill>
                <a:latin typeface="Times New Roman" pitchFamily="18" charset="0"/>
              </a:rPr>
              <a:t>o</a:t>
            </a:r>
            <a:r>
              <a:rPr kumimoji="1" lang="zh-CN" altLang="en-US" sz="2400">
                <a:solidFill>
                  <a:schemeClr val="tx2"/>
                </a:solidFill>
                <a:latin typeface="Times New Roman" pitchFamily="18" charset="0"/>
              </a:rPr>
              <a:t>角，则</a:t>
            </a:r>
          </a:p>
        </p:txBody>
      </p:sp>
      <p:graphicFrame>
        <p:nvGraphicFramePr>
          <p:cNvPr id="91154" name="Object 18"/>
          <p:cNvGraphicFramePr>
            <a:graphicFrameLocks/>
          </p:cNvGraphicFramePr>
          <p:nvPr/>
        </p:nvGraphicFramePr>
        <p:xfrm>
          <a:off x="1258888" y="5516563"/>
          <a:ext cx="1511300" cy="393700"/>
        </p:xfrm>
        <a:graphic>
          <a:graphicData uri="http://schemas.openxmlformats.org/presentationml/2006/ole">
            <p:oleObj spid="_x0000_s31753" name="公式" r:id="rId10" imgW="1511280" imgH="393480" progId="Equation.3">
              <p:embed/>
            </p:oleObj>
          </a:graphicData>
        </a:graphic>
      </p:graphicFrame>
      <p:sp>
        <p:nvSpPr>
          <p:cNvPr id="91155" name="AutoShape 19"/>
          <p:cNvSpPr>
            <a:spLocks noChangeArrowheads="1"/>
          </p:cNvSpPr>
          <p:nvPr/>
        </p:nvSpPr>
        <p:spPr bwMode="auto">
          <a:xfrm flipH="1">
            <a:off x="2916238" y="5661025"/>
            <a:ext cx="431800" cy="188913"/>
          </a:xfrm>
          <a:prstGeom prst="leftArrow">
            <a:avLst>
              <a:gd name="adj1" fmla="val 50370"/>
              <a:gd name="adj2" fmla="val 107418"/>
            </a:avLst>
          </a:prstGeom>
          <a:solidFill>
            <a:srgbClr val="00CCFF">
              <a:alpha val="50195"/>
            </a:srgbClr>
          </a:solidFill>
          <a:ln w="9525">
            <a:solidFill>
              <a:srgbClr val="00FFFF">
                <a:alpha val="70195"/>
              </a:srgbClr>
            </a:solidFill>
            <a:miter lim="800000"/>
            <a:headEnd/>
            <a:tailEnd/>
          </a:ln>
        </p:spPr>
        <p:txBody>
          <a:bodyPr wrap="none" anchor="ctr"/>
          <a:lstStyle/>
          <a:p>
            <a:endParaRPr lang="zh-CN" altLang="en-US" sz="2400">
              <a:latin typeface="Times New Roman" pitchFamily="18" charset="0"/>
            </a:endParaRPr>
          </a:p>
        </p:txBody>
      </p:sp>
      <p:graphicFrame>
        <p:nvGraphicFramePr>
          <p:cNvPr id="91156" name="Object 20"/>
          <p:cNvGraphicFramePr>
            <a:graphicFrameLocks/>
          </p:cNvGraphicFramePr>
          <p:nvPr/>
        </p:nvGraphicFramePr>
        <p:xfrm>
          <a:off x="3492500" y="5535613"/>
          <a:ext cx="1466850" cy="457200"/>
        </p:xfrm>
        <a:graphic>
          <a:graphicData uri="http://schemas.openxmlformats.org/presentationml/2006/ole">
            <p:oleObj spid="_x0000_s31754" name="Equation" r:id="rId11" imgW="685800" imgH="228600" progId="Equation.DSMT4">
              <p:embed/>
            </p:oleObj>
          </a:graphicData>
        </a:graphic>
      </p:graphicFrame>
      <p:sp>
        <p:nvSpPr>
          <p:cNvPr id="91157" name="AutoShape 21"/>
          <p:cNvSpPr>
            <a:spLocks noChangeArrowheads="1"/>
          </p:cNvSpPr>
          <p:nvPr/>
        </p:nvSpPr>
        <p:spPr bwMode="auto">
          <a:xfrm flipH="1">
            <a:off x="5076825" y="5634038"/>
            <a:ext cx="431800" cy="215900"/>
          </a:xfrm>
          <a:prstGeom prst="leftArrow">
            <a:avLst>
              <a:gd name="adj1" fmla="val 50370"/>
              <a:gd name="adj2" fmla="val 93991"/>
            </a:avLst>
          </a:prstGeom>
          <a:solidFill>
            <a:srgbClr val="00CCFF">
              <a:alpha val="50195"/>
            </a:srgbClr>
          </a:solidFill>
          <a:ln w="9525">
            <a:solidFill>
              <a:srgbClr val="00FFFF">
                <a:alpha val="70195"/>
              </a:srgbClr>
            </a:solidFill>
            <a:miter lim="800000"/>
            <a:headEnd/>
            <a:tailEnd/>
          </a:ln>
        </p:spPr>
        <p:txBody>
          <a:bodyPr wrap="none" anchor="ctr"/>
          <a:lstStyle/>
          <a:p>
            <a:endParaRPr lang="zh-CN" altLang="en-US" sz="2400">
              <a:latin typeface="Times New Roman" pitchFamily="18" charset="0"/>
            </a:endParaRPr>
          </a:p>
        </p:txBody>
      </p:sp>
      <p:graphicFrame>
        <p:nvGraphicFramePr>
          <p:cNvPr id="91158" name="Object 22"/>
          <p:cNvGraphicFramePr>
            <a:graphicFrameLocks noChangeAspect="1"/>
          </p:cNvGraphicFramePr>
          <p:nvPr/>
        </p:nvGraphicFramePr>
        <p:xfrm>
          <a:off x="5580063" y="5543550"/>
          <a:ext cx="1655762" cy="377825"/>
        </p:xfrm>
        <a:graphic>
          <a:graphicData uri="http://schemas.openxmlformats.org/presentationml/2006/ole">
            <p:oleObj spid="_x0000_s31755" name="公式" r:id="rId12" imgW="1841400" imgH="419040" progId="Equation.3">
              <p:embed/>
            </p:oleObj>
          </a:graphicData>
        </a:graphic>
      </p:graphicFrame>
      <p:graphicFrame>
        <p:nvGraphicFramePr>
          <p:cNvPr id="91159" name="Object 23"/>
          <p:cNvGraphicFramePr>
            <a:graphicFrameLocks noChangeAspect="1"/>
          </p:cNvGraphicFramePr>
          <p:nvPr/>
        </p:nvGraphicFramePr>
        <p:xfrm>
          <a:off x="1619250" y="6049963"/>
          <a:ext cx="1482725" cy="320675"/>
        </p:xfrm>
        <a:graphic>
          <a:graphicData uri="http://schemas.openxmlformats.org/presentationml/2006/ole">
            <p:oleObj spid="_x0000_s31756" name="公式" r:id="rId13" imgW="1650960" imgH="355320" progId="Equation.3">
              <p:embed/>
            </p:oleObj>
          </a:graphicData>
        </a:graphic>
      </p:graphicFrame>
      <p:sp>
        <p:nvSpPr>
          <p:cNvPr id="91160" name="AutoShape 24"/>
          <p:cNvSpPr>
            <a:spLocks noChangeArrowheads="1"/>
          </p:cNvSpPr>
          <p:nvPr/>
        </p:nvSpPr>
        <p:spPr bwMode="auto">
          <a:xfrm flipH="1">
            <a:off x="3203575" y="6154738"/>
            <a:ext cx="431800" cy="198437"/>
          </a:xfrm>
          <a:prstGeom prst="leftArrow">
            <a:avLst>
              <a:gd name="adj1" fmla="val 50370"/>
              <a:gd name="adj2" fmla="val 102262"/>
            </a:avLst>
          </a:prstGeom>
          <a:solidFill>
            <a:srgbClr val="00CCFF">
              <a:alpha val="50195"/>
            </a:srgbClr>
          </a:solidFill>
          <a:ln w="9525">
            <a:solidFill>
              <a:srgbClr val="00FFFF">
                <a:alpha val="70195"/>
              </a:srgbClr>
            </a:solidFill>
            <a:miter lim="800000"/>
            <a:headEnd/>
            <a:tailEnd/>
          </a:ln>
        </p:spPr>
        <p:txBody>
          <a:bodyPr wrap="none" anchor="ctr"/>
          <a:lstStyle/>
          <a:p>
            <a:endParaRPr lang="zh-CN" altLang="en-US"/>
          </a:p>
        </p:txBody>
      </p:sp>
      <p:graphicFrame>
        <p:nvGraphicFramePr>
          <p:cNvPr id="91161" name="Object 25"/>
          <p:cNvGraphicFramePr>
            <a:graphicFrameLocks noChangeAspect="1"/>
          </p:cNvGraphicFramePr>
          <p:nvPr/>
        </p:nvGraphicFramePr>
        <p:xfrm>
          <a:off x="3708400" y="6092825"/>
          <a:ext cx="1331913" cy="331788"/>
        </p:xfrm>
        <a:graphic>
          <a:graphicData uri="http://schemas.openxmlformats.org/presentationml/2006/ole">
            <p:oleObj spid="_x0000_s31757" name="公式" r:id="rId14" imgW="1485720" imgH="368280" progId="Equation.3">
              <p:embed/>
            </p:oleObj>
          </a:graphicData>
        </a:graphic>
      </p:graphicFrame>
      <p:sp>
        <p:nvSpPr>
          <p:cNvPr id="91162" name="AutoShape 26"/>
          <p:cNvSpPr>
            <a:spLocks noChangeArrowheads="1"/>
          </p:cNvSpPr>
          <p:nvPr/>
        </p:nvSpPr>
        <p:spPr bwMode="auto">
          <a:xfrm flipH="1">
            <a:off x="5219700" y="6154738"/>
            <a:ext cx="431800" cy="198437"/>
          </a:xfrm>
          <a:prstGeom prst="leftArrow">
            <a:avLst>
              <a:gd name="adj1" fmla="val 50370"/>
              <a:gd name="adj2" fmla="val 102262"/>
            </a:avLst>
          </a:prstGeom>
          <a:solidFill>
            <a:srgbClr val="00CCFF">
              <a:alpha val="50195"/>
            </a:srgbClr>
          </a:solidFill>
          <a:ln w="9525">
            <a:solidFill>
              <a:srgbClr val="00FFFF">
                <a:alpha val="70195"/>
              </a:srgbClr>
            </a:solidFill>
            <a:miter lim="800000"/>
            <a:headEnd/>
            <a:tailEnd/>
          </a:ln>
        </p:spPr>
        <p:txBody>
          <a:bodyPr wrap="none" anchor="ctr"/>
          <a:lstStyle/>
          <a:p>
            <a:endParaRPr lang="zh-CN" altLang="en-US"/>
          </a:p>
        </p:txBody>
      </p:sp>
      <p:graphicFrame>
        <p:nvGraphicFramePr>
          <p:cNvPr id="91163" name="Object 27"/>
          <p:cNvGraphicFramePr>
            <a:graphicFrameLocks noChangeAspect="1"/>
          </p:cNvGraphicFramePr>
          <p:nvPr/>
        </p:nvGraphicFramePr>
        <p:xfrm>
          <a:off x="5640388" y="6046788"/>
          <a:ext cx="2692400" cy="377825"/>
        </p:xfrm>
        <a:graphic>
          <a:graphicData uri="http://schemas.openxmlformats.org/presentationml/2006/ole">
            <p:oleObj spid="_x0000_s31758" name="公式" r:id="rId15" imgW="2984400" imgH="41904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91147"/>
                                        </p:tgtEl>
                                        <p:attrNameLst>
                                          <p:attrName>style.visibility</p:attrName>
                                        </p:attrNameLst>
                                      </p:cBhvr>
                                      <p:to>
                                        <p:strVal val="visible"/>
                                      </p:to>
                                    </p:set>
                                    <p:animEffect transition="in" filter="wipe(left)">
                                      <p:cBhvr>
                                        <p:cTn id="7" dur="300"/>
                                        <p:tgtEl>
                                          <p:spTgt spid="911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1142"/>
                                        </p:tgtEl>
                                        <p:attrNameLst>
                                          <p:attrName>style.visibility</p:attrName>
                                        </p:attrNameLst>
                                      </p:cBhvr>
                                      <p:to>
                                        <p:strVal val="visible"/>
                                      </p:to>
                                    </p:set>
                                    <p:animEffect transition="in" filter="wipe(left)">
                                      <p:cBhvr>
                                        <p:cTn id="12" dur="500"/>
                                        <p:tgtEl>
                                          <p:spTgt spid="91142"/>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91141"/>
                                        </p:tgtEl>
                                        <p:attrNameLst>
                                          <p:attrName>style.visibility</p:attrName>
                                        </p:attrNameLst>
                                      </p:cBhvr>
                                      <p:to>
                                        <p:strVal val="visible"/>
                                      </p:to>
                                    </p:set>
                                    <p:animEffect transition="in" filter="wipe(left)">
                                      <p:cBhvr>
                                        <p:cTn id="16" dur="500"/>
                                        <p:tgtEl>
                                          <p:spTgt spid="9114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1144"/>
                                        </p:tgtEl>
                                        <p:attrNameLst>
                                          <p:attrName>style.visibility</p:attrName>
                                        </p:attrNameLst>
                                      </p:cBhvr>
                                      <p:to>
                                        <p:strVal val="visible"/>
                                      </p:to>
                                    </p:set>
                                    <p:animEffect transition="in" filter="wipe(left)">
                                      <p:cBhvr>
                                        <p:cTn id="21" dur="500"/>
                                        <p:tgtEl>
                                          <p:spTgt spid="9114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91140"/>
                                        </p:tgtEl>
                                        <p:attrNameLst>
                                          <p:attrName>style.visibility</p:attrName>
                                        </p:attrNameLst>
                                      </p:cBhvr>
                                      <p:to>
                                        <p:strVal val="visible"/>
                                      </p:to>
                                    </p:set>
                                    <p:animEffect transition="in" filter="wipe(left)">
                                      <p:cBhvr>
                                        <p:cTn id="26" dur="500"/>
                                        <p:tgtEl>
                                          <p:spTgt spid="91140"/>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91145"/>
                                        </p:tgtEl>
                                        <p:attrNameLst>
                                          <p:attrName>style.visibility</p:attrName>
                                        </p:attrNameLst>
                                      </p:cBhvr>
                                      <p:to>
                                        <p:strVal val="visible"/>
                                      </p:to>
                                    </p:set>
                                    <p:animEffect transition="in" filter="wipe(left)">
                                      <p:cBhvr>
                                        <p:cTn id="30" dur="500"/>
                                        <p:tgtEl>
                                          <p:spTgt spid="91145"/>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91138">
                                            <p:txEl>
                                              <p:pRg st="0" end="0"/>
                                            </p:txEl>
                                          </p:spTgt>
                                        </p:tgtEl>
                                        <p:attrNameLst>
                                          <p:attrName>style.visibility</p:attrName>
                                        </p:attrNameLst>
                                      </p:cBhvr>
                                      <p:to>
                                        <p:strVal val="visible"/>
                                      </p:to>
                                    </p:set>
                                    <p:animEffect transition="in" filter="wipe(left)">
                                      <p:cBhvr>
                                        <p:cTn id="33" dur="500"/>
                                        <p:tgtEl>
                                          <p:spTgt spid="91138">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91139"/>
                                        </p:tgtEl>
                                        <p:attrNameLst>
                                          <p:attrName>style.visibility</p:attrName>
                                        </p:attrNameLst>
                                      </p:cBhvr>
                                      <p:to>
                                        <p:strVal val="visible"/>
                                      </p:to>
                                    </p:set>
                                    <p:animEffect transition="in" filter="wipe(left)">
                                      <p:cBhvr>
                                        <p:cTn id="38" dur="500"/>
                                        <p:tgtEl>
                                          <p:spTgt spid="91139"/>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9114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1143"/>
                                        </p:tgtEl>
                                        <p:attrNameLst>
                                          <p:attrName>style.visibility</p:attrName>
                                        </p:attrNameLst>
                                      </p:cBhvr>
                                      <p:to>
                                        <p:strVal val="visible"/>
                                      </p:to>
                                    </p:set>
                                    <p:animEffect transition="in" filter="wipe(left)">
                                      <p:cBhvr>
                                        <p:cTn id="47" dur="500"/>
                                        <p:tgtEl>
                                          <p:spTgt spid="9114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91148"/>
                                        </p:tgtEl>
                                        <p:attrNameLst>
                                          <p:attrName>style.visibility</p:attrName>
                                        </p:attrNameLst>
                                      </p:cBhvr>
                                      <p:to>
                                        <p:strVal val="visible"/>
                                      </p:to>
                                    </p:set>
                                    <p:animEffect transition="in" filter="wipe(left)">
                                      <p:cBhvr>
                                        <p:cTn id="52" dur="500"/>
                                        <p:tgtEl>
                                          <p:spTgt spid="9114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91149"/>
                                        </p:tgtEl>
                                        <p:attrNameLst>
                                          <p:attrName>style.visibility</p:attrName>
                                        </p:attrNameLst>
                                      </p:cBhvr>
                                      <p:to>
                                        <p:strVal val="visible"/>
                                      </p:to>
                                    </p:set>
                                    <p:animEffect transition="in" filter="wipe(left)">
                                      <p:cBhvr>
                                        <p:cTn id="57" dur="500"/>
                                        <p:tgtEl>
                                          <p:spTgt spid="9114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91150"/>
                                        </p:tgtEl>
                                        <p:attrNameLst>
                                          <p:attrName>style.visibility</p:attrName>
                                        </p:attrNameLst>
                                      </p:cBhvr>
                                      <p:to>
                                        <p:strVal val="visible"/>
                                      </p:to>
                                    </p:set>
                                    <p:animEffect transition="in" filter="wipe(left)">
                                      <p:cBhvr>
                                        <p:cTn id="62" dur="500"/>
                                        <p:tgtEl>
                                          <p:spTgt spid="9115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91151"/>
                                        </p:tgtEl>
                                        <p:attrNameLst>
                                          <p:attrName>style.visibility</p:attrName>
                                        </p:attrNameLst>
                                      </p:cBhvr>
                                      <p:to>
                                        <p:strVal val="visible"/>
                                      </p:to>
                                    </p:set>
                                    <p:animEffect transition="in" filter="wipe(left)">
                                      <p:cBhvr>
                                        <p:cTn id="67" dur="500"/>
                                        <p:tgtEl>
                                          <p:spTgt spid="9115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91152"/>
                                        </p:tgtEl>
                                        <p:attrNameLst>
                                          <p:attrName>style.visibility</p:attrName>
                                        </p:attrNameLst>
                                      </p:cBhvr>
                                      <p:to>
                                        <p:strVal val="visible"/>
                                      </p:to>
                                    </p:set>
                                    <p:animEffect transition="in" filter="wipe(left)">
                                      <p:cBhvr>
                                        <p:cTn id="72" dur="500"/>
                                        <p:tgtEl>
                                          <p:spTgt spid="91152"/>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91153"/>
                                        </p:tgtEl>
                                        <p:attrNameLst>
                                          <p:attrName>style.visibility</p:attrName>
                                        </p:attrNameLst>
                                      </p:cBhvr>
                                      <p:to>
                                        <p:strVal val="visible"/>
                                      </p:to>
                                    </p:set>
                                    <p:animEffect transition="in" filter="wipe(left)">
                                      <p:cBhvr>
                                        <p:cTn id="77" dur="500"/>
                                        <p:tgtEl>
                                          <p:spTgt spid="91153"/>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91154"/>
                                        </p:tgtEl>
                                        <p:attrNameLst>
                                          <p:attrName>style.visibility</p:attrName>
                                        </p:attrNameLst>
                                      </p:cBhvr>
                                      <p:to>
                                        <p:strVal val="visible"/>
                                      </p:to>
                                    </p:set>
                                    <p:animEffect transition="in" filter="wipe(left)">
                                      <p:cBhvr>
                                        <p:cTn id="82" dur="500"/>
                                        <p:tgtEl>
                                          <p:spTgt spid="91154"/>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91155"/>
                                        </p:tgtEl>
                                        <p:attrNameLst>
                                          <p:attrName>style.visibility</p:attrName>
                                        </p:attrNameLst>
                                      </p:cBhvr>
                                      <p:to>
                                        <p:strVal val="visible"/>
                                      </p:to>
                                    </p:set>
                                    <p:animEffect transition="in" filter="wipe(left)">
                                      <p:cBhvr>
                                        <p:cTn id="87" dur="500"/>
                                        <p:tgtEl>
                                          <p:spTgt spid="91155"/>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91156"/>
                                        </p:tgtEl>
                                        <p:attrNameLst>
                                          <p:attrName>style.visibility</p:attrName>
                                        </p:attrNameLst>
                                      </p:cBhvr>
                                      <p:to>
                                        <p:strVal val="visible"/>
                                      </p:to>
                                    </p:set>
                                    <p:animEffect transition="in" filter="wipe(left)">
                                      <p:cBhvr>
                                        <p:cTn id="92" dur="500"/>
                                        <p:tgtEl>
                                          <p:spTgt spid="91156"/>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91157"/>
                                        </p:tgtEl>
                                        <p:attrNameLst>
                                          <p:attrName>style.visibility</p:attrName>
                                        </p:attrNameLst>
                                      </p:cBhvr>
                                      <p:to>
                                        <p:strVal val="visible"/>
                                      </p:to>
                                    </p:set>
                                    <p:animEffect transition="in" filter="wipe(left)">
                                      <p:cBhvr>
                                        <p:cTn id="97" dur="500"/>
                                        <p:tgtEl>
                                          <p:spTgt spid="91157"/>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91158"/>
                                        </p:tgtEl>
                                        <p:attrNameLst>
                                          <p:attrName>style.visibility</p:attrName>
                                        </p:attrNameLst>
                                      </p:cBhvr>
                                      <p:to>
                                        <p:strVal val="visible"/>
                                      </p:to>
                                    </p:set>
                                    <p:animEffect transition="in" filter="wipe(left)">
                                      <p:cBhvr>
                                        <p:cTn id="102" dur="500"/>
                                        <p:tgtEl>
                                          <p:spTgt spid="91158"/>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91159"/>
                                        </p:tgtEl>
                                        <p:attrNameLst>
                                          <p:attrName>style.visibility</p:attrName>
                                        </p:attrNameLst>
                                      </p:cBhvr>
                                      <p:to>
                                        <p:strVal val="visible"/>
                                      </p:to>
                                    </p:set>
                                    <p:animEffect transition="in" filter="wipe(left)">
                                      <p:cBhvr>
                                        <p:cTn id="107" dur="500"/>
                                        <p:tgtEl>
                                          <p:spTgt spid="91159"/>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91160"/>
                                        </p:tgtEl>
                                        <p:attrNameLst>
                                          <p:attrName>style.visibility</p:attrName>
                                        </p:attrNameLst>
                                      </p:cBhvr>
                                      <p:to>
                                        <p:strVal val="visible"/>
                                      </p:to>
                                    </p:set>
                                    <p:animEffect transition="in" filter="wipe(left)">
                                      <p:cBhvr>
                                        <p:cTn id="112" dur="500"/>
                                        <p:tgtEl>
                                          <p:spTgt spid="91160"/>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nodeType="clickEffect">
                                  <p:stCondLst>
                                    <p:cond delay="0"/>
                                  </p:stCondLst>
                                  <p:childTnLst>
                                    <p:set>
                                      <p:cBhvr>
                                        <p:cTn id="116" dur="1" fill="hold">
                                          <p:stCondLst>
                                            <p:cond delay="0"/>
                                          </p:stCondLst>
                                        </p:cTn>
                                        <p:tgtEl>
                                          <p:spTgt spid="91161"/>
                                        </p:tgtEl>
                                        <p:attrNameLst>
                                          <p:attrName>style.visibility</p:attrName>
                                        </p:attrNameLst>
                                      </p:cBhvr>
                                      <p:to>
                                        <p:strVal val="visible"/>
                                      </p:to>
                                    </p:set>
                                    <p:animEffect transition="in" filter="wipe(left)">
                                      <p:cBhvr>
                                        <p:cTn id="117" dur="500"/>
                                        <p:tgtEl>
                                          <p:spTgt spid="91161"/>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91162"/>
                                        </p:tgtEl>
                                        <p:attrNameLst>
                                          <p:attrName>style.visibility</p:attrName>
                                        </p:attrNameLst>
                                      </p:cBhvr>
                                      <p:to>
                                        <p:strVal val="visible"/>
                                      </p:to>
                                    </p:set>
                                    <p:animEffect transition="in" filter="wipe(left)">
                                      <p:cBhvr>
                                        <p:cTn id="122" dur="500"/>
                                        <p:tgtEl>
                                          <p:spTgt spid="91162"/>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nodeType="clickEffect">
                                  <p:stCondLst>
                                    <p:cond delay="0"/>
                                  </p:stCondLst>
                                  <p:childTnLst>
                                    <p:set>
                                      <p:cBhvr>
                                        <p:cTn id="126" dur="1" fill="hold">
                                          <p:stCondLst>
                                            <p:cond delay="0"/>
                                          </p:stCondLst>
                                        </p:cTn>
                                        <p:tgtEl>
                                          <p:spTgt spid="91163"/>
                                        </p:tgtEl>
                                        <p:attrNameLst>
                                          <p:attrName>style.visibility</p:attrName>
                                        </p:attrNameLst>
                                      </p:cBhvr>
                                      <p:to>
                                        <p:strVal val="visible"/>
                                      </p:to>
                                    </p:set>
                                    <p:animEffect transition="in" filter="wipe(left)">
                                      <p:cBhvr>
                                        <p:cTn id="127" dur="500"/>
                                        <p:tgtEl>
                                          <p:spTgt spid="91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8" grpId="0" build="p" autoUpdateAnimBg="0"/>
      <p:bldP spid="91139" grpId="0" autoUpdateAnimBg="0"/>
      <p:bldP spid="91140" grpId="0" autoUpdateAnimBg="0"/>
      <p:bldP spid="91142" grpId="0" autoUpdateAnimBg="0"/>
      <p:bldP spid="91143" grpId="0" autoUpdateAnimBg="0"/>
      <p:bldP spid="91144" grpId="0" autoUpdateAnimBg="0"/>
      <p:bldP spid="91146" grpId="0" autoUpdateAnimBg="0"/>
      <p:bldP spid="91147" grpId="0" autoUpdateAnimBg="0"/>
      <p:bldP spid="91153" grpId="0" autoUpdateAnimBg="0"/>
      <p:bldP spid="91155" grpId="0" animBg="1"/>
      <p:bldP spid="91157" grpId="0" animBg="1"/>
      <p:bldP spid="91160" grpId="0" animBg="1"/>
      <p:bldP spid="9116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16"/>
          <p:cNvSpPr txBox="1">
            <a:spLocks noChangeArrowheads="1"/>
          </p:cNvSpPr>
          <p:nvPr/>
        </p:nvSpPr>
        <p:spPr bwMode="auto">
          <a:xfrm>
            <a:off x="179388" y="450850"/>
            <a:ext cx="4679950" cy="457200"/>
          </a:xfrm>
          <a:prstGeom prst="rect">
            <a:avLst/>
          </a:prstGeom>
          <a:noFill/>
          <a:ln w="9525" algn="ctr">
            <a:noFill/>
            <a:miter lim="800000"/>
            <a:headEnd type="none" w="sm" len="sm"/>
            <a:tailEnd type="none" w="sm" len="sm"/>
          </a:ln>
        </p:spPr>
        <p:txBody>
          <a:bodyPr>
            <a:spAutoFit/>
          </a:bodyPr>
          <a:lstStyle/>
          <a:p>
            <a:pPr>
              <a:spcBef>
                <a:spcPct val="50000"/>
              </a:spcBef>
            </a:pPr>
            <a:r>
              <a:rPr kumimoji="1" lang="en-US" altLang="zh-CN" sz="2400">
                <a:solidFill>
                  <a:srgbClr val="0000FF"/>
                </a:solidFill>
                <a:latin typeface="Times New Roman" pitchFamily="18" charset="0"/>
              </a:rPr>
              <a:t>1.5.2  </a:t>
            </a:r>
            <a:r>
              <a:rPr kumimoji="1" lang="zh-CN" altLang="en-US" sz="2400">
                <a:solidFill>
                  <a:srgbClr val="0000FF"/>
                </a:solidFill>
                <a:latin typeface="Times New Roman" pitchFamily="18" charset="0"/>
              </a:rPr>
              <a:t>刚体定轴转动描述</a:t>
            </a:r>
            <a:endParaRPr kumimoji="1" lang="en-US" altLang="zh-CN" sz="2400">
              <a:solidFill>
                <a:srgbClr val="0000FF"/>
              </a:solidFill>
              <a:latin typeface="Times New Roman" pitchFamily="18" charset="0"/>
            </a:endParaRPr>
          </a:p>
        </p:txBody>
      </p:sp>
      <p:sp>
        <p:nvSpPr>
          <p:cNvPr id="92226" name="Rectangle 66"/>
          <p:cNvSpPr>
            <a:spLocks noChangeArrowheads="1"/>
          </p:cNvSpPr>
          <p:nvPr/>
        </p:nvSpPr>
        <p:spPr bwMode="auto">
          <a:xfrm>
            <a:off x="206375" y="1055688"/>
            <a:ext cx="1260475" cy="479425"/>
          </a:xfrm>
          <a:prstGeom prst="rect">
            <a:avLst/>
          </a:prstGeom>
          <a:noFill/>
          <a:ln w="9525">
            <a:noFill/>
            <a:miter lim="800000"/>
            <a:headEnd/>
            <a:tailEnd/>
          </a:ln>
        </p:spPr>
        <p:txBody>
          <a:bodyPr>
            <a:spAutoFit/>
          </a:bodyPr>
          <a:lstStyle/>
          <a:p>
            <a:pPr eaLnBrk="0" hangingPunct="0">
              <a:lnSpc>
                <a:spcPct val="115000"/>
              </a:lnSpc>
            </a:pPr>
            <a:r>
              <a:rPr lang="zh-CN" altLang="en-US" sz="2400">
                <a:solidFill>
                  <a:srgbClr val="FF6600"/>
                </a:solidFill>
                <a:latin typeface="Times New Roman" pitchFamily="18" charset="0"/>
              </a:rPr>
              <a:t>刚体</a:t>
            </a:r>
          </a:p>
        </p:txBody>
      </p:sp>
      <p:sp>
        <p:nvSpPr>
          <p:cNvPr id="92227" name="Rectangle 67"/>
          <p:cNvSpPr>
            <a:spLocks noChangeArrowheads="1"/>
          </p:cNvSpPr>
          <p:nvPr/>
        </p:nvSpPr>
        <p:spPr bwMode="auto">
          <a:xfrm>
            <a:off x="971550" y="1055688"/>
            <a:ext cx="7561263" cy="933450"/>
          </a:xfrm>
          <a:prstGeom prst="rect">
            <a:avLst/>
          </a:prstGeom>
          <a:noFill/>
          <a:ln w="9525">
            <a:noFill/>
            <a:miter lim="800000"/>
            <a:headEnd/>
            <a:tailEnd/>
          </a:ln>
        </p:spPr>
        <p:txBody>
          <a:bodyPr>
            <a:spAutoFit/>
          </a:bodyPr>
          <a:lstStyle/>
          <a:p>
            <a:pPr eaLnBrk="0" hangingPunct="0">
              <a:lnSpc>
                <a:spcPct val="115000"/>
              </a:lnSpc>
            </a:pPr>
            <a:r>
              <a:rPr lang="zh-CN" altLang="en-US" sz="2400">
                <a:latin typeface="Times New Roman" pitchFamily="18" charset="0"/>
              </a:rPr>
              <a:t>实际物体的抽象化力学模型。在研究过程中刚体中的任何两点间距离保持不变。</a:t>
            </a:r>
          </a:p>
        </p:txBody>
      </p:sp>
      <p:sp>
        <p:nvSpPr>
          <p:cNvPr id="92228" name="Rectangle 68"/>
          <p:cNvSpPr>
            <a:spLocks noChangeArrowheads="1"/>
          </p:cNvSpPr>
          <p:nvPr/>
        </p:nvSpPr>
        <p:spPr bwMode="auto">
          <a:xfrm>
            <a:off x="161925" y="1908175"/>
            <a:ext cx="2700338" cy="479425"/>
          </a:xfrm>
          <a:prstGeom prst="rect">
            <a:avLst/>
          </a:prstGeom>
          <a:noFill/>
          <a:ln w="9525">
            <a:noFill/>
            <a:miter lim="800000"/>
            <a:headEnd/>
            <a:tailEnd/>
          </a:ln>
        </p:spPr>
        <p:txBody>
          <a:bodyPr>
            <a:spAutoFit/>
          </a:bodyPr>
          <a:lstStyle/>
          <a:p>
            <a:pPr eaLnBrk="0" hangingPunct="0">
              <a:lnSpc>
                <a:spcPct val="115000"/>
              </a:lnSpc>
            </a:pPr>
            <a:r>
              <a:rPr lang="zh-CN" altLang="en-US" sz="2400">
                <a:solidFill>
                  <a:srgbClr val="FF6600"/>
                </a:solidFill>
                <a:latin typeface="Times New Roman" pitchFamily="18" charset="0"/>
              </a:rPr>
              <a:t>刚体的运动</a:t>
            </a:r>
          </a:p>
        </p:txBody>
      </p:sp>
      <p:sp>
        <p:nvSpPr>
          <p:cNvPr id="92229" name="Rectangle 69"/>
          <p:cNvSpPr>
            <a:spLocks noChangeArrowheads="1"/>
          </p:cNvSpPr>
          <p:nvPr/>
        </p:nvSpPr>
        <p:spPr bwMode="auto">
          <a:xfrm>
            <a:off x="385763" y="2503488"/>
            <a:ext cx="2981325" cy="479425"/>
          </a:xfrm>
          <a:prstGeom prst="rect">
            <a:avLst/>
          </a:prstGeom>
          <a:noFill/>
          <a:ln w="9525">
            <a:noFill/>
            <a:miter lim="800000"/>
            <a:headEnd/>
            <a:tailEnd/>
          </a:ln>
        </p:spPr>
        <p:txBody>
          <a:bodyPr>
            <a:spAutoFit/>
          </a:bodyPr>
          <a:lstStyle/>
          <a:p>
            <a:pPr eaLnBrk="0" hangingPunct="0">
              <a:lnSpc>
                <a:spcPct val="115000"/>
              </a:lnSpc>
            </a:pPr>
            <a:r>
              <a:rPr kumimoji="1" lang="zh-CN" altLang="en-US" sz="2400">
                <a:solidFill>
                  <a:srgbClr val="FF0000"/>
                </a:solidFill>
                <a:latin typeface="Times New Roman" pitchFamily="18" charset="0"/>
              </a:rPr>
              <a:t> </a:t>
            </a:r>
            <a:r>
              <a:rPr lang="en-US" altLang="zh-CN" sz="2400">
                <a:solidFill>
                  <a:srgbClr val="FF0000"/>
                </a:solidFill>
                <a:latin typeface="Times New Roman" pitchFamily="18" charset="0"/>
              </a:rPr>
              <a:t>1. </a:t>
            </a:r>
            <a:r>
              <a:rPr lang="zh-CN" altLang="en-US" sz="2400">
                <a:solidFill>
                  <a:srgbClr val="FF0000"/>
                </a:solidFill>
                <a:latin typeface="Times New Roman" pitchFamily="18" charset="0"/>
              </a:rPr>
              <a:t>刚体的平动</a:t>
            </a:r>
          </a:p>
        </p:txBody>
      </p:sp>
      <p:sp>
        <p:nvSpPr>
          <p:cNvPr id="92230" name="Rectangle 70"/>
          <p:cNvSpPr>
            <a:spLocks noChangeArrowheads="1"/>
          </p:cNvSpPr>
          <p:nvPr/>
        </p:nvSpPr>
        <p:spPr bwMode="auto">
          <a:xfrm>
            <a:off x="3897313" y="2457450"/>
            <a:ext cx="4845050" cy="479425"/>
          </a:xfrm>
          <a:prstGeom prst="rect">
            <a:avLst/>
          </a:prstGeom>
          <a:noFill/>
          <a:ln w="9525">
            <a:noFill/>
            <a:miter lim="800000"/>
            <a:headEnd/>
            <a:tailEnd/>
          </a:ln>
        </p:spPr>
        <p:txBody>
          <a:bodyPr>
            <a:spAutoFit/>
          </a:bodyPr>
          <a:lstStyle/>
          <a:p>
            <a:pPr eaLnBrk="0" hangingPunct="0">
              <a:lnSpc>
                <a:spcPct val="115000"/>
              </a:lnSpc>
            </a:pPr>
            <a:r>
              <a:rPr lang="zh-CN" altLang="en-US" sz="2400">
                <a:latin typeface="Times New Roman" pitchFamily="18" charset="0"/>
              </a:rPr>
              <a:t>刚体中各质点的运动情况相同</a:t>
            </a:r>
          </a:p>
        </p:txBody>
      </p:sp>
      <p:sp>
        <p:nvSpPr>
          <p:cNvPr id="92231" name="Rectangle 71"/>
          <p:cNvSpPr>
            <a:spLocks noChangeArrowheads="1"/>
          </p:cNvSpPr>
          <p:nvPr/>
        </p:nvSpPr>
        <p:spPr bwMode="auto">
          <a:xfrm>
            <a:off x="3941763" y="2997200"/>
            <a:ext cx="4770437" cy="479425"/>
          </a:xfrm>
          <a:prstGeom prst="rect">
            <a:avLst/>
          </a:prstGeom>
          <a:noFill/>
          <a:ln w="9525">
            <a:noFill/>
            <a:miter lim="800000"/>
            <a:headEnd/>
            <a:tailEnd/>
          </a:ln>
        </p:spPr>
        <p:txBody>
          <a:bodyPr>
            <a:spAutoFit/>
          </a:bodyPr>
          <a:lstStyle/>
          <a:p>
            <a:pPr eaLnBrk="0" hangingPunct="0">
              <a:lnSpc>
                <a:spcPct val="115000"/>
              </a:lnSpc>
            </a:pPr>
            <a:r>
              <a:rPr lang="zh-CN" altLang="en-US" sz="2400">
                <a:latin typeface="Times New Roman" pitchFamily="18" charset="0"/>
              </a:rPr>
              <a:t>刚体的平动归结为质点的运动</a:t>
            </a:r>
          </a:p>
        </p:txBody>
      </p:sp>
      <p:sp>
        <p:nvSpPr>
          <p:cNvPr id="92232" name="AutoShape 72"/>
          <p:cNvSpPr>
            <a:spLocks noChangeArrowheads="1"/>
          </p:cNvSpPr>
          <p:nvPr/>
        </p:nvSpPr>
        <p:spPr bwMode="auto">
          <a:xfrm>
            <a:off x="2941638" y="2684463"/>
            <a:ext cx="685800" cy="177800"/>
          </a:xfrm>
          <a:prstGeom prst="rightArrow">
            <a:avLst>
              <a:gd name="adj1" fmla="val 50000"/>
              <a:gd name="adj2" fmla="val 96429"/>
            </a:avLst>
          </a:prstGeom>
          <a:solidFill>
            <a:srgbClr val="0000FF"/>
          </a:solidFill>
          <a:ln w="9525">
            <a:solidFill>
              <a:schemeClr val="tx1"/>
            </a:solidFill>
            <a:miter lim="800000"/>
            <a:headEnd/>
            <a:tailEnd/>
          </a:ln>
        </p:spPr>
        <p:txBody>
          <a:bodyPr wrap="none" anchor="ctr"/>
          <a:lstStyle/>
          <a:p>
            <a:endParaRPr lang="zh-CN" altLang="en-US" sz="2400">
              <a:latin typeface="Times New Roman" pitchFamily="18" charset="0"/>
            </a:endParaRPr>
          </a:p>
        </p:txBody>
      </p:sp>
      <p:sp>
        <p:nvSpPr>
          <p:cNvPr id="92233" name="Rectangle 73"/>
          <p:cNvSpPr>
            <a:spLocks noChangeArrowheads="1"/>
          </p:cNvSpPr>
          <p:nvPr/>
        </p:nvSpPr>
        <p:spPr bwMode="auto">
          <a:xfrm>
            <a:off x="431800" y="4013200"/>
            <a:ext cx="2981325" cy="479425"/>
          </a:xfrm>
          <a:prstGeom prst="rect">
            <a:avLst/>
          </a:prstGeom>
          <a:noFill/>
          <a:ln w="9525">
            <a:noFill/>
            <a:miter lim="800000"/>
            <a:headEnd/>
            <a:tailEnd/>
          </a:ln>
        </p:spPr>
        <p:txBody>
          <a:bodyPr>
            <a:spAutoFit/>
          </a:bodyPr>
          <a:lstStyle/>
          <a:p>
            <a:pPr eaLnBrk="0" hangingPunct="0">
              <a:lnSpc>
                <a:spcPct val="115000"/>
              </a:lnSpc>
            </a:pPr>
            <a:r>
              <a:rPr kumimoji="1" lang="zh-CN" altLang="en-US" sz="2400">
                <a:solidFill>
                  <a:srgbClr val="FF0000"/>
                </a:solidFill>
                <a:latin typeface="Times New Roman" pitchFamily="18" charset="0"/>
              </a:rPr>
              <a:t> </a:t>
            </a:r>
            <a:r>
              <a:rPr lang="en-US" altLang="zh-CN" sz="2400">
                <a:solidFill>
                  <a:srgbClr val="FF0000"/>
                </a:solidFill>
                <a:latin typeface="Times New Roman" pitchFamily="18" charset="0"/>
              </a:rPr>
              <a:t>2. </a:t>
            </a:r>
            <a:r>
              <a:rPr lang="zh-CN" altLang="en-US" sz="2400">
                <a:solidFill>
                  <a:srgbClr val="FF0000"/>
                </a:solidFill>
                <a:latin typeface="Times New Roman" pitchFamily="18" charset="0"/>
              </a:rPr>
              <a:t>刚体的转动</a:t>
            </a:r>
          </a:p>
        </p:txBody>
      </p:sp>
      <p:sp>
        <p:nvSpPr>
          <p:cNvPr id="92234" name="AutoShape 74"/>
          <p:cNvSpPr>
            <a:spLocks noChangeArrowheads="1"/>
          </p:cNvSpPr>
          <p:nvPr/>
        </p:nvSpPr>
        <p:spPr bwMode="auto">
          <a:xfrm>
            <a:off x="3030538" y="4213225"/>
            <a:ext cx="685800" cy="177800"/>
          </a:xfrm>
          <a:prstGeom prst="rightArrow">
            <a:avLst>
              <a:gd name="adj1" fmla="val 50000"/>
              <a:gd name="adj2" fmla="val 96429"/>
            </a:avLst>
          </a:prstGeom>
          <a:solidFill>
            <a:srgbClr val="0000FF"/>
          </a:solidFill>
          <a:ln w="9525">
            <a:solidFill>
              <a:schemeClr val="tx1"/>
            </a:solidFill>
            <a:miter lim="800000"/>
            <a:headEnd/>
            <a:tailEnd/>
          </a:ln>
        </p:spPr>
        <p:txBody>
          <a:bodyPr wrap="none" anchor="ctr"/>
          <a:lstStyle/>
          <a:p>
            <a:endParaRPr lang="zh-CN" altLang="en-US" sz="2400">
              <a:latin typeface="Times New Roman" pitchFamily="18" charset="0"/>
            </a:endParaRPr>
          </a:p>
        </p:txBody>
      </p:sp>
      <p:sp>
        <p:nvSpPr>
          <p:cNvPr id="92235" name="Rectangle 75"/>
          <p:cNvSpPr>
            <a:spLocks noChangeArrowheads="1"/>
          </p:cNvSpPr>
          <p:nvPr/>
        </p:nvSpPr>
        <p:spPr bwMode="auto">
          <a:xfrm>
            <a:off x="3897313" y="4013200"/>
            <a:ext cx="5040312" cy="479425"/>
          </a:xfrm>
          <a:prstGeom prst="rect">
            <a:avLst/>
          </a:prstGeom>
          <a:noFill/>
          <a:ln w="9525">
            <a:noFill/>
            <a:miter lim="800000"/>
            <a:headEnd/>
            <a:tailEnd/>
          </a:ln>
        </p:spPr>
        <p:txBody>
          <a:bodyPr>
            <a:spAutoFit/>
          </a:bodyPr>
          <a:lstStyle/>
          <a:p>
            <a:pPr eaLnBrk="0" hangingPunct="0">
              <a:lnSpc>
                <a:spcPct val="115000"/>
              </a:lnSpc>
            </a:pPr>
            <a:r>
              <a:rPr lang="zh-CN" altLang="en-US" sz="2400">
                <a:latin typeface="Times New Roman" pitchFamily="18" charset="0"/>
              </a:rPr>
              <a:t>各点的速度不同，角速度相同</a:t>
            </a:r>
          </a:p>
        </p:txBody>
      </p:sp>
      <p:sp>
        <p:nvSpPr>
          <p:cNvPr id="92236" name="Rectangle 76"/>
          <p:cNvSpPr>
            <a:spLocks noChangeArrowheads="1"/>
          </p:cNvSpPr>
          <p:nvPr/>
        </p:nvSpPr>
        <p:spPr bwMode="auto">
          <a:xfrm>
            <a:off x="3941763" y="4572000"/>
            <a:ext cx="4770437" cy="479425"/>
          </a:xfrm>
          <a:prstGeom prst="rect">
            <a:avLst/>
          </a:prstGeom>
          <a:noFill/>
          <a:ln w="9525">
            <a:noFill/>
            <a:miter lim="800000"/>
            <a:headEnd/>
            <a:tailEnd/>
          </a:ln>
        </p:spPr>
        <p:txBody>
          <a:bodyPr>
            <a:spAutoFit/>
          </a:bodyPr>
          <a:lstStyle/>
          <a:p>
            <a:pPr eaLnBrk="0" hangingPunct="0">
              <a:lnSpc>
                <a:spcPct val="115000"/>
              </a:lnSpc>
            </a:pPr>
            <a:r>
              <a:rPr lang="zh-CN" altLang="en-US" sz="2400">
                <a:latin typeface="Times New Roman" pitchFamily="18" charset="0"/>
              </a:rPr>
              <a:t>需用角量描述刚体的转动</a:t>
            </a:r>
          </a:p>
        </p:txBody>
      </p:sp>
      <p:sp>
        <p:nvSpPr>
          <p:cNvPr id="92237" name="Rectangle 77"/>
          <p:cNvSpPr>
            <a:spLocks noChangeArrowheads="1"/>
          </p:cNvSpPr>
          <p:nvPr/>
        </p:nvSpPr>
        <p:spPr bwMode="auto">
          <a:xfrm>
            <a:off x="476250" y="5543550"/>
            <a:ext cx="3595688" cy="479425"/>
          </a:xfrm>
          <a:prstGeom prst="rect">
            <a:avLst/>
          </a:prstGeom>
          <a:noFill/>
          <a:ln w="9525">
            <a:noFill/>
            <a:miter lim="800000"/>
            <a:headEnd/>
            <a:tailEnd/>
          </a:ln>
        </p:spPr>
        <p:txBody>
          <a:bodyPr>
            <a:spAutoFit/>
          </a:bodyPr>
          <a:lstStyle/>
          <a:p>
            <a:pPr eaLnBrk="0" hangingPunct="0">
              <a:lnSpc>
                <a:spcPct val="115000"/>
              </a:lnSpc>
            </a:pPr>
            <a:r>
              <a:rPr kumimoji="1" lang="zh-CN" altLang="en-US" sz="2400">
                <a:solidFill>
                  <a:srgbClr val="FF0000"/>
                </a:solidFill>
                <a:latin typeface="Times New Roman" pitchFamily="18" charset="0"/>
              </a:rPr>
              <a:t> </a:t>
            </a:r>
            <a:r>
              <a:rPr lang="en-US" altLang="zh-CN" sz="2400">
                <a:solidFill>
                  <a:srgbClr val="FF0000"/>
                </a:solidFill>
                <a:latin typeface="Times New Roman" pitchFamily="18" charset="0"/>
              </a:rPr>
              <a:t>3. </a:t>
            </a:r>
            <a:r>
              <a:rPr lang="zh-CN" altLang="en-US" sz="2400">
                <a:solidFill>
                  <a:srgbClr val="FF0000"/>
                </a:solidFill>
                <a:latin typeface="Times New Roman" pitchFamily="18" charset="0"/>
              </a:rPr>
              <a:t>刚体一般运动</a:t>
            </a:r>
          </a:p>
        </p:txBody>
      </p:sp>
      <p:sp>
        <p:nvSpPr>
          <p:cNvPr id="92238" name="AutoShape 78"/>
          <p:cNvSpPr>
            <a:spLocks noChangeArrowheads="1"/>
          </p:cNvSpPr>
          <p:nvPr/>
        </p:nvSpPr>
        <p:spPr bwMode="auto">
          <a:xfrm>
            <a:off x="3165475" y="5695950"/>
            <a:ext cx="685800" cy="177800"/>
          </a:xfrm>
          <a:prstGeom prst="rightArrow">
            <a:avLst>
              <a:gd name="adj1" fmla="val 50000"/>
              <a:gd name="adj2" fmla="val 96429"/>
            </a:avLst>
          </a:prstGeom>
          <a:solidFill>
            <a:srgbClr val="0000FF"/>
          </a:solidFill>
          <a:ln w="9525">
            <a:solidFill>
              <a:schemeClr val="tx1"/>
            </a:solidFill>
            <a:miter lim="800000"/>
            <a:headEnd/>
            <a:tailEnd/>
          </a:ln>
        </p:spPr>
        <p:txBody>
          <a:bodyPr wrap="none" anchor="ctr"/>
          <a:lstStyle/>
          <a:p>
            <a:endParaRPr lang="zh-CN" altLang="en-US" sz="2400">
              <a:latin typeface="Times New Roman" pitchFamily="18" charset="0"/>
            </a:endParaRPr>
          </a:p>
        </p:txBody>
      </p:sp>
      <p:sp>
        <p:nvSpPr>
          <p:cNvPr id="92239" name="Rectangle 79"/>
          <p:cNvSpPr>
            <a:spLocks noChangeArrowheads="1"/>
          </p:cNvSpPr>
          <p:nvPr/>
        </p:nvSpPr>
        <p:spPr bwMode="auto">
          <a:xfrm>
            <a:off x="3986213" y="5472113"/>
            <a:ext cx="4906962" cy="479425"/>
          </a:xfrm>
          <a:prstGeom prst="rect">
            <a:avLst/>
          </a:prstGeom>
          <a:noFill/>
          <a:ln w="9525">
            <a:noFill/>
            <a:miter lim="800000"/>
            <a:headEnd/>
            <a:tailEnd/>
          </a:ln>
        </p:spPr>
        <p:txBody>
          <a:bodyPr>
            <a:spAutoFit/>
          </a:bodyPr>
          <a:lstStyle/>
          <a:p>
            <a:pPr eaLnBrk="0" hangingPunct="0">
              <a:lnSpc>
                <a:spcPct val="115000"/>
              </a:lnSpc>
            </a:pPr>
            <a:r>
              <a:rPr lang="zh-CN" altLang="en-US" sz="2400">
                <a:latin typeface="Times New Roman" pitchFamily="18" charset="0"/>
              </a:rPr>
              <a:t>分解为平动和绕某瞬时轴的转动</a:t>
            </a:r>
          </a:p>
        </p:txBody>
      </p:sp>
      <p:sp>
        <p:nvSpPr>
          <p:cNvPr id="92240" name="Rectangle 80"/>
          <p:cNvSpPr>
            <a:spLocks noChangeArrowheads="1"/>
          </p:cNvSpPr>
          <p:nvPr/>
        </p:nvSpPr>
        <p:spPr bwMode="auto">
          <a:xfrm>
            <a:off x="4032250" y="6011863"/>
            <a:ext cx="4184650" cy="479425"/>
          </a:xfrm>
          <a:prstGeom prst="rect">
            <a:avLst/>
          </a:prstGeom>
          <a:noFill/>
          <a:ln w="9525">
            <a:noFill/>
            <a:miter lim="800000"/>
            <a:headEnd/>
            <a:tailEnd/>
          </a:ln>
        </p:spPr>
        <p:txBody>
          <a:bodyPr>
            <a:spAutoFit/>
          </a:bodyPr>
          <a:lstStyle/>
          <a:p>
            <a:pPr eaLnBrk="0" hangingPunct="0">
              <a:lnSpc>
                <a:spcPct val="115000"/>
              </a:lnSpc>
            </a:pPr>
            <a:r>
              <a:rPr lang="zh-CN" altLang="en-US" sz="2400">
                <a:latin typeface="Times New Roman" pitchFamily="18" charset="0"/>
              </a:rPr>
              <a:t>用线量＋角量描述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226"/>
                                        </p:tgtEl>
                                        <p:attrNameLst>
                                          <p:attrName>style.visibility</p:attrName>
                                        </p:attrNameLst>
                                      </p:cBhvr>
                                      <p:to>
                                        <p:strVal val="visible"/>
                                      </p:to>
                                    </p:set>
                                    <p:animEffect transition="in" filter="wipe(left)">
                                      <p:cBhvr>
                                        <p:cTn id="7" dur="500"/>
                                        <p:tgtEl>
                                          <p:spTgt spid="922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227"/>
                                        </p:tgtEl>
                                        <p:attrNameLst>
                                          <p:attrName>style.visibility</p:attrName>
                                        </p:attrNameLst>
                                      </p:cBhvr>
                                      <p:to>
                                        <p:strVal val="visible"/>
                                      </p:to>
                                    </p:set>
                                    <p:animEffect transition="in" filter="wipe(left)">
                                      <p:cBhvr>
                                        <p:cTn id="12" dur="500"/>
                                        <p:tgtEl>
                                          <p:spTgt spid="922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2228"/>
                                        </p:tgtEl>
                                        <p:attrNameLst>
                                          <p:attrName>style.visibility</p:attrName>
                                        </p:attrNameLst>
                                      </p:cBhvr>
                                      <p:to>
                                        <p:strVal val="visible"/>
                                      </p:to>
                                    </p:set>
                                    <p:animEffect transition="in" filter="wipe(left)">
                                      <p:cBhvr>
                                        <p:cTn id="17" dur="500"/>
                                        <p:tgtEl>
                                          <p:spTgt spid="922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2229"/>
                                        </p:tgtEl>
                                        <p:attrNameLst>
                                          <p:attrName>style.visibility</p:attrName>
                                        </p:attrNameLst>
                                      </p:cBhvr>
                                      <p:to>
                                        <p:strVal val="visible"/>
                                      </p:to>
                                    </p:set>
                                    <p:animEffect transition="in" filter="wipe(left)">
                                      <p:cBhvr>
                                        <p:cTn id="22" dur="500"/>
                                        <p:tgtEl>
                                          <p:spTgt spid="92229"/>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92232"/>
                                        </p:tgtEl>
                                        <p:attrNameLst>
                                          <p:attrName>style.visibility</p:attrName>
                                        </p:attrNameLst>
                                      </p:cBhvr>
                                      <p:to>
                                        <p:strVal val="visible"/>
                                      </p:to>
                                    </p:set>
                                    <p:anim calcmode="lin" valueType="num">
                                      <p:cBhvr additive="base">
                                        <p:cTn id="27" dur="500" fill="hold"/>
                                        <p:tgtEl>
                                          <p:spTgt spid="92232"/>
                                        </p:tgtEl>
                                        <p:attrNameLst>
                                          <p:attrName>ppt_x</p:attrName>
                                        </p:attrNameLst>
                                      </p:cBhvr>
                                      <p:tavLst>
                                        <p:tav tm="0">
                                          <p:val>
                                            <p:strVal val="0-#ppt_w/2"/>
                                          </p:val>
                                        </p:tav>
                                        <p:tav tm="100000">
                                          <p:val>
                                            <p:strVal val="#ppt_x"/>
                                          </p:val>
                                        </p:tav>
                                      </p:tavLst>
                                    </p:anim>
                                    <p:anim calcmode="lin" valueType="num">
                                      <p:cBhvr additive="base">
                                        <p:cTn id="28" dur="500" fill="hold"/>
                                        <p:tgtEl>
                                          <p:spTgt spid="92232"/>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92230"/>
                                        </p:tgtEl>
                                        <p:attrNameLst>
                                          <p:attrName>style.visibility</p:attrName>
                                        </p:attrNameLst>
                                      </p:cBhvr>
                                      <p:to>
                                        <p:strVal val="visible"/>
                                      </p:to>
                                    </p:set>
                                    <p:animEffect transition="in" filter="wipe(left)">
                                      <p:cBhvr>
                                        <p:cTn id="33" dur="500"/>
                                        <p:tgtEl>
                                          <p:spTgt spid="92230"/>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92231"/>
                                        </p:tgtEl>
                                        <p:attrNameLst>
                                          <p:attrName>style.visibility</p:attrName>
                                        </p:attrNameLst>
                                      </p:cBhvr>
                                      <p:to>
                                        <p:strVal val="visible"/>
                                      </p:to>
                                    </p:set>
                                    <p:animEffect transition="in" filter="wipe(left)">
                                      <p:cBhvr>
                                        <p:cTn id="38" dur="500"/>
                                        <p:tgtEl>
                                          <p:spTgt spid="9223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92233"/>
                                        </p:tgtEl>
                                        <p:attrNameLst>
                                          <p:attrName>style.visibility</p:attrName>
                                        </p:attrNameLst>
                                      </p:cBhvr>
                                      <p:to>
                                        <p:strVal val="visible"/>
                                      </p:to>
                                    </p:set>
                                    <p:animEffect transition="in" filter="wipe(left)">
                                      <p:cBhvr>
                                        <p:cTn id="43" dur="500"/>
                                        <p:tgtEl>
                                          <p:spTgt spid="92233"/>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grpId="0" nodeType="clickEffect">
                                  <p:stCondLst>
                                    <p:cond delay="0"/>
                                  </p:stCondLst>
                                  <p:childTnLst>
                                    <p:set>
                                      <p:cBhvr>
                                        <p:cTn id="47" dur="1" fill="hold">
                                          <p:stCondLst>
                                            <p:cond delay="0"/>
                                          </p:stCondLst>
                                        </p:cTn>
                                        <p:tgtEl>
                                          <p:spTgt spid="92234"/>
                                        </p:tgtEl>
                                        <p:attrNameLst>
                                          <p:attrName>style.visibility</p:attrName>
                                        </p:attrNameLst>
                                      </p:cBhvr>
                                      <p:to>
                                        <p:strVal val="visible"/>
                                      </p:to>
                                    </p:set>
                                    <p:anim calcmode="lin" valueType="num">
                                      <p:cBhvr additive="base">
                                        <p:cTn id="48" dur="500" fill="hold"/>
                                        <p:tgtEl>
                                          <p:spTgt spid="92234"/>
                                        </p:tgtEl>
                                        <p:attrNameLst>
                                          <p:attrName>ppt_x</p:attrName>
                                        </p:attrNameLst>
                                      </p:cBhvr>
                                      <p:tavLst>
                                        <p:tav tm="0">
                                          <p:val>
                                            <p:strVal val="0-#ppt_w/2"/>
                                          </p:val>
                                        </p:tav>
                                        <p:tav tm="100000">
                                          <p:val>
                                            <p:strVal val="#ppt_x"/>
                                          </p:val>
                                        </p:tav>
                                      </p:tavLst>
                                    </p:anim>
                                    <p:anim calcmode="lin" valueType="num">
                                      <p:cBhvr additive="base">
                                        <p:cTn id="49" dur="500" fill="hold"/>
                                        <p:tgtEl>
                                          <p:spTgt spid="92234"/>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92235"/>
                                        </p:tgtEl>
                                        <p:attrNameLst>
                                          <p:attrName>style.visibility</p:attrName>
                                        </p:attrNameLst>
                                      </p:cBhvr>
                                      <p:to>
                                        <p:strVal val="visible"/>
                                      </p:to>
                                    </p:set>
                                    <p:animEffect transition="in" filter="wipe(left)">
                                      <p:cBhvr>
                                        <p:cTn id="54" dur="500"/>
                                        <p:tgtEl>
                                          <p:spTgt spid="9223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92236"/>
                                        </p:tgtEl>
                                        <p:attrNameLst>
                                          <p:attrName>style.visibility</p:attrName>
                                        </p:attrNameLst>
                                      </p:cBhvr>
                                      <p:to>
                                        <p:strVal val="visible"/>
                                      </p:to>
                                    </p:set>
                                    <p:animEffect transition="in" filter="wipe(left)">
                                      <p:cBhvr>
                                        <p:cTn id="59" dur="500"/>
                                        <p:tgtEl>
                                          <p:spTgt spid="92236"/>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92237"/>
                                        </p:tgtEl>
                                        <p:attrNameLst>
                                          <p:attrName>style.visibility</p:attrName>
                                        </p:attrNameLst>
                                      </p:cBhvr>
                                      <p:to>
                                        <p:strVal val="visible"/>
                                      </p:to>
                                    </p:set>
                                    <p:animEffect transition="in" filter="wipe(left)">
                                      <p:cBhvr>
                                        <p:cTn id="64" dur="500"/>
                                        <p:tgtEl>
                                          <p:spTgt spid="92237"/>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8" fill="hold" grpId="0" nodeType="clickEffect">
                                  <p:stCondLst>
                                    <p:cond delay="0"/>
                                  </p:stCondLst>
                                  <p:childTnLst>
                                    <p:set>
                                      <p:cBhvr>
                                        <p:cTn id="68" dur="1" fill="hold">
                                          <p:stCondLst>
                                            <p:cond delay="0"/>
                                          </p:stCondLst>
                                        </p:cTn>
                                        <p:tgtEl>
                                          <p:spTgt spid="92238"/>
                                        </p:tgtEl>
                                        <p:attrNameLst>
                                          <p:attrName>style.visibility</p:attrName>
                                        </p:attrNameLst>
                                      </p:cBhvr>
                                      <p:to>
                                        <p:strVal val="visible"/>
                                      </p:to>
                                    </p:set>
                                    <p:anim calcmode="lin" valueType="num">
                                      <p:cBhvr additive="base">
                                        <p:cTn id="69" dur="500" fill="hold"/>
                                        <p:tgtEl>
                                          <p:spTgt spid="92238"/>
                                        </p:tgtEl>
                                        <p:attrNameLst>
                                          <p:attrName>ppt_x</p:attrName>
                                        </p:attrNameLst>
                                      </p:cBhvr>
                                      <p:tavLst>
                                        <p:tav tm="0">
                                          <p:val>
                                            <p:strVal val="0-#ppt_w/2"/>
                                          </p:val>
                                        </p:tav>
                                        <p:tav tm="100000">
                                          <p:val>
                                            <p:strVal val="#ppt_x"/>
                                          </p:val>
                                        </p:tav>
                                      </p:tavLst>
                                    </p:anim>
                                    <p:anim calcmode="lin" valueType="num">
                                      <p:cBhvr additive="base">
                                        <p:cTn id="70" dur="500" fill="hold"/>
                                        <p:tgtEl>
                                          <p:spTgt spid="92238"/>
                                        </p:tgtEl>
                                        <p:attrNameLst>
                                          <p:attrName>ppt_y</p:attrName>
                                        </p:attrNameLst>
                                      </p:cBhvr>
                                      <p:tavLst>
                                        <p:tav tm="0">
                                          <p:val>
                                            <p:strVal val="#ppt_y"/>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92239"/>
                                        </p:tgtEl>
                                        <p:attrNameLst>
                                          <p:attrName>style.visibility</p:attrName>
                                        </p:attrNameLst>
                                      </p:cBhvr>
                                      <p:to>
                                        <p:strVal val="visible"/>
                                      </p:to>
                                    </p:set>
                                    <p:animEffect transition="in" filter="wipe(left)">
                                      <p:cBhvr>
                                        <p:cTn id="75" dur="500"/>
                                        <p:tgtEl>
                                          <p:spTgt spid="92239"/>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92240"/>
                                        </p:tgtEl>
                                        <p:attrNameLst>
                                          <p:attrName>style.visibility</p:attrName>
                                        </p:attrNameLst>
                                      </p:cBhvr>
                                      <p:to>
                                        <p:strVal val="visible"/>
                                      </p:to>
                                    </p:set>
                                    <p:animEffect transition="in" filter="wipe(left)">
                                      <p:cBhvr>
                                        <p:cTn id="80" dur="500"/>
                                        <p:tgtEl>
                                          <p:spTgt spid="922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26" grpId="0" autoUpdateAnimBg="0"/>
      <p:bldP spid="92227" grpId="0" autoUpdateAnimBg="0"/>
      <p:bldP spid="92228" grpId="0" autoUpdateAnimBg="0"/>
      <p:bldP spid="92229" grpId="0" autoUpdateAnimBg="0"/>
      <p:bldP spid="92230" grpId="0" autoUpdateAnimBg="0"/>
      <p:bldP spid="92231" grpId="0" autoUpdateAnimBg="0"/>
      <p:bldP spid="92232" grpId="0" animBg="1"/>
      <p:bldP spid="92233" grpId="0" autoUpdateAnimBg="0"/>
      <p:bldP spid="92234" grpId="0" animBg="1"/>
      <p:bldP spid="92235" grpId="0" autoUpdateAnimBg="0"/>
      <p:bldP spid="92236" grpId="0" autoUpdateAnimBg="0"/>
      <p:bldP spid="92237" grpId="0" autoUpdateAnimBg="0"/>
      <p:bldP spid="92238" grpId="0" animBg="1"/>
      <p:bldP spid="92239" grpId="0" autoUpdateAnimBg="0"/>
      <p:bldP spid="92240"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ChangeArrowheads="1"/>
          </p:cNvSpPr>
          <p:nvPr/>
        </p:nvSpPr>
        <p:spPr bwMode="auto">
          <a:xfrm>
            <a:off x="107950" y="333375"/>
            <a:ext cx="2447925" cy="457200"/>
          </a:xfrm>
          <a:prstGeom prst="rect">
            <a:avLst/>
          </a:prstGeom>
          <a:noFill/>
          <a:ln w="38100">
            <a:noFill/>
            <a:miter lim="800000"/>
            <a:headEnd/>
            <a:tailEnd/>
          </a:ln>
        </p:spPr>
        <p:txBody>
          <a:bodyPr>
            <a:spAutoFit/>
          </a:bodyPr>
          <a:lstStyle/>
          <a:p>
            <a:pPr eaLnBrk="0" hangingPunct="0"/>
            <a:r>
              <a:rPr kumimoji="1" lang="en-US" altLang="zh-CN" sz="2400">
                <a:solidFill>
                  <a:srgbClr val="FF6600"/>
                </a:solidFill>
                <a:latin typeface="Times New Roman" pitchFamily="18" charset="0"/>
              </a:rPr>
              <a:t>1</a:t>
            </a:r>
            <a:r>
              <a:rPr kumimoji="1" lang="zh-CN" altLang="en-US" sz="2400">
                <a:solidFill>
                  <a:srgbClr val="FF6600"/>
                </a:solidFill>
                <a:latin typeface="Times New Roman" pitchFamily="18" charset="0"/>
              </a:rPr>
              <a:t>、</a:t>
            </a:r>
            <a:r>
              <a:rPr lang="zh-CN" altLang="en-US" sz="2400">
                <a:solidFill>
                  <a:srgbClr val="FF6600"/>
                </a:solidFill>
                <a:latin typeface="Times New Roman" pitchFamily="18" charset="0"/>
              </a:rPr>
              <a:t>刚体的平动</a:t>
            </a:r>
          </a:p>
        </p:txBody>
      </p:sp>
      <p:sp>
        <p:nvSpPr>
          <p:cNvPr id="185347" name="Text Box 3"/>
          <p:cNvSpPr txBox="1">
            <a:spLocks noChangeArrowheads="1"/>
          </p:cNvSpPr>
          <p:nvPr/>
        </p:nvSpPr>
        <p:spPr bwMode="auto">
          <a:xfrm>
            <a:off x="179388" y="765175"/>
            <a:ext cx="4608512" cy="1463675"/>
          </a:xfrm>
          <a:prstGeom prst="rect">
            <a:avLst/>
          </a:prstGeom>
          <a:noFill/>
          <a:ln w="9525">
            <a:noFill/>
            <a:miter lim="800000"/>
            <a:headEnd/>
            <a:tailEnd/>
          </a:ln>
        </p:spPr>
        <p:txBody>
          <a:bodyPr>
            <a:spAutoFit/>
          </a:bodyPr>
          <a:lstStyle/>
          <a:p>
            <a:pPr eaLnBrk="0" hangingPunct="0">
              <a:lnSpc>
                <a:spcPct val="125000"/>
              </a:lnSpc>
            </a:pPr>
            <a:r>
              <a:rPr lang="zh-CN" altLang="en-US" sz="2400">
                <a:solidFill>
                  <a:schemeClr val="tx2"/>
                </a:solidFill>
                <a:latin typeface="Times New Roman" pitchFamily="18" charset="0"/>
              </a:rPr>
              <a:t>        如果刚体在运动中，连接体内两点的直线在空间的指向总保持平行，这样的运动叫做平动</a:t>
            </a:r>
            <a:r>
              <a:rPr lang="zh-CN" altLang="en-US" sz="2400">
                <a:latin typeface="Times New Roman" pitchFamily="18" charset="0"/>
              </a:rPr>
              <a:t>．</a:t>
            </a:r>
            <a:endParaRPr lang="zh-CN" altLang="en-US" sz="2400">
              <a:solidFill>
                <a:schemeClr val="tx2"/>
              </a:solidFill>
              <a:latin typeface="Times New Roman" pitchFamily="18" charset="0"/>
            </a:endParaRPr>
          </a:p>
        </p:txBody>
      </p:sp>
      <p:sp>
        <p:nvSpPr>
          <p:cNvPr id="185410" name="AutoShape 66"/>
          <p:cNvSpPr>
            <a:spLocks noChangeArrowheads="1"/>
          </p:cNvSpPr>
          <p:nvPr/>
        </p:nvSpPr>
        <p:spPr bwMode="auto">
          <a:xfrm>
            <a:off x="7953375" y="669925"/>
            <a:ext cx="649288" cy="958850"/>
          </a:xfrm>
          <a:prstGeom prst="roundRect">
            <a:avLst>
              <a:gd name="adj" fmla="val 0"/>
            </a:avLst>
          </a:prstGeom>
          <a:solidFill>
            <a:srgbClr val="00CC99">
              <a:alpha val="43137"/>
            </a:srgbClr>
          </a:solidFill>
          <a:ln w="9525">
            <a:round/>
            <a:headEnd/>
            <a:tailEnd/>
          </a:ln>
          <a:scene3d>
            <a:camera prst="legacyObliqueTopRight"/>
            <a:lightRig rig="legacyFlat3" dir="b"/>
          </a:scene3d>
          <a:sp3d extrusionH="430200" prstMaterial="legacyMatte">
            <a:bevelT w="13500" h="13500" prst="angle"/>
            <a:bevelB w="13500" h="13500" prst="angle"/>
            <a:extrusionClr>
              <a:srgbClr val="00CC99"/>
            </a:extrusionClr>
          </a:sp3d>
        </p:spPr>
        <p:txBody>
          <a:bodyPr wrap="none" tIns="0">
            <a:flatTx/>
          </a:bodyPr>
          <a:lstStyle/>
          <a:p>
            <a:endParaRPr lang="zh-CN" altLang="en-US" b="0">
              <a:solidFill>
                <a:srgbClr val="FFFF00"/>
              </a:solidFill>
              <a:cs typeface="Arial" charset="0"/>
            </a:endParaRPr>
          </a:p>
        </p:txBody>
      </p:sp>
      <p:sp>
        <p:nvSpPr>
          <p:cNvPr id="185411" name="AutoShape 67"/>
          <p:cNvSpPr>
            <a:spLocks noChangeArrowheads="1"/>
          </p:cNvSpPr>
          <p:nvPr/>
        </p:nvSpPr>
        <p:spPr bwMode="auto">
          <a:xfrm>
            <a:off x="6338888" y="1158875"/>
            <a:ext cx="649287" cy="958850"/>
          </a:xfrm>
          <a:prstGeom prst="roundRect">
            <a:avLst>
              <a:gd name="adj" fmla="val 0"/>
            </a:avLst>
          </a:prstGeom>
          <a:solidFill>
            <a:srgbClr val="00CC99">
              <a:alpha val="43137"/>
            </a:srgbClr>
          </a:solidFill>
          <a:ln w="9525">
            <a:round/>
            <a:headEnd/>
            <a:tailEnd/>
          </a:ln>
          <a:scene3d>
            <a:camera prst="legacyObliqueTopRight"/>
            <a:lightRig rig="legacyFlat3" dir="b"/>
          </a:scene3d>
          <a:sp3d extrusionH="430200" prstMaterial="legacyMatte">
            <a:bevelT w="13500" h="13500" prst="angle"/>
            <a:bevelB w="13500" h="13500" prst="angle"/>
            <a:extrusionClr>
              <a:srgbClr val="00CC99"/>
            </a:extrusionClr>
          </a:sp3d>
        </p:spPr>
        <p:txBody>
          <a:bodyPr wrap="none" tIns="0">
            <a:flatTx/>
          </a:bodyPr>
          <a:lstStyle/>
          <a:p>
            <a:endParaRPr lang="zh-CN" altLang="en-US" b="0">
              <a:solidFill>
                <a:srgbClr val="FFFF00"/>
              </a:solidFill>
              <a:cs typeface="Arial" charset="0"/>
            </a:endParaRPr>
          </a:p>
        </p:txBody>
      </p:sp>
      <p:sp>
        <p:nvSpPr>
          <p:cNvPr id="185412" name="AutoShape 68"/>
          <p:cNvSpPr>
            <a:spLocks noChangeArrowheads="1"/>
          </p:cNvSpPr>
          <p:nvPr/>
        </p:nvSpPr>
        <p:spPr bwMode="auto">
          <a:xfrm>
            <a:off x="4894263" y="611188"/>
            <a:ext cx="649287" cy="958850"/>
          </a:xfrm>
          <a:prstGeom prst="roundRect">
            <a:avLst>
              <a:gd name="adj" fmla="val 0"/>
            </a:avLst>
          </a:prstGeom>
          <a:solidFill>
            <a:srgbClr val="00CC99">
              <a:alpha val="43137"/>
            </a:srgbClr>
          </a:solidFill>
          <a:ln w="9525">
            <a:round/>
            <a:headEnd/>
            <a:tailEnd/>
          </a:ln>
          <a:scene3d>
            <a:camera prst="legacyObliqueTopRight"/>
            <a:lightRig rig="legacyFlat3" dir="b"/>
          </a:scene3d>
          <a:sp3d extrusionH="430200" prstMaterial="legacyMatte">
            <a:bevelT w="13500" h="13500" prst="angle"/>
            <a:bevelB w="13500" h="13500" prst="angle"/>
            <a:extrusionClr>
              <a:srgbClr val="00CC99"/>
            </a:extrusionClr>
          </a:sp3d>
        </p:spPr>
        <p:txBody>
          <a:bodyPr wrap="none" tIns="0">
            <a:flatTx/>
          </a:bodyPr>
          <a:lstStyle/>
          <a:p>
            <a:endParaRPr lang="zh-CN" altLang="en-US" b="0">
              <a:solidFill>
                <a:srgbClr val="FFFF00"/>
              </a:solidFill>
              <a:cs typeface="Arial" charset="0"/>
            </a:endParaRPr>
          </a:p>
        </p:txBody>
      </p:sp>
      <p:sp>
        <p:nvSpPr>
          <p:cNvPr id="185413" name="Line 69"/>
          <p:cNvSpPr>
            <a:spLocks noChangeShapeType="1"/>
          </p:cNvSpPr>
          <p:nvPr/>
        </p:nvSpPr>
        <p:spPr bwMode="auto">
          <a:xfrm flipV="1">
            <a:off x="4906963" y="660400"/>
            <a:ext cx="457200" cy="914400"/>
          </a:xfrm>
          <a:prstGeom prst="line">
            <a:avLst/>
          </a:prstGeom>
          <a:noFill/>
          <a:ln w="38100">
            <a:solidFill>
              <a:srgbClr val="FF0000"/>
            </a:solidFill>
            <a:round/>
            <a:headEnd/>
            <a:tailEnd type="triangle" w="med" len="med"/>
          </a:ln>
        </p:spPr>
        <p:txBody>
          <a:bodyPr wrap="none" anchor="ctr"/>
          <a:lstStyle/>
          <a:p>
            <a:endParaRPr lang="zh-CN" altLang="en-US"/>
          </a:p>
        </p:txBody>
      </p:sp>
      <p:sp>
        <p:nvSpPr>
          <p:cNvPr id="185414" name="Line 70"/>
          <p:cNvSpPr>
            <a:spLocks noChangeShapeType="1"/>
          </p:cNvSpPr>
          <p:nvPr/>
        </p:nvSpPr>
        <p:spPr bwMode="auto">
          <a:xfrm flipV="1">
            <a:off x="7970838" y="704850"/>
            <a:ext cx="457200" cy="914400"/>
          </a:xfrm>
          <a:prstGeom prst="line">
            <a:avLst/>
          </a:prstGeom>
          <a:noFill/>
          <a:ln w="38100">
            <a:solidFill>
              <a:srgbClr val="FF0000"/>
            </a:solidFill>
            <a:round/>
            <a:headEnd/>
            <a:tailEnd type="triangle" w="med" len="med"/>
          </a:ln>
        </p:spPr>
        <p:txBody>
          <a:bodyPr wrap="none" anchor="ctr"/>
          <a:lstStyle/>
          <a:p>
            <a:endParaRPr lang="zh-CN" altLang="en-US"/>
          </a:p>
        </p:txBody>
      </p:sp>
      <p:sp>
        <p:nvSpPr>
          <p:cNvPr id="185415" name="Line 71"/>
          <p:cNvSpPr>
            <a:spLocks noChangeShapeType="1"/>
          </p:cNvSpPr>
          <p:nvPr/>
        </p:nvSpPr>
        <p:spPr bwMode="auto">
          <a:xfrm flipV="1">
            <a:off x="6354763" y="1203325"/>
            <a:ext cx="457200" cy="914400"/>
          </a:xfrm>
          <a:prstGeom prst="line">
            <a:avLst/>
          </a:prstGeom>
          <a:noFill/>
          <a:ln w="38100">
            <a:solidFill>
              <a:srgbClr val="FF0000"/>
            </a:solidFill>
            <a:round/>
            <a:headEnd/>
            <a:tailEnd type="triangle" w="med" len="med"/>
          </a:ln>
        </p:spPr>
        <p:txBody>
          <a:bodyPr wrap="none" anchor="ctr"/>
          <a:lstStyle/>
          <a:p>
            <a:endParaRPr lang="zh-CN" altLang="en-US"/>
          </a:p>
        </p:txBody>
      </p:sp>
      <p:graphicFrame>
        <p:nvGraphicFramePr>
          <p:cNvPr id="185416" name="Object 72"/>
          <p:cNvGraphicFramePr>
            <a:graphicFrameLocks noChangeAspect="1"/>
          </p:cNvGraphicFramePr>
          <p:nvPr/>
        </p:nvGraphicFramePr>
        <p:xfrm>
          <a:off x="5284788" y="333375"/>
          <a:ext cx="295275" cy="298450"/>
        </p:xfrm>
        <a:graphic>
          <a:graphicData uri="http://schemas.openxmlformats.org/presentationml/2006/ole">
            <p:oleObj spid="_x0000_s32770" name="公式" r:id="rId3" imgW="164880" imgH="164880" progId="Equation.3">
              <p:embed/>
            </p:oleObj>
          </a:graphicData>
        </a:graphic>
      </p:graphicFrame>
      <p:graphicFrame>
        <p:nvGraphicFramePr>
          <p:cNvPr id="185417" name="Object 73"/>
          <p:cNvGraphicFramePr>
            <a:graphicFrameLocks noChangeAspect="1"/>
          </p:cNvGraphicFramePr>
          <p:nvPr/>
        </p:nvGraphicFramePr>
        <p:xfrm>
          <a:off x="4695825" y="1576388"/>
          <a:ext cx="298450" cy="298450"/>
        </p:xfrm>
        <a:graphic>
          <a:graphicData uri="http://schemas.openxmlformats.org/presentationml/2006/ole">
            <p:oleObj spid="_x0000_s32771" name="公式" r:id="rId4" imgW="164880" imgH="164880" progId="Equation.3">
              <p:embed/>
            </p:oleObj>
          </a:graphicData>
        </a:graphic>
      </p:graphicFrame>
      <p:graphicFrame>
        <p:nvGraphicFramePr>
          <p:cNvPr id="185418" name="Object 74"/>
          <p:cNvGraphicFramePr>
            <a:graphicFrameLocks noChangeAspect="1"/>
          </p:cNvGraphicFramePr>
          <p:nvPr/>
        </p:nvGraphicFramePr>
        <p:xfrm>
          <a:off x="6732588" y="836613"/>
          <a:ext cx="366712" cy="298450"/>
        </p:xfrm>
        <a:graphic>
          <a:graphicData uri="http://schemas.openxmlformats.org/presentationml/2006/ole">
            <p:oleObj spid="_x0000_s32772" name="公式" r:id="rId5" imgW="203040" imgH="164880" progId="Equation.3">
              <p:embed/>
            </p:oleObj>
          </a:graphicData>
        </a:graphic>
      </p:graphicFrame>
      <p:graphicFrame>
        <p:nvGraphicFramePr>
          <p:cNvPr id="185419" name="Object 75"/>
          <p:cNvGraphicFramePr>
            <a:graphicFrameLocks noChangeAspect="1"/>
          </p:cNvGraphicFramePr>
          <p:nvPr/>
        </p:nvGraphicFramePr>
        <p:xfrm>
          <a:off x="6156325" y="2170113"/>
          <a:ext cx="366713" cy="298450"/>
        </p:xfrm>
        <a:graphic>
          <a:graphicData uri="http://schemas.openxmlformats.org/presentationml/2006/ole">
            <p:oleObj spid="_x0000_s32773" name="公式" r:id="rId6" imgW="203040" imgH="164880" progId="Equation.3">
              <p:embed/>
            </p:oleObj>
          </a:graphicData>
        </a:graphic>
      </p:graphicFrame>
      <p:graphicFrame>
        <p:nvGraphicFramePr>
          <p:cNvPr id="185420" name="Object 76"/>
          <p:cNvGraphicFramePr>
            <a:graphicFrameLocks noChangeAspect="1"/>
          </p:cNvGraphicFramePr>
          <p:nvPr/>
        </p:nvGraphicFramePr>
        <p:xfrm>
          <a:off x="8286750" y="404813"/>
          <a:ext cx="388938" cy="300037"/>
        </p:xfrm>
        <a:graphic>
          <a:graphicData uri="http://schemas.openxmlformats.org/presentationml/2006/ole">
            <p:oleObj spid="_x0000_s32774" name="公式" r:id="rId7" imgW="215640" imgH="164880" progId="Equation.3">
              <p:embed/>
            </p:oleObj>
          </a:graphicData>
        </a:graphic>
      </p:graphicFrame>
      <p:graphicFrame>
        <p:nvGraphicFramePr>
          <p:cNvPr id="185421" name="Object 77"/>
          <p:cNvGraphicFramePr>
            <a:graphicFrameLocks noChangeAspect="1"/>
          </p:cNvGraphicFramePr>
          <p:nvPr/>
        </p:nvGraphicFramePr>
        <p:xfrm>
          <a:off x="7820025" y="1665288"/>
          <a:ext cx="388938" cy="300037"/>
        </p:xfrm>
        <a:graphic>
          <a:graphicData uri="http://schemas.openxmlformats.org/presentationml/2006/ole">
            <p:oleObj spid="_x0000_s32775" name="公式" r:id="rId8" imgW="215640" imgH="164880" progId="Equation.3">
              <p:embed/>
            </p:oleObj>
          </a:graphicData>
        </a:graphic>
      </p:graphicFrame>
      <p:sp>
        <p:nvSpPr>
          <p:cNvPr id="185581" name="Text Box 237"/>
          <p:cNvSpPr txBox="1">
            <a:spLocks noChangeArrowheads="1"/>
          </p:cNvSpPr>
          <p:nvPr/>
        </p:nvSpPr>
        <p:spPr bwMode="auto">
          <a:xfrm>
            <a:off x="495300" y="2303463"/>
            <a:ext cx="1962150" cy="457200"/>
          </a:xfrm>
          <a:prstGeom prst="rect">
            <a:avLst/>
          </a:prstGeom>
          <a:noFill/>
          <a:ln w="9525">
            <a:noFill/>
            <a:miter lim="800000"/>
            <a:headEnd/>
            <a:tailEnd/>
          </a:ln>
        </p:spPr>
        <p:txBody>
          <a:bodyPr>
            <a:spAutoFit/>
          </a:bodyPr>
          <a:lstStyle/>
          <a:p>
            <a:pPr eaLnBrk="0" hangingPunct="0">
              <a:buClr>
                <a:srgbClr val="66CCFF"/>
              </a:buClr>
              <a:buFont typeface="Wingdings" pitchFamily="2" charset="2"/>
              <a:buNone/>
            </a:pPr>
            <a:r>
              <a:rPr lang="zh-CN" altLang="en-US" sz="2400">
                <a:solidFill>
                  <a:srgbClr val="FF6600"/>
                </a:solidFill>
                <a:latin typeface="Times New Roman" pitchFamily="18" charset="0"/>
              </a:rPr>
              <a:t>平动的特点</a:t>
            </a:r>
            <a:endParaRPr lang="zh-CN" altLang="en-US" sz="2400" b="0">
              <a:solidFill>
                <a:srgbClr val="FF6600"/>
              </a:solidFill>
              <a:latin typeface="Times New Roman" pitchFamily="18" charset="0"/>
            </a:endParaRPr>
          </a:p>
        </p:txBody>
      </p:sp>
      <p:sp>
        <p:nvSpPr>
          <p:cNvPr id="185582" name="AutoShape 238"/>
          <p:cNvSpPr>
            <a:spLocks noChangeArrowheads="1"/>
          </p:cNvSpPr>
          <p:nvPr/>
        </p:nvSpPr>
        <p:spPr bwMode="auto">
          <a:xfrm>
            <a:off x="161925" y="2205038"/>
            <a:ext cx="360363"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sz="2400">
              <a:latin typeface="Times New Roman" pitchFamily="18" charset="0"/>
            </a:endParaRPr>
          </a:p>
        </p:txBody>
      </p:sp>
      <p:sp>
        <p:nvSpPr>
          <p:cNvPr id="185583" name="Freeform 239"/>
          <p:cNvSpPr>
            <a:spLocks/>
          </p:cNvSpPr>
          <p:nvPr/>
        </p:nvSpPr>
        <p:spPr bwMode="auto">
          <a:xfrm>
            <a:off x="4498975" y="2681288"/>
            <a:ext cx="2809875" cy="1944687"/>
          </a:xfrm>
          <a:custGeom>
            <a:avLst/>
            <a:gdLst>
              <a:gd name="T0" fmla="*/ 2147483647 w 874"/>
              <a:gd name="T1" fmla="*/ 0 h 672"/>
              <a:gd name="T2" fmla="*/ 2147483647 w 874"/>
              <a:gd name="T3" fmla="*/ 401977256 h 672"/>
              <a:gd name="T4" fmla="*/ 2005177197 w 874"/>
              <a:gd name="T5" fmla="*/ 535969614 h 672"/>
              <a:gd name="T6" fmla="*/ 1012924692 w 874"/>
              <a:gd name="T7" fmla="*/ 669961972 h 672"/>
              <a:gd name="T8" fmla="*/ 682172718 w 874"/>
              <a:gd name="T9" fmla="*/ 937946870 h 672"/>
              <a:gd name="T10" fmla="*/ 186046516 w 874"/>
              <a:gd name="T11" fmla="*/ 1071942122 h 672"/>
              <a:gd name="T12" fmla="*/ 20672193 w 874"/>
              <a:gd name="T13" fmla="*/ 1741904275 h 672"/>
              <a:gd name="T14" fmla="*/ 2147483647 w 874"/>
              <a:gd name="T15" fmla="*/ 2147483647 h 672"/>
              <a:gd name="T16" fmla="*/ 2147483647 w 874"/>
              <a:gd name="T17" fmla="*/ 2147483647 h 672"/>
              <a:gd name="T18" fmla="*/ 2147483647 w 874"/>
              <a:gd name="T19" fmla="*/ 2147483647 h 672"/>
              <a:gd name="T20" fmla="*/ 2147483647 w 874"/>
              <a:gd name="T21" fmla="*/ 2147483647 h 672"/>
              <a:gd name="T22" fmla="*/ 2147483647 w 874"/>
              <a:gd name="T23" fmla="*/ 2147483647 h 672"/>
              <a:gd name="T24" fmla="*/ 2147483647 w 874"/>
              <a:gd name="T25" fmla="*/ 2147483647 h 672"/>
              <a:gd name="T26" fmla="*/ 2147483647 w 874"/>
              <a:gd name="T27" fmla="*/ 2147483647 h 672"/>
              <a:gd name="T28" fmla="*/ 2147483647 w 874"/>
              <a:gd name="T29" fmla="*/ 2147483647 h 672"/>
              <a:gd name="T30" fmla="*/ 2147483647 w 874"/>
              <a:gd name="T31" fmla="*/ 1339926838 h 672"/>
              <a:gd name="T32" fmla="*/ 2147483647 w 874"/>
              <a:gd name="T33" fmla="*/ 1004943049 h 672"/>
              <a:gd name="T34" fmla="*/ 2147483647 w 874"/>
              <a:gd name="T35" fmla="*/ 535969614 h 672"/>
              <a:gd name="T36" fmla="*/ 2147483647 w 874"/>
              <a:gd name="T37" fmla="*/ 0 h 6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74"/>
              <a:gd name="T58" fmla="*/ 0 h 672"/>
              <a:gd name="T59" fmla="*/ 874 w 874"/>
              <a:gd name="T60" fmla="*/ 672 h 6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74" h="672">
                <a:moveTo>
                  <a:pt x="578" y="0"/>
                </a:moveTo>
                <a:cubicBezTo>
                  <a:pt x="466" y="16"/>
                  <a:pt x="354" y="32"/>
                  <a:pt x="242" y="48"/>
                </a:cubicBezTo>
                <a:cubicBezTo>
                  <a:pt x="226" y="53"/>
                  <a:pt x="210" y="60"/>
                  <a:pt x="194" y="64"/>
                </a:cubicBezTo>
                <a:cubicBezTo>
                  <a:pt x="162" y="71"/>
                  <a:pt x="98" y="80"/>
                  <a:pt x="98" y="80"/>
                </a:cubicBezTo>
                <a:cubicBezTo>
                  <a:pt x="87" y="91"/>
                  <a:pt x="79" y="104"/>
                  <a:pt x="66" y="112"/>
                </a:cubicBezTo>
                <a:cubicBezTo>
                  <a:pt x="52" y="121"/>
                  <a:pt x="29" y="115"/>
                  <a:pt x="18" y="128"/>
                </a:cubicBezTo>
                <a:cubicBezTo>
                  <a:pt x="0" y="148"/>
                  <a:pt x="9" y="182"/>
                  <a:pt x="2" y="208"/>
                </a:cubicBezTo>
                <a:cubicBezTo>
                  <a:pt x="21" y="397"/>
                  <a:pt x="117" y="469"/>
                  <a:pt x="282" y="552"/>
                </a:cubicBezTo>
                <a:cubicBezTo>
                  <a:pt x="330" y="576"/>
                  <a:pt x="377" y="635"/>
                  <a:pt x="426" y="648"/>
                </a:cubicBezTo>
                <a:cubicBezTo>
                  <a:pt x="507" y="670"/>
                  <a:pt x="599" y="664"/>
                  <a:pt x="682" y="672"/>
                </a:cubicBezTo>
                <a:cubicBezTo>
                  <a:pt x="695" y="667"/>
                  <a:pt x="714" y="668"/>
                  <a:pt x="722" y="656"/>
                </a:cubicBezTo>
                <a:cubicBezTo>
                  <a:pt x="734" y="639"/>
                  <a:pt x="740" y="568"/>
                  <a:pt x="746" y="544"/>
                </a:cubicBezTo>
                <a:cubicBezTo>
                  <a:pt x="757" y="501"/>
                  <a:pt x="781" y="480"/>
                  <a:pt x="794" y="440"/>
                </a:cubicBezTo>
                <a:cubicBezTo>
                  <a:pt x="801" y="419"/>
                  <a:pt x="802" y="396"/>
                  <a:pt x="810" y="376"/>
                </a:cubicBezTo>
                <a:cubicBezTo>
                  <a:pt x="827" y="336"/>
                  <a:pt x="860" y="307"/>
                  <a:pt x="874" y="264"/>
                </a:cubicBezTo>
                <a:cubicBezTo>
                  <a:pt x="870" y="235"/>
                  <a:pt x="869" y="183"/>
                  <a:pt x="842" y="160"/>
                </a:cubicBezTo>
                <a:cubicBezTo>
                  <a:pt x="817" y="139"/>
                  <a:pt x="783" y="134"/>
                  <a:pt x="754" y="120"/>
                </a:cubicBezTo>
                <a:cubicBezTo>
                  <a:pt x="726" y="106"/>
                  <a:pt x="708" y="81"/>
                  <a:pt x="682" y="64"/>
                </a:cubicBezTo>
                <a:cubicBezTo>
                  <a:pt x="658" y="29"/>
                  <a:pt x="619" y="10"/>
                  <a:pt x="578" y="0"/>
                </a:cubicBezTo>
                <a:close/>
              </a:path>
            </a:pathLst>
          </a:custGeom>
          <a:solidFill>
            <a:srgbClr val="00FF00">
              <a:alpha val="50195"/>
            </a:srgbClr>
          </a:solidFill>
          <a:ln w="9525">
            <a:miter lim="800000"/>
            <a:headEnd/>
            <a:tailEnd/>
          </a:ln>
          <a:scene3d>
            <a:camera prst="legacyObliqueBottomLeft"/>
            <a:lightRig rig="legacyFlat1" dir="t"/>
          </a:scene3d>
          <a:sp3d extrusionH="163500" prstMaterial="legacyPlastic">
            <a:bevelT w="13500" h="13500" prst="angle"/>
            <a:bevelB w="13500" h="13500" prst="angle"/>
            <a:extrusionClr>
              <a:srgbClr val="00FF00"/>
            </a:extrusionClr>
          </a:sp3d>
        </p:spPr>
        <p:txBody>
          <a:bodyPr wrap="none" anchor="ctr">
            <a:flatTx/>
          </a:bodyPr>
          <a:lstStyle/>
          <a:p>
            <a:endParaRPr lang="zh-CN" altLang="en-US"/>
          </a:p>
        </p:txBody>
      </p:sp>
      <p:grpSp>
        <p:nvGrpSpPr>
          <p:cNvPr id="2" name="Group 240"/>
          <p:cNvGrpSpPr>
            <a:grpSpLocks/>
          </p:cNvGrpSpPr>
          <p:nvPr/>
        </p:nvGrpSpPr>
        <p:grpSpPr bwMode="auto">
          <a:xfrm>
            <a:off x="4497388" y="2681288"/>
            <a:ext cx="2809875" cy="1944687"/>
            <a:chOff x="2652" y="1026"/>
            <a:chExt cx="1770" cy="1225"/>
          </a:xfrm>
        </p:grpSpPr>
        <p:sp>
          <p:nvSpPr>
            <p:cNvPr id="32833" name="Freeform 241"/>
            <p:cNvSpPr>
              <a:spLocks/>
            </p:cNvSpPr>
            <p:nvPr/>
          </p:nvSpPr>
          <p:spPr bwMode="auto">
            <a:xfrm>
              <a:off x="2652" y="1026"/>
              <a:ext cx="1770" cy="1225"/>
            </a:xfrm>
            <a:custGeom>
              <a:avLst/>
              <a:gdLst>
                <a:gd name="T0" fmla="*/ 2371 w 874"/>
                <a:gd name="T1" fmla="*/ 0 h 672"/>
                <a:gd name="T2" fmla="*/ 992 w 874"/>
                <a:gd name="T3" fmla="*/ 159 h 672"/>
                <a:gd name="T4" fmla="*/ 796 w 874"/>
                <a:gd name="T5" fmla="*/ 213 h 672"/>
                <a:gd name="T6" fmla="*/ 401 w 874"/>
                <a:gd name="T7" fmla="*/ 266 h 672"/>
                <a:gd name="T8" fmla="*/ 271 w 874"/>
                <a:gd name="T9" fmla="*/ 372 h 672"/>
                <a:gd name="T10" fmla="*/ 73 w 874"/>
                <a:gd name="T11" fmla="*/ 425 h 672"/>
                <a:gd name="T12" fmla="*/ 8 w 874"/>
                <a:gd name="T13" fmla="*/ 691 h 672"/>
                <a:gd name="T14" fmla="*/ 1156 w 874"/>
                <a:gd name="T15" fmla="*/ 1834 h 672"/>
                <a:gd name="T16" fmla="*/ 1748 w 874"/>
                <a:gd name="T17" fmla="*/ 2153 h 672"/>
                <a:gd name="T18" fmla="*/ 2797 w 874"/>
                <a:gd name="T19" fmla="*/ 2233 h 672"/>
                <a:gd name="T20" fmla="*/ 2961 w 874"/>
                <a:gd name="T21" fmla="*/ 2180 h 672"/>
                <a:gd name="T22" fmla="*/ 3060 w 874"/>
                <a:gd name="T23" fmla="*/ 1808 h 672"/>
                <a:gd name="T24" fmla="*/ 3256 w 874"/>
                <a:gd name="T25" fmla="*/ 1462 h 672"/>
                <a:gd name="T26" fmla="*/ 3321 w 874"/>
                <a:gd name="T27" fmla="*/ 1249 h 672"/>
                <a:gd name="T28" fmla="*/ 3585 w 874"/>
                <a:gd name="T29" fmla="*/ 877 h 672"/>
                <a:gd name="T30" fmla="*/ 3453 w 874"/>
                <a:gd name="T31" fmla="*/ 532 h 672"/>
                <a:gd name="T32" fmla="*/ 3092 w 874"/>
                <a:gd name="T33" fmla="*/ 399 h 672"/>
                <a:gd name="T34" fmla="*/ 2797 w 874"/>
                <a:gd name="T35" fmla="*/ 213 h 672"/>
                <a:gd name="T36" fmla="*/ 2371 w 874"/>
                <a:gd name="T37" fmla="*/ 0 h 6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74"/>
                <a:gd name="T58" fmla="*/ 0 h 672"/>
                <a:gd name="T59" fmla="*/ 874 w 874"/>
                <a:gd name="T60" fmla="*/ 672 h 6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74" h="672">
                  <a:moveTo>
                    <a:pt x="578" y="0"/>
                  </a:moveTo>
                  <a:cubicBezTo>
                    <a:pt x="466" y="16"/>
                    <a:pt x="354" y="32"/>
                    <a:pt x="242" y="48"/>
                  </a:cubicBezTo>
                  <a:cubicBezTo>
                    <a:pt x="226" y="53"/>
                    <a:pt x="210" y="60"/>
                    <a:pt x="194" y="64"/>
                  </a:cubicBezTo>
                  <a:cubicBezTo>
                    <a:pt x="162" y="71"/>
                    <a:pt x="98" y="80"/>
                    <a:pt x="98" y="80"/>
                  </a:cubicBezTo>
                  <a:cubicBezTo>
                    <a:pt x="87" y="91"/>
                    <a:pt x="79" y="104"/>
                    <a:pt x="66" y="112"/>
                  </a:cubicBezTo>
                  <a:cubicBezTo>
                    <a:pt x="52" y="121"/>
                    <a:pt x="29" y="115"/>
                    <a:pt x="18" y="128"/>
                  </a:cubicBezTo>
                  <a:cubicBezTo>
                    <a:pt x="0" y="148"/>
                    <a:pt x="9" y="182"/>
                    <a:pt x="2" y="208"/>
                  </a:cubicBezTo>
                  <a:cubicBezTo>
                    <a:pt x="21" y="397"/>
                    <a:pt x="117" y="469"/>
                    <a:pt x="282" y="552"/>
                  </a:cubicBezTo>
                  <a:cubicBezTo>
                    <a:pt x="330" y="576"/>
                    <a:pt x="377" y="635"/>
                    <a:pt x="426" y="648"/>
                  </a:cubicBezTo>
                  <a:cubicBezTo>
                    <a:pt x="507" y="670"/>
                    <a:pt x="599" y="664"/>
                    <a:pt x="682" y="672"/>
                  </a:cubicBezTo>
                  <a:cubicBezTo>
                    <a:pt x="695" y="667"/>
                    <a:pt x="714" y="668"/>
                    <a:pt x="722" y="656"/>
                  </a:cubicBezTo>
                  <a:cubicBezTo>
                    <a:pt x="734" y="639"/>
                    <a:pt x="740" y="568"/>
                    <a:pt x="746" y="544"/>
                  </a:cubicBezTo>
                  <a:cubicBezTo>
                    <a:pt x="757" y="501"/>
                    <a:pt x="781" y="480"/>
                    <a:pt x="794" y="440"/>
                  </a:cubicBezTo>
                  <a:cubicBezTo>
                    <a:pt x="801" y="419"/>
                    <a:pt x="802" y="396"/>
                    <a:pt x="810" y="376"/>
                  </a:cubicBezTo>
                  <a:cubicBezTo>
                    <a:pt x="827" y="336"/>
                    <a:pt x="860" y="307"/>
                    <a:pt x="874" y="264"/>
                  </a:cubicBezTo>
                  <a:cubicBezTo>
                    <a:pt x="870" y="235"/>
                    <a:pt x="869" y="183"/>
                    <a:pt x="842" y="160"/>
                  </a:cubicBezTo>
                  <a:cubicBezTo>
                    <a:pt x="817" y="139"/>
                    <a:pt x="783" y="134"/>
                    <a:pt x="754" y="120"/>
                  </a:cubicBezTo>
                  <a:cubicBezTo>
                    <a:pt x="726" y="106"/>
                    <a:pt x="708" y="81"/>
                    <a:pt x="682" y="64"/>
                  </a:cubicBezTo>
                  <a:cubicBezTo>
                    <a:pt x="658" y="29"/>
                    <a:pt x="619" y="10"/>
                    <a:pt x="578" y="0"/>
                  </a:cubicBezTo>
                  <a:close/>
                </a:path>
              </a:pathLst>
            </a:custGeom>
            <a:solidFill>
              <a:srgbClr val="00FF00">
                <a:alpha val="50195"/>
              </a:srgbClr>
            </a:solidFill>
            <a:ln w="9525">
              <a:miter lim="800000"/>
              <a:headEnd/>
              <a:tailEnd/>
            </a:ln>
            <a:scene3d>
              <a:camera prst="legacyObliqueBottomLeft"/>
              <a:lightRig rig="legacyFlat1" dir="t"/>
            </a:scene3d>
            <a:sp3d extrusionH="163500" prstMaterial="legacyPlastic">
              <a:bevelT w="13500" h="13500" prst="angle"/>
              <a:bevelB w="13500" h="13500" prst="angle"/>
              <a:extrusionClr>
                <a:srgbClr val="00FF00"/>
              </a:extrusionClr>
            </a:sp3d>
          </p:spPr>
          <p:txBody>
            <a:bodyPr wrap="none" anchor="ctr">
              <a:flatTx/>
            </a:bodyPr>
            <a:lstStyle/>
            <a:p>
              <a:endParaRPr lang="zh-CN" altLang="en-US"/>
            </a:p>
          </p:txBody>
        </p:sp>
        <p:sp>
          <p:nvSpPr>
            <p:cNvPr id="32834" name="Rectangle 242"/>
            <p:cNvSpPr>
              <a:spLocks noChangeArrowheads="1"/>
            </p:cNvSpPr>
            <p:nvPr/>
          </p:nvSpPr>
          <p:spPr bwMode="auto">
            <a:xfrm>
              <a:off x="2834" y="1253"/>
              <a:ext cx="287" cy="288"/>
            </a:xfrm>
            <a:prstGeom prst="rect">
              <a:avLst/>
            </a:prstGeom>
            <a:noFill/>
            <a:ln w="9525">
              <a:noFill/>
              <a:miter lim="800000"/>
              <a:headEnd/>
              <a:tailEnd/>
            </a:ln>
          </p:spPr>
          <p:txBody>
            <a:bodyPr wrap="none">
              <a:spAutoFit/>
            </a:bodyPr>
            <a:lstStyle/>
            <a:p>
              <a:pPr algn="ctr"/>
              <a:r>
                <a:rPr kumimoji="1" lang="en-US" altLang="zh-CN" sz="2400" i="1">
                  <a:solidFill>
                    <a:srgbClr val="FF0000"/>
                  </a:solidFill>
                  <a:latin typeface="Times New Roman" pitchFamily="18" charset="0"/>
                </a:rPr>
                <a:t>M</a:t>
              </a:r>
              <a:endParaRPr kumimoji="1" lang="en-US" altLang="zh-CN" sz="2400">
                <a:solidFill>
                  <a:srgbClr val="FF0000"/>
                </a:solidFill>
                <a:latin typeface="Times New Roman" pitchFamily="18" charset="0"/>
              </a:endParaRPr>
            </a:p>
          </p:txBody>
        </p:sp>
      </p:grpSp>
      <p:sp>
        <p:nvSpPr>
          <p:cNvPr id="185587" name="Rectangle 243"/>
          <p:cNvSpPr>
            <a:spLocks noChangeArrowheads="1"/>
          </p:cNvSpPr>
          <p:nvPr/>
        </p:nvSpPr>
        <p:spPr bwMode="auto">
          <a:xfrm>
            <a:off x="3281363" y="4900613"/>
            <a:ext cx="404812" cy="457200"/>
          </a:xfrm>
          <a:prstGeom prst="rect">
            <a:avLst/>
          </a:prstGeom>
          <a:noFill/>
          <a:ln w="9525">
            <a:noFill/>
            <a:miter lim="800000"/>
            <a:headEnd/>
            <a:tailEnd/>
          </a:ln>
        </p:spPr>
        <p:txBody>
          <a:bodyPr wrap="none">
            <a:spAutoFit/>
          </a:bodyPr>
          <a:lstStyle/>
          <a:p>
            <a:pPr algn="ctr"/>
            <a:r>
              <a:rPr kumimoji="1" lang="en-US" altLang="zh-CN" sz="2400" i="1">
                <a:solidFill>
                  <a:srgbClr val="3333CC"/>
                </a:solidFill>
                <a:latin typeface="Times New Roman" pitchFamily="18" charset="0"/>
              </a:rPr>
              <a:t>O</a:t>
            </a:r>
          </a:p>
        </p:txBody>
      </p:sp>
      <p:grpSp>
        <p:nvGrpSpPr>
          <p:cNvPr id="3" name="Group 244"/>
          <p:cNvGrpSpPr>
            <a:grpSpLocks/>
          </p:cNvGrpSpPr>
          <p:nvPr/>
        </p:nvGrpSpPr>
        <p:grpSpPr bwMode="auto">
          <a:xfrm>
            <a:off x="2914650" y="2205038"/>
            <a:ext cx="5761038" cy="3887787"/>
            <a:chOff x="1655" y="754"/>
            <a:chExt cx="3629" cy="2449"/>
          </a:xfrm>
        </p:grpSpPr>
        <p:sp>
          <p:nvSpPr>
            <p:cNvPr id="32827" name="Line 245"/>
            <p:cNvSpPr>
              <a:spLocks noChangeShapeType="1"/>
            </p:cNvSpPr>
            <p:nvPr/>
          </p:nvSpPr>
          <p:spPr bwMode="auto">
            <a:xfrm flipV="1">
              <a:off x="2147" y="845"/>
              <a:ext cx="0" cy="1791"/>
            </a:xfrm>
            <a:prstGeom prst="line">
              <a:avLst/>
            </a:prstGeom>
            <a:noFill/>
            <a:ln w="28575">
              <a:solidFill>
                <a:schemeClr val="accent2"/>
              </a:solidFill>
              <a:round/>
              <a:headEnd/>
              <a:tailEnd type="triangle" w="med" len="lg"/>
            </a:ln>
          </p:spPr>
          <p:txBody>
            <a:bodyPr wrap="none" anchor="ctr"/>
            <a:lstStyle/>
            <a:p>
              <a:endParaRPr lang="zh-CN" altLang="en-US"/>
            </a:p>
          </p:txBody>
        </p:sp>
        <p:sp>
          <p:nvSpPr>
            <p:cNvPr id="32828" name="Line 246"/>
            <p:cNvSpPr>
              <a:spLocks noChangeShapeType="1"/>
            </p:cNvSpPr>
            <p:nvPr/>
          </p:nvSpPr>
          <p:spPr bwMode="auto">
            <a:xfrm>
              <a:off x="2147" y="2636"/>
              <a:ext cx="3091" cy="0"/>
            </a:xfrm>
            <a:prstGeom prst="line">
              <a:avLst/>
            </a:prstGeom>
            <a:noFill/>
            <a:ln w="28575">
              <a:solidFill>
                <a:schemeClr val="accent2"/>
              </a:solidFill>
              <a:round/>
              <a:headEnd/>
              <a:tailEnd type="triangle" w="med" len="lg"/>
            </a:ln>
          </p:spPr>
          <p:txBody>
            <a:bodyPr wrap="none" anchor="ctr"/>
            <a:lstStyle/>
            <a:p>
              <a:endParaRPr lang="zh-CN" altLang="en-US"/>
            </a:p>
          </p:txBody>
        </p:sp>
        <p:sp>
          <p:nvSpPr>
            <p:cNvPr id="32829" name="Rectangle 247"/>
            <p:cNvSpPr>
              <a:spLocks noChangeArrowheads="1"/>
            </p:cNvSpPr>
            <p:nvPr/>
          </p:nvSpPr>
          <p:spPr bwMode="auto">
            <a:xfrm>
              <a:off x="1754" y="2915"/>
              <a:ext cx="212" cy="288"/>
            </a:xfrm>
            <a:prstGeom prst="rect">
              <a:avLst/>
            </a:prstGeom>
            <a:noFill/>
            <a:ln w="9525">
              <a:noFill/>
              <a:miter lim="800000"/>
              <a:headEnd/>
              <a:tailEnd/>
            </a:ln>
          </p:spPr>
          <p:txBody>
            <a:bodyPr wrap="none">
              <a:spAutoFit/>
            </a:bodyPr>
            <a:lstStyle/>
            <a:p>
              <a:pPr algn="ctr"/>
              <a:r>
                <a:rPr kumimoji="1" lang="en-US" altLang="zh-CN" sz="2400" i="1">
                  <a:solidFill>
                    <a:srgbClr val="000099"/>
                  </a:solidFill>
                  <a:latin typeface="Times New Roman" pitchFamily="18" charset="0"/>
                </a:rPr>
                <a:t>x</a:t>
              </a:r>
              <a:endParaRPr kumimoji="1" lang="en-US" altLang="zh-CN" sz="2400">
                <a:solidFill>
                  <a:srgbClr val="000099"/>
                </a:solidFill>
                <a:latin typeface="Times New Roman" pitchFamily="18" charset="0"/>
              </a:endParaRPr>
            </a:p>
          </p:txBody>
        </p:sp>
        <p:sp>
          <p:nvSpPr>
            <p:cNvPr id="32830" name="Rectangle 248"/>
            <p:cNvSpPr>
              <a:spLocks noChangeArrowheads="1"/>
            </p:cNvSpPr>
            <p:nvPr/>
          </p:nvSpPr>
          <p:spPr bwMode="auto">
            <a:xfrm>
              <a:off x="5083" y="2568"/>
              <a:ext cx="201" cy="288"/>
            </a:xfrm>
            <a:prstGeom prst="rect">
              <a:avLst/>
            </a:prstGeom>
            <a:noFill/>
            <a:ln w="9525">
              <a:noFill/>
              <a:miter lim="800000"/>
              <a:headEnd/>
              <a:tailEnd/>
            </a:ln>
          </p:spPr>
          <p:txBody>
            <a:bodyPr wrap="none">
              <a:spAutoFit/>
            </a:bodyPr>
            <a:lstStyle/>
            <a:p>
              <a:pPr algn="ctr"/>
              <a:r>
                <a:rPr kumimoji="1" lang="en-US" altLang="zh-CN" sz="2400" i="1">
                  <a:solidFill>
                    <a:srgbClr val="000099"/>
                  </a:solidFill>
                  <a:latin typeface="Times New Roman" pitchFamily="18" charset="0"/>
                </a:rPr>
                <a:t>y</a:t>
              </a:r>
              <a:endParaRPr kumimoji="1" lang="en-US" altLang="zh-CN" sz="2400">
                <a:solidFill>
                  <a:srgbClr val="000099"/>
                </a:solidFill>
                <a:latin typeface="Times New Roman" pitchFamily="18" charset="0"/>
              </a:endParaRPr>
            </a:p>
          </p:txBody>
        </p:sp>
        <p:sp>
          <p:nvSpPr>
            <p:cNvPr id="32831" name="Rectangle 249"/>
            <p:cNvSpPr>
              <a:spLocks noChangeArrowheads="1"/>
            </p:cNvSpPr>
            <p:nvPr/>
          </p:nvSpPr>
          <p:spPr bwMode="auto">
            <a:xfrm>
              <a:off x="2154" y="754"/>
              <a:ext cx="191" cy="288"/>
            </a:xfrm>
            <a:prstGeom prst="rect">
              <a:avLst/>
            </a:prstGeom>
            <a:noFill/>
            <a:ln w="9525">
              <a:noFill/>
              <a:miter lim="800000"/>
              <a:headEnd/>
              <a:tailEnd/>
            </a:ln>
          </p:spPr>
          <p:txBody>
            <a:bodyPr wrap="none">
              <a:spAutoFit/>
            </a:bodyPr>
            <a:lstStyle/>
            <a:p>
              <a:pPr algn="ctr"/>
              <a:r>
                <a:rPr kumimoji="1" lang="en-US" altLang="zh-CN" sz="2400" i="1">
                  <a:solidFill>
                    <a:srgbClr val="000099"/>
                  </a:solidFill>
                  <a:latin typeface="Times New Roman" pitchFamily="18" charset="0"/>
                </a:rPr>
                <a:t>z</a:t>
              </a:r>
              <a:endParaRPr kumimoji="1" lang="en-US" altLang="zh-CN" sz="2400">
                <a:solidFill>
                  <a:srgbClr val="000099"/>
                </a:solidFill>
                <a:latin typeface="Times New Roman" pitchFamily="18" charset="0"/>
              </a:endParaRPr>
            </a:p>
          </p:txBody>
        </p:sp>
        <p:sp>
          <p:nvSpPr>
            <p:cNvPr id="32832" name="Line 250"/>
            <p:cNvSpPr>
              <a:spLocks noChangeShapeType="1"/>
            </p:cNvSpPr>
            <p:nvPr/>
          </p:nvSpPr>
          <p:spPr bwMode="auto">
            <a:xfrm flipH="1">
              <a:off x="1655" y="2636"/>
              <a:ext cx="492" cy="477"/>
            </a:xfrm>
            <a:prstGeom prst="line">
              <a:avLst/>
            </a:prstGeom>
            <a:noFill/>
            <a:ln w="28575">
              <a:solidFill>
                <a:schemeClr val="accent2"/>
              </a:solidFill>
              <a:round/>
              <a:headEnd/>
              <a:tailEnd type="triangle" w="med" len="lg"/>
            </a:ln>
          </p:spPr>
          <p:txBody>
            <a:bodyPr wrap="none" anchor="ctr"/>
            <a:lstStyle/>
            <a:p>
              <a:endParaRPr lang="zh-CN" altLang="en-US"/>
            </a:p>
          </p:txBody>
        </p:sp>
      </p:grpSp>
      <p:grpSp>
        <p:nvGrpSpPr>
          <p:cNvPr id="4" name="Group 251"/>
          <p:cNvGrpSpPr>
            <a:grpSpLocks/>
          </p:cNvGrpSpPr>
          <p:nvPr/>
        </p:nvGrpSpPr>
        <p:grpSpPr bwMode="auto">
          <a:xfrm>
            <a:off x="3678238" y="2824163"/>
            <a:ext cx="2490787" cy="2363787"/>
            <a:chOff x="2136" y="1144"/>
            <a:chExt cx="1569" cy="1489"/>
          </a:xfrm>
        </p:grpSpPr>
        <p:sp>
          <p:nvSpPr>
            <p:cNvPr id="32822" name="Line 252"/>
            <p:cNvSpPr>
              <a:spLocks noChangeShapeType="1"/>
            </p:cNvSpPr>
            <p:nvPr/>
          </p:nvSpPr>
          <p:spPr bwMode="auto">
            <a:xfrm flipV="1">
              <a:off x="2145" y="1842"/>
              <a:ext cx="1393" cy="790"/>
            </a:xfrm>
            <a:prstGeom prst="line">
              <a:avLst/>
            </a:prstGeom>
            <a:noFill/>
            <a:ln w="9525">
              <a:solidFill>
                <a:srgbClr val="CC0000"/>
              </a:solidFill>
              <a:round/>
              <a:headEnd/>
              <a:tailEnd type="triangle" w="med" len="med"/>
            </a:ln>
          </p:spPr>
          <p:txBody>
            <a:bodyPr/>
            <a:lstStyle/>
            <a:p>
              <a:endParaRPr lang="zh-CN" altLang="en-US"/>
            </a:p>
          </p:txBody>
        </p:sp>
        <p:sp>
          <p:nvSpPr>
            <p:cNvPr id="32823" name="Line 253"/>
            <p:cNvSpPr>
              <a:spLocks noChangeShapeType="1"/>
            </p:cNvSpPr>
            <p:nvPr/>
          </p:nvSpPr>
          <p:spPr bwMode="auto">
            <a:xfrm flipV="1">
              <a:off x="2136" y="1377"/>
              <a:ext cx="1421" cy="1256"/>
            </a:xfrm>
            <a:prstGeom prst="line">
              <a:avLst/>
            </a:prstGeom>
            <a:noFill/>
            <a:ln w="9525">
              <a:solidFill>
                <a:srgbClr val="CC0000"/>
              </a:solidFill>
              <a:round/>
              <a:headEnd/>
              <a:tailEnd type="triangle" w="med" len="med"/>
            </a:ln>
          </p:spPr>
          <p:txBody>
            <a:bodyPr/>
            <a:lstStyle/>
            <a:p>
              <a:endParaRPr lang="zh-CN" altLang="en-US"/>
            </a:p>
          </p:txBody>
        </p:sp>
        <p:sp>
          <p:nvSpPr>
            <p:cNvPr id="32824" name="Rectangle 254"/>
            <p:cNvSpPr>
              <a:spLocks noChangeArrowheads="1"/>
            </p:cNvSpPr>
            <p:nvPr/>
          </p:nvSpPr>
          <p:spPr bwMode="auto">
            <a:xfrm>
              <a:off x="3388" y="1797"/>
              <a:ext cx="244" cy="288"/>
            </a:xfrm>
            <a:prstGeom prst="rect">
              <a:avLst/>
            </a:prstGeom>
            <a:noFill/>
            <a:ln w="9525">
              <a:noFill/>
              <a:miter lim="800000"/>
              <a:headEnd/>
              <a:tailEnd/>
            </a:ln>
          </p:spPr>
          <p:txBody>
            <a:bodyPr wrap="none">
              <a:spAutoFit/>
            </a:bodyPr>
            <a:lstStyle/>
            <a:p>
              <a:pPr algn="ctr"/>
              <a:r>
                <a:rPr kumimoji="1" lang="en-US" altLang="zh-CN" sz="2400" i="1">
                  <a:solidFill>
                    <a:srgbClr val="FF0000"/>
                  </a:solidFill>
                  <a:latin typeface="Times New Roman" pitchFamily="18" charset="0"/>
                </a:rPr>
                <a:t>A</a:t>
              </a:r>
              <a:endParaRPr kumimoji="1" lang="en-US" altLang="zh-CN" sz="2400">
                <a:solidFill>
                  <a:srgbClr val="FF0000"/>
                </a:solidFill>
                <a:latin typeface="Times New Roman" pitchFamily="18" charset="0"/>
              </a:endParaRPr>
            </a:p>
          </p:txBody>
        </p:sp>
        <p:sp>
          <p:nvSpPr>
            <p:cNvPr id="32825" name="Rectangle 255"/>
            <p:cNvSpPr>
              <a:spLocks noChangeArrowheads="1"/>
            </p:cNvSpPr>
            <p:nvPr/>
          </p:nvSpPr>
          <p:spPr bwMode="auto">
            <a:xfrm>
              <a:off x="3461" y="1144"/>
              <a:ext cx="244" cy="288"/>
            </a:xfrm>
            <a:prstGeom prst="rect">
              <a:avLst/>
            </a:prstGeom>
            <a:noFill/>
            <a:ln w="9525">
              <a:noFill/>
              <a:miter lim="800000"/>
              <a:headEnd/>
              <a:tailEnd/>
            </a:ln>
          </p:spPr>
          <p:txBody>
            <a:bodyPr wrap="none">
              <a:spAutoFit/>
            </a:bodyPr>
            <a:lstStyle/>
            <a:p>
              <a:pPr algn="ctr"/>
              <a:r>
                <a:rPr kumimoji="1" lang="en-US" altLang="zh-CN" sz="2400" i="1">
                  <a:solidFill>
                    <a:srgbClr val="FF0000"/>
                  </a:solidFill>
                  <a:latin typeface="Times New Roman" pitchFamily="18" charset="0"/>
                </a:rPr>
                <a:t>B</a:t>
              </a:r>
              <a:endParaRPr kumimoji="1" lang="en-US" altLang="zh-CN" sz="2400">
                <a:solidFill>
                  <a:srgbClr val="FF0000"/>
                </a:solidFill>
                <a:latin typeface="Times New Roman" pitchFamily="18" charset="0"/>
              </a:endParaRPr>
            </a:p>
          </p:txBody>
        </p:sp>
        <p:graphicFrame>
          <p:nvGraphicFramePr>
            <p:cNvPr id="32788" name="Object 256"/>
            <p:cNvGraphicFramePr>
              <a:graphicFrameLocks noChangeAspect="1"/>
            </p:cNvGraphicFramePr>
            <p:nvPr/>
          </p:nvGraphicFramePr>
          <p:xfrm>
            <a:off x="3067" y="2069"/>
            <a:ext cx="176" cy="281"/>
          </p:xfrm>
          <a:graphic>
            <a:graphicData uri="http://schemas.openxmlformats.org/presentationml/2006/ole">
              <p:oleObj spid="_x0000_s32788" name="公式" r:id="rId9" imgW="279360" imgH="444240" progId="Equation.3">
                <p:embed/>
              </p:oleObj>
            </a:graphicData>
          </a:graphic>
        </p:graphicFrame>
        <p:graphicFrame>
          <p:nvGraphicFramePr>
            <p:cNvPr id="32789" name="Object 257"/>
            <p:cNvGraphicFramePr>
              <a:graphicFrameLocks noChangeAspect="1"/>
            </p:cNvGraphicFramePr>
            <p:nvPr/>
          </p:nvGraphicFramePr>
          <p:xfrm>
            <a:off x="2925" y="1516"/>
            <a:ext cx="176" cy="281"/>
          </p:xfrm>
          <a:graphic>
            <a:graphicData uri="http://schemas.openxmlformats.org/presentationml/2006/ole">
              <p:oleObj spid="_x0000_s32789" name="公式" r:id="rId10" imgW="279360" imgH="444240" progId="Equation.3">
                <p:embed/>
              </p:oleObj>
            </a:graphicData>
          </a:graphic>
        </p:graphicFrame>
        <p:sp>
          <p:nvSpPr>
            <p:cNvPr id="32826" name="Line 258"/>
            <p:cNvSpPr>
              <a:spLocks noChangeShapeType="1"/>
            </p:cNvSpPr>
            <p:nvPr/>
          </p:nvSpPr>
          <p:spPr bwMode="auto">
            <a:xfrm>
              <a:off x="3551" y="1386"/>
              <a:ext cx="0" cy="454"/>
            </a:xfrm>
            <a:prstGeom prst="line">
              <a:avLst/>
            </a:prstGeom>
            <a:noFill/>
            <a:ln w="38100">
              <a:solidFill>
                <a:srgbClr val="006600"/>
              </a:solidFill>
              <a:round/>
              <a:headEnd/>
              <a:tailEnd/>
            </a:ln>
          </p:spPr>
          <p:txBody>
            <a:bodyPr/>
            <a:lstStyle/>
            <a:p>
              <a:endParaRPr lang="zh-CN" altLang="en-US"/>
            </a:p>
          </p:txBody>
        </p:sp>
      </p:grpSp>
      <p:grpSp>
        <p:nvGrpSpPr>
          <p:cNvPr id="5" name="Group 259"/>
          <p:cNvGrpSpPr>
            <a:grpSpLocks/>
          </p:cNvGrpSpPr>
          <p:nvPr/>
        </p:nvGrpSpPr>
        <p:grpSpPr bwMode="auto">
          <a:xfrm>
            <a:off x="5945188" y="2373313"/>
            <a:ext cx="2662237" cy="2230437"/>
            <a:chOff x="3564" y="860"/>
            <a:chExt cx="1677" cy="1405"/>
          </a:xfrm>
        </p:grpSpPr>
        <p:grpSp>
          <p:nvGrpSpPr>
            <p:cNvPr id="32808" name="Group 260"/>
            <p:cNvGrpSpPr>
              <a:grpSpLocks/>
            </p:cNvGrpSpPr>
            <p:nvPr/>
          </p:nvGrpSpPr>
          <p:grpSpPr bwMode="auto">
            <a:xfrm>
              <a:off x="3564" y="860"/>
              <a:ext cx="1677" cy="1405"/>
              <a:chOff x="3564" y="868"/>
              <a:chExt cx="1677" cy="1405"/>
            </a:xfrm>
          </p:grpSpPr>
          <p:sp>
            <p:nvSpPr>
              <p:cNvPr id="32813" name="Line 261"/>
              <p:cNvSpPr>
                <a:spLocks noChangeShapeType="1"/>
              </p:cNvSpPr>
              <p:nvPr/>
            </p:nvSpPr>
            <p:spPr bwMode="auto">
              <a:xfrm>
                <a:off x="5063" y="1253"/>
                <a:ext cx="0" cy="454"/>
              </a:xfrm>
              <a:prstGeom prst="line">
                <a:avLst/>
              </a:prstGeom>
              <a:noFill/>
              <a:ln w="38100">
                <a:solidFill>
                  <a:srgbClr val="006600"/>
                </a:solidFill>
                <a:round/>
                <a:headEnd/>
                <a:tailEnd/>
              </a:ln>
            </p:spPr>
            <p:txBody>
              <a:bodyPr/>
              <a:lstStyle/>
              <a:p>
                <a:endParaRPr lang="zh-CN" altLang="en-US"/>
              </a:p>
            </p:txBody>
          </p:sp>
          <p:grpSp>
            <p:nvGrpSpPr>
              <p:cNvPr id="32814" name="Group 262"/>
              <p:cNvGrpSpPr>
                <a:grpSpLocks/>
              </p:cNvGrpSpPr>
              <p:nvPr/>
            </p:nvGrpSpPr>
            <p:grpSpPr bwMode="auto">
              <a:xfrm>
                <a:off x="3564" y="868"/>
                <a:ext cx="1677" cy="1405"/>
                <a:chOff x="3551" y="868"/>
                <a:chExt cx="1677" cy="1405"/>
              </a:xfrm>
            </p:grpSpPr>
            <p:graphicFrame>
              <p:nvGraphicFramePr>
                <p:cNvPr id="32780" name="Object 263"/>
                <p:cNvGraphicFramePr>
                  <a:graphicFrameLocks noChangeAspect="1"/>
                </p:cNvGraphicFramePr>
                <p:nvPr/>
              </p:nvGraphicFramePr>
              <p:xfrm>
                <a:off x="3776" y="1223"/>
                <a:ext cx="192" cy="249"/>
              </p:xfrm>
              <a:graphic>
                <a:graphicData uri="http://schemas.openxmlformats.org/presentationml/2006/ole">
                  <p:oleObj spid="_x0000_s32780" name="公式" r:id="rId11" imgW="304560" imgH="393480" progId="Equation.3">
                    <p:embed/>
                  </p:oleObj>
                </a:graphicData>
              </a:graphic>
            </p:graphicFrame>
            <p:graphicFrame>
              <p:nvGraphicFramePr>
                <p:cNvPr id="32781" name="Object 264"/>
                <p:cNvGraphicFramePr>
                  <a:graphicFrameLocks noChangeAspect="1"/>
                </p:cNvGraphicFramePr>
                <p:nvPr/>
              </p:nvGraphicFramePr>
              <p:xfrm>
                <a:off x="4071" y="1049"/>
                <a:ext cx="208" cy="249"/>
              </p:xfrm>
              <a:graphic>
                <a:graphicData uri="http://schemas.openxmlformats.org/presentationml/2006/ole">
                  <p:oleObj spid="_x0000_s32781" name="公式" r:id="rId12" imgW="330120" imgH="393480" progId="Equation.3">
                    <p:embed/>
                  </p:oleObj>
                </a:graphicData>
              </a:graphic>
            </p:graphicFrame>
            <p:graphicFrame>
              <p:nvGraphicFramePr>
                <p:cNvPr id="32782" name="Object 265"/>
                <p:cNvGraphicFramePr>
                  <a:graphicFrameLocks noChangeAspect="1"/>
                </p:cNvGraphicFramePr>
                <p:nvPr/>
              </p:nvGraphicFramePr>
              <p:xfrm>
                <a:off x="4441" y="868"/>
                <a:ext cx="208" cy="249"/>
              </p:xfrm>
              <a:graphic>
                <a:graphicData uri="http://schemas.openxmlformats.org/presentationml/2006/ole">
                  <p:oleObj spid="_x0000_s32782" name="公式" r:id="rId13" imgW="330120" imgH="393480" progId="Equation.3">
                    <p:embed/>
                  </p:oleObj>
                </a:graphicData>
              </a:graphic>
            </p:graphicFrame>
            <p:graphicFrame>
              <p:nvGraphicFramePr>
                <p:cNvPr id="32783" name="Object 266"/>
                <p:cNvGraphicFramePr>
                  <a:graphicFrameLocks noChangeAspect="1"/>
                </p:cNvGraphicFramePr>
                <p:nvPr/>
              </p:nvGraphicFramePr>
              <p:xfrm>
                <a:off x="5012" y="1005"/>
                <a:ext cx="216" cy="248"/>
              </p:xfrm>
              <a:graphic>
                <a:graphicData uri="http://schemas.openxmlformats.org/presentationml/2006/ole">
                  <p:oleObj spid="_x0000_s32783" name="公式" r:id="rId14" imgW="342720" imgH="393480" progId="Equation.3">
                    <p:embed/>
                  </p:oleObj>
                </a:graphicData>
              </a:graphic>
            </p:graphicFrame>
            <p:graphicFrame>
              <p:nvGraphicFramePr>
                <p:cNvPr id="32784" name="Object 267"/>
                <p:cNvGraphicFramePr>
                  <a:graphicFrameLocks noChangeAspect="1"/>
                </p:cNvGraphicFramePr>
                <p:nvPr/>
              </p:nvGraphicFramePr>
              <p:xfrm>
                <a:off x="3776" y="2024"/>
                <a:ext cx="192" cy="249"/>
              </p:xfrm>
              <a:graphic>
                <a:graphicData uri="http://schemas.openxmlformats.org/presentationml/2006/ole">
                  <p:oleObj spid="_x0000_s32784" name="公式" r:id="rId15" imgW="304560" imgH="393480" progId="Equation.3">
                    <p:embed/>
                  </p:oleObj>
                </a:graphicData>
              </a:graphic>
            </p:graphicFrame>
            <p:graphicFrame>
              <p:nvGraphicFramePr>
                <p:cNvPr id="32785" name="Object 268"/>
                <p:cNvGraphicFramePr>
                  <a:graphicFrameLocks noChangeAspect="1"/>
                </p:cNvGraphicFramePr>
                <p:nvPr/>
              </p:nvGraphicFramePr>
              <p:xfrm>
                <a:off x="4123" y="1843"/>
                <a:ext cx="208" cy="249"/>
              </p:xfrm>
              <a:graphic>
                <a:graphicData uri="http://schemas.openxmlformats.org/presentationml/2006/ole">
                  <p:oleObj spid="_x0000_s32785" name="公式" r:id="rId16" imgW="330120" imgH="393480" progId="Equation.3">
                    <p:embed/>
                  </p:oleObj>
                </a:graphicData>
              </a:graphic>
            </p:graphicFrame>
            <p:graphicFrame>
              <p:nvGraphicFramePr>
                <p:cNvPr id="32786" name="Object 269"/>
                <p:cNvGraphicFramePr>
                  <a:graphicFrameLocks noChangeAspect="1"/>
                </p:cNvGraphicFramePr>
                <p:nvPr/>
              </p:nvGraphicFramePr>
              <p:xfrm>
                <a:off x="4441" y="1616"/>
                <a:ext cx="208" cy="248"/>
              </p:xfrm>
              <a:graphic>
                <a:graphicData uri="http://schemas.openxmlformats.org/presentationml/2006/ole">
                  <p:oleObj spid="_x0000_s32786" name="公式" r:id="rId17" imgW="330120" imgH="393480" progId="Equation.3">
                    <p:embed/>
                  </p:oleObj>
                </a:graphicData>
              </a:graphic>
            </p:graphicFrame>
            <p:graphicFrame>
              <p:nvGraphicFramePr>
                <p:cNvPr id="32787" name="Object 270"/>
                <p:cNvGraphicFramePr>
                  <a:graphicFrameLocks noChangeAspect="1"/>
                </p:cNvGraphicFramePr>
                <p:nvPr/>
              </p:nvGraphicFramePr>
              <p:xfrm>
                <a:off x="4929" y="1706"/>
                <a:ext cx="216" cy="249"/>
              </p:xfrm>
              <a:graphic>
                <a:graphicData uri="http://schemas.openxmlformats.org/presentationml/2006/ole">
                  <p:oleObj spid="_x0000_s32787" name="公式" r:id="rId18" imgW="342720" imgH="393480" progId="Equation.3">
                    <p:embed/>
                  </p:oleObj>
                </a:graphicData>
              </a:graphic>
            </p:graphicFrame>
            <p:sp>
              <p:nvSpPr>
                <p:cNvPr id="32815" name="Freeform 271"/>
                <p:cNvSpPr>
                  <a:spLocks/>
                </p:cNvSpPr>
                <p:nvPr/>
              </p:nvSpPr>
              <p:spPr bwMode="auto">
                <a:xfrm>
                  <a:off x="3557" y="1106"/>
                  <a:ext cx="1497" cy="446"/>
                </a:xfrm>
                <a:custGeom>
                  <a:avLst/>
                  <a:gdLst>
                    <a:gd name="T0" fmla="*/ 0 w 1497"/>
                    <a:gd name="T1" fmla="*/ 280 h 446"/>
                    <a:gd name="T2" fmla="*/ 318 w 1497"/>
                    <a:gd name="T3" fmla="*/ 416 h 446"/>
                    <a:gd name="T4" fmla="*/ 862 w 1497"/>
                    <a:gd name="T5" fmla="*/ 98 h 446"/>
                    <a:gd name="T6" fmla="*/ 1179 w 1497"/>
                    <a:gd name="T7" fmla="*/ 8 h 446"/>
                    <a:gd name="T8" fmla="*/ 1497 w 1497"/>
                    <a:gd name="T9" fmla="*/ 144 h 446"/>
                    <a:gd name="T10" fmla="*/ 0 60000 65536"/>
                    <a:gd name="T11" fmla="*/ 0 60000 65536"/>
                    <a:gd name="T12" fmla="*/ 0 60000 65536"/>
                    <a:gd name="T13" fmla="*/ 0 60000 65536"/>
                    <a:gd name="T14" fmla="*/ 0 60000 65536"/>
                    <a:gd name="T15" fmla="*/ 0 w 1497"/>
                    <a:gd name="T16" fmla="*/ 0 h 446"/>
                    <a:gd name="T17" fmla="*/ 1497 w 1497"/>
                    <a:gd name="T18" fmla="*/ 446 h 446"/>
                  </a:gdLst>
                  <a:ahLst/>
                  <a:cxnLst>
                    <a:cxn ang="T10">
                      <a:pos x="T0" y="T1"/>
                    </a:cxn>
                    <a:cxn ang="T11">
                      <a:pos x="T2" y="T3"/>
                    </a:cxn>
                    <a:cxn ang="T12">
                      <a:pos x="T4" y="T5"/>
                    </a:cxn>
                    <a:cxn ang="T13">
                      <a:pos x="T6" y="T7"/>
                    </a:cxn>
                    <a:cxn ang="T14">
                      <a:pos x="T8" y="T9"/>
                    </a:cxn>
                  </a:cxnLst>
                  <a:rect l="T15" t="T16" r="T17" b="T18"/>
                  <a:pathLst>
                    <a:path w="1497" h="446">
                      <a:moveTo>
                        <a:pt x="0" y="280"/>
                      </a:moveTo>
                      <a:cubicBezTo>
                        <a:pt x="87" y="363"/>
                        <a:pt x="174" y="446"/>
                        <a:pt x="318" y="416"/>
                      </a:cubicBezTo>
                      <a:cubicBezTo>
                        <a:pt x="462" y="386"/>
                        <a:pt x="719" y="166"/>
                        <a:pt x="862" y="98"/>
                      </a:cubicBezTo>
                      <a:cubicBezTo>
                        <a:pt x="1005" y="30"/>
                        <a:pt x="1073" y="0"/>
                        <a:pt x="1179" y="8"/>
                      </a:cubicBezTo>
                      <a:cubicBezTo>
                        <a:pt x="1285" y="16"/>
                        <a:pt x="1391" y="80"/>
                        <a:pt x="1497" y="144"/>
                      </a:cubicBezTo>
                    </a:path>
                  </a:pathLst>
                </a:custGeom>
                <a:noFill/>
                <a:ln w="28575">
                  <a:solidFill>
                    <a:srgbClr val="FF6600"/>
                  </a:solidFill>
                  <a:round/>
                  <a:headEnd/>
                  <a:tailEnd/>
                </a:ln>
              </p:spPr>
              <p:txBody>
                <a:bodyPr/>
                <a:lstStyle/>
                <a:p>
                  <a:endParaRPr lang="zh-CN" altLang="en-US"/>
                </a:p>
              </p:txBody>
            </p:sp>
            <p:sp>
              <p:nvSpPr>
                <p:cNvPr id="32816" name="Freeform 272"/>
                <p:cNvSpPr>
                  <a:spLocks/>
                </p:cNvSpPr>
                <p:nvPr/>
              </p:nvSpPr>
              <p:spPr bwMode="auto">
                <a:xfrm>
                  <a:off x="3551" y="1560"/>
                  <a:ext cx="1497" cy="446"/>
                </a:xfrm>
                <a:custGeom>
                  <a:avLst/>
                  <a:gdLst>
                    <a:gd name="T0" fmla="*/ 0 w 1497"/>
                    <a:gd name="T1" fmla="*/ 280 h 446"/>
                    <a:gd name="T2" fmla="*/ 318 w 1497"/>
                    <a:gd name="T3" fmla="*/ 416 h 446"/>
                    <a:gd name="T4" fmla="*/ 862 w 1497"/>
                    <a:gd name="T5" fmla="*/ 98 h 446"/>
                    <a:gd name="T6" fmla="*/ 1179 w 1497"/>
                    <a:gd name="T7" fmla="*/ 8 h 446"/>
                    <a:gd name="T8" fmla="*/ 1497 w 1497"/>
                    <a:gd name="T9" fmla="*/ 144 h 446"/>
                    <a:gd name="T10" fmla="*/ 0 60000 65536"/>
                    <a:gd name="T11" fmla="*/ 0 60000 65536"/>
                    <a:gd name="T12" fmla="*/ 0 60000 65536"/>
                    <a:gd name="T13" fmla="*/ 0 60000 65536"/>
                    <a:gd name="T14" fmla="*/ 0 60000 65536"/>
                    <a:gd name="T15" fmla="*/ 0 w 1497"/>
                    <a:gd name="T16" fmla="*/ 0 h 446"/>
                    <a:gd name="T17" fmla="*/ 1497 w 1497"/>
                    <a:gd name="T18" fmla="*/ 446 h 446"/>
                  </a:gdLst>
                  <a:ahLst/>
                  <a:cxnLst>
                    <a:cxn ang="T10">
                      <a:pos x="T0" y="T1"/>
                    </a:cxn>
                    <a:cxn ang="T11">
                      <a:pos x="T2" y="T3"/>
                    </a:cxn>
                    <a:cxn ang="T12">
                      <a:pos x="T4" y="T5"/>
                    </a:cxn>
                    <a:cxn ang="T13">
                      <a:pos x="T6" y="T7"/>
                    </a:cxn>
                    <a:cxn ang="T14">
                      <a:pos x="T8" y="T9"/>
                    </a:cxn>
                  </a:cxnLst>
                  <a:rect l="T15" t="T16" r="T17" b="T18"/>
                  <a:pathLst>
                    <a:path w="1497" h="446">
                      <a:moveTo>
                        <a:pt x="0" y="280"/>
                      </a:moveTo>
                      <a:cubicBezTo>
                        <a:pt x="87" y="363"/>
                        <a:pt x="174" y="446"/>
                        <a:pt x="318" y="416"/>
                      </a:cubicBezTo>
                      <a:cubicBezTo>
                        <a:pt x="462" y="386"/>
                        <a:pt x="719" y="166"/>
                        <a:pt x="862" y="98"/>
                      </a:cubicBezTo>
                      <a:cubicBezTo>
                        <a:pt x="1005" y="30"/>
                        <a:pt x="1073" y="0"/>
                        <a:pt x="1179" y="8"/>
                      </a:cubicBezTo>
                      <a:cubicBezTo>
                        <a:pt x="1285" y="16"/>
                        <a:pt x="1391" y="80"/>
                        <a:pt x="1497" y="144"/>
                      </a:cubicBezTo>
                    </a:path>
                  </a:pathLst>
                </a:custGeom>
                <a:noFill/>
                <a:ln w="28575">
                  <a:solidFill>
                    <a:srgbClr val="FF6600"/>
                  </a:solidFill>
                  <a:round/>
                  <a:headEnd/>
                  <a:tailEnd/>
                </a:ln>
              </p:spPr>
              <p:txBody>
                <a:bodyPr/>
                <a:lstStyle/>
                <a:p>
                  <a:endParaRPr lang="zh-CN" altLang="en-US"/>
                </a:p>
              </p:txBody>
            </p:sp>
            <p:sp>
              <p:nvSpPr>
                <p:cNvPr id="32817" name="Line 273"/>
                <p:cNvSpPr>
                  <a:spLocks noChangeShapeType="1"/>
                </p:cNvSpPr>
                <p:nvPr/>
              </p:nvSpPr>
              <p:spPr bwMode="auto">
                <a:xfrm>
                  <a:off x="3884" y="1522"/>
                  <a:ext cx="0" cy="454"/>
                </a:xfrm>
                <a:prstGeom prst="line">
                  <a:avLst/>
                </a:prstGeom>
                <a:noFill/>
                <a:ln w="38100">
                  <a:solidFill>
                    <a:srgbClr val="006600"/>
                  </a:solidFill>
                  <a:round/>
                  <a:headEnd/>
                  <a:tailEnd/>
                </a:ln>
              </p:spPr>
              <p:txBody>
                <a:bodyPr/>
                <a:lstStyle/>
                <a:p>
                  <a:endParaRPr lang="zh-CN" altLang="en-US"/>
                </a:p>
              </p:txBody>
            </p:sp>
            <p:sp>
              <p:nvSpPr>
                <p:cNvPr id="32818" name="Line 274"/>
                <p:cNvSpPr>
                  <a:spLocks noChangeShapeType="1"/>
                </p:cNvSpPr>
                <p:nvPr/>
              </p:nvSpPr>
              <p:spPr bwMode="auto">
                <a:xfrm>
                  <a:off x="4217" y="1335"/>
                  <a:ext cx="0" cy="454"/>
                </a:xfrm>
                <a:prstGeom prst="line">
                  <a:avLst/>
                </a:prstGeom>
                <a:noFill/>
                <a:ln w="38100">
                  <a:solidFill>
                    <a:srgbClr val="006600"/>
                  </a:solidFill>
                  <a:round/>
                  <a:headEnd/>
                  <a:tailEnd/>
                </a:ln>
              </p:spPr>
              <p:txBody>
                <a:bodyPr/>
                <a:lstStyle/>
                <a:p>
                  <a:endParaRPr lang="zh-CN" altLang="en-US"/>
                </a:p>
              </p:txBody>
            </p:sp>
            <p:sp>
              <p:nvSpPr>
                <p:cNvPr id="32819" name="Line 275"/>
                <p:cNvSpPr>
                  <a:spLocks noChangeShapeType="1"/>
                </p:cNvSpPr>
                <p:nvPr/>
              </p:nvSpPr>
              <p:spPr bwMode="auto">
                <a:xfrm>
                  <a:off x="4550" y="1148"/>
                  <a:ext cx="0" cy="454"/>
                </a:xfrm>
                <a:prstGeom prst="line">
                  <a:avLst/>
                </a:prstGeom>
                <a:noFill/>
                <a:ln w="38100">
                  <a:solidFill>
                    <a:srgbClr val="006600"/>
                  </a:solidFill>
                  <a:round/>
                  <a:headEnd/>
                  <a:tailEnd/>
                </a:ln>
              </p:spPr>
              <p:txBody>
                <a:bodyPr/>
                <a:lstStyle/>
                <a:p>
                  <a:endParaRPr lang="zh-CN" altLang="en-US"/>
                </a:p>
              </p:txBody>
            </p:sp>
            <p:sp>
              <p:nvSpPr>
                <p:cNvPr id="32820" name="Line 276"/>
                <p:cNvSpPr>
                  <a:spLocks noChangeShapeType="1"/>
                </p:cNvSpPr>
                <p:nvPr/>
              </p:nvSpPr>
              <p:spPr bwMode="auto">
                <a:xfrm>
                  <a:off x="3557" y="1380"/>
                  <a:ext cx="318" cy="136"/>
                </a:xfrm>
                <a:prstGeom prst="line">
                  <a:avLst/>
                </a:prstGeom>
                <a:noFill/>
                <a:ln w="19050">
                  <a:solidFill>
                    <a:srgbClr val="660066"/>
                  </a:solidFill>
                  <a:round/>
                  <a:headEnd/>
                  <a:tailEnd/>
                </a:ln>
              </p:spPr>
              <p:txBody>
                <a:bodyPr/>
                <a:lstStyle/>
                <a:p>
                  <a:endParaRPr lang="zh-CN" altLang="en-US"/>
                </a:p>
              </p:txBody>
            </p:sp>
            <p:sp>
              <p:nvSpPr>
                <p:cNvPr id="32821" name="Line 277"/>
                <p:cNvSpPr>
                  <a:spLocks noChangeShapeType="1"/>
                </p:cNvSpPr>
                <p:nvPr/>
              </p:nvSpPr>
              <p:spPr bwMode="auto">
                <a:xfrm>
                  <a:off x="3554" y="1837"/>
                  <a:ext cx="318" cy="136"/>
                </a:xfrm>
                <a:prstGeom prst="line">
                  <a:avLst/>
                </a:prstGeom>
                <a:noFill/>
                <a:ln w="19050">
                  <a:solidFill>
                    <a:srgbClr val="660066"/>
                  </a:solidFill>
                  <a:round/>
                  <a:headEnd/>
                  <a:tailEnd/>
                </a:ln>
              </p:spPr>
              <p:txBody>
                <a:bodyPr/>
                <a:lstStyle/>
                <a:p>
                  <a:endParaRPr lang="zh-CN" altLang="en-US"/>
                </a:p>
              </p:txBody>
            </p:sp>
          </p:grpSp>
        </p:grpSp>
        <p:sp>
          <p:nvSpPr>
            <p:cNvPr id="32809" name="Line 278"/>
            <p:cNvSpPr>
              <a:spLocks noChangeShapeType="1"/>
            </p:cNvSpPr>
            <p:nvPr/>
          </p:nvSpPr>
          <p:spPr bwMode="auto">
            <a:xfrm flipV="1">
              <a:off x="3884" y="1322"/>
              <a:ext cx="334" cy="189"/>
            </a:xfrm>
            <a:prstGeom prst="line">
              <a:avLst/>
            </a:prstGeom>
            <a:noFill/>
            <a:ln w="19050">
              <a:solidFill>
                <a:srgbClr val="660066"/>
              </a:solidFill>
              <a:round/>
              <a:headEnd/>
              <a:tailEnd/>
            </a:ln>
          </p:spPr>
          <p:txBody>
            <a:bodyPr/>
            <a:lstStyle/>
            <a:p>
              <a:endParaRPr lang="zh-CN" altLang="en-US"/>
            </a:p>
          </p:txBody>
        </p:sp>
        <p:sp>
          <p:nvSpPr>
            <p:cNvPr id="32810" name="Line 279"/>
            <p:cNvSpPr>
              <a:spLocks noChangeShapeType="1"/>
            </p:cNvSpPr>
            <p:nvPr/>
          </p:nvSpPr>
          <p:spPr bwMode="auto">
            <a:xfrm flipV="1">
              <a:off x="3884" y="1773"/>
              <a:ext cx="334" cy="189"/>
            </a:xfrm>
            <a:prstGeom prst="line">
              <a:avLst/>
            </a:prstGeom>
            <a:noFill/>
            <a:ln w="19050">
              <a:solidFill>
                <a:srgbClr val="660066"/>
              </a:solidFill>
              <a:round/>
              <a:headEnd/>
              <a:tailEnd/>
            </a:ln>
          </p:spPr>
          <p:txBody>
            <a:bodyPr/>
            <a:lstStyle/>
            <a:p>
              <a:endParaRPr lang="zh-CN" altLang="en-US"/>
            </a:p>
          </p:txBody>
        </p:sp>
        <p:sp>
          <p:nvSpPr>
            <p:cNvPr id="32811" name="Line 280"/>
            <p:cNvSpPr>
              <a:spLocks noChangeShapeType="1"/>
            </p:cNvSpPr>
            <p:nvPr/>
          </p:nvSpPr>
          <p:spPr bwMode="auto">
            <a:xfrm flipV="1">
              <a:off x="4218" y="1595"/>
              <a:ext cx="334" cy="189"/>
            </a:xfrm>
            <a:prstGeom prst="line">
              <a:avLst/>
            </a:prstGeom>
            <a:noFill/>
            <a:ln w="19050">
              <a:solidFill>
                <a:srgbClr val="660066"/>
              </a:solidFill>
              <a:round/>
              <a:headEnd/>
              <a:tailEnd/>
            </a:ln>
          </p:spPr>
          <p:txBody>
            <a:bodyPr/>
            <a:lstStyle/>
            <a:p>
              <a:endParaRPr lang="zh-CN" altLang="en-US"/>
            </a:p>
          </p:txBody>
        </p:sp>
        <p:sp>
          <p:nvSpPr>
            <p:cNvPr id="32812" name="Line 281"/>
            <p:cNvSpPr>
              <a:spLocks noChangeShapeType="1"/>
            </p:cNvSpPr>
            <p:nvPr/>
          </p:nvSpPr>
          <p:spPr bwMode="auto">
            <a:xfrm flipV="1">
              <a:off x="4212" y="1139"/>
              <a:ext cx="334" cy="189"/>
            </a:xfrm>
            <a:prstGeom prst="line">
              <a:avLst/>
            </a:prstGeom>
            <a:noFill/>
            <a:ln w="19050">
              <a:solidFill>
                <a:srgbClr val="660066"/>
              </a:solidFill>
              <a:round/>
              <a:headEnd/>
              <a:tailEnd/>
            </a:ln>
          </p:spPr>
          <p:txBody>
            <a:bodyPr/>
            <a:lstStyle/>
            <a:p>
              <a:endParaRPr lang="zh-CN" altLang="en-US"/>
            </a:p>
          </p:txBody>
        </p:sp>
      </p:grpSp>
      <p:sp>
        <p:nvSpPr>
          <p:cNvPr id="185626" name="Text Box 282"/>
          <p:cNvSpPr txBox="1">
            <a:spLocks noChangeArrowheads="1"/>
          </p:cNvSpPr>
          <p:nvPr/>
        </p:nvSpPr>
        <p:spPr bwMode="auto">
          <a:xfrm>
            <a:off x="115888" y="2779713"/>
            <a:ext cx="3598862" cy="941387"/>
          </a:xfrm>
          <a:prstGeom prst="rect">
            <a:avLst/>
          </a:prstGeom>
          <a:noFill/>
          <a:ln w="9525">
            <a:noFill/>
            <a:miter lim="800000"/>
            <a:headEnd/>
            <a:tailEnd/>
          </a:ln>
        </p:spPr>
        <p:txBody>
          <a:bodyPr>
            <a:spAutoFit/>
          </a:bodyPr>
          <a:lstStyle/>
          <a:p>
            <a:pPr>
              <a:lnSpc>
                <a:spcPct val="115000"/>
              </a:lnSpc>
            </a:pPr>
            <a:r>
              <a:rPr lang="zh-CN" altLang="en-US" sz="2400">
                <a:solidFill>
                  <a:srgbClr val="800000"/>
                </a:solidFill>
                <a:latin typeface="Times New Roman" pitchFamily="18" charset="0"/>
              </a:rPr>
              <a:t>在刚体作平动时，刚体上各点的运动轨迹都相同</a:t>
            </a:r>
          </a:p>
        </p:txBody>
      </p:sp>
      <p:graphicFrame>
        <p:nvGraphicFramePr>
          <p:cNvPr id="185627" name="Object 283"/>
          <p:cNvGraphicFramePr>
            <a:graphicFrameLocks noChangeAspect="1"/>
          </p:cNvGraphicFramePr>
          <p:nvPr/>
        </p:nvGraphicFramePr>
        <p:xfrm>
          <a:off x="701675" y="3619500"/>
          <a:ext cx="1482725" cy="457200"/>
        </p:xfrm>
        <a:graphic>
          <a:graphicData uri="http://schemas.openxmlformats.org/presentationml/2006/ole">
            <p:oleObj spid="_x0000_s32776" name="公式" r:id="rId19" imgW="825480" imgH="253800" progId="Equation.3">
              <p:embed/>
            </p:oleObj>
          </a:graphicData>
        </a:graphic>
      </p:graphicFrame>
      <p:graphicFrame>
        <p:nvGraphicFramePr>
          <p:cNvPr id="185628" name="Object 284"/>
          <p:cNvGraphicFramePr>
            <a:graphicFrameLocks noChangeAspect="1"/>
          </p:cNvGraphicFramePr>
          <p:nvPr/>
        </p:nvGraphicFramePr>
        <p:xfrm>
          <a:off x="1042988" y="5127625"/>
          <a:ext cx="911225" cy="388938"/>
        </p:xfrm>
        <a:graphic>
          <a:graphicData uri="http://schemas.openxmlformats.org/presentationml/2006/ole">
            <p:oleObj spid="_x0000_s32777" name="公式" r:id="rId20" imgW="507960" imgH="215640" progId="Equation.3">
              <p:embed/>
            </p:oleObj>
          </a:graphicData>
        </a:graphic>
      </p:graphicFrame>
      <p:graphicFrame>
        <p:nvGraphicFramePr>
          <p:cNvPr id="185629" name="Object 285"/>
          <p:cNvGraphicFramePr>
            <a:graphicFrameLocks noChangeAspect="1"/>
          </p:cNvGraphicFramePr>
          <p:nvPr/>
        </p:nvGraphicFramePr>
        <p:xfrm>
          <a:off x="1062038" y="5561013"/>
          <a:ext cx="917575" cy="388937"/>
        </p:xfrm>
        <a:graphic>
          <a:graphicData uri="http://schemas.openxmlformats.org/presentationml/2006/ole">
            <p:oleObj spid="_x0000_s32778" name="公式" r:id="rId21" imgW="507960" imgH="215640" progId="Equation.3">
              <p:embed/>
            </p:oleObj>
          </a:graphicData>
        </a:graphic>
      </p:graphicFrame>
      <p:sp>
        <p:nvSpPr>
          <p:cNvPr id="185630" name="Text Box 286"/>
          <p:cNvSpPr txBox="1">
            <a:spLocks noChangeArrowheads="1"/>
          </p:cNvSpPr>
          <p:nvPr/>
        </p:nvSpPr>
        <p:spPr bwMode="auto">
          <a:xfrm>
            <a:off x="161925" y="6032500"/>
            <a:ext cx="8675688" cy="457200"/>
          </a:xfrm>
          <a:prstGeom prst="rect">
            <a:avLst/>
          </a:prstGeom>
          <a:noFill/>
          <a:ln w="9525">
            <a:noFill/>
            <a:miter lim="800000"/>
            <a:headEnd/>
            <a:tailEnd/>
          </a:ln>
        </p:spPr>
        <p:txBody>
          <a:bodyPr>
            <a:spAutoFit/>
          </a:bodyPr>
          <a:lstStyle/>
          <a:p>
            <a:pPr marL="438150" indent="-438150" eaLnBrk="0" hangingPunct="0"/>
            <a:r>
              <a:rPr lang="zh-CN" altLang="en-US" sz="2400">
                <a:latin typeface="Times New Roman" pitchFamily="18" charset="0"/>
              </a:rPr>
              <a:t>刚体中各质点的运动情况相同</a:t>
            </a:r>
            <a:r>
              <a:rPr lang="en-US" altLang="zh-CN" sz="2400">
                <a:latin typeface="Times New Roman" pitchFamily="18" charset="0"/>
              </a:rPr>
              <a:t>,</a:t>
            </a:r>
            <a:r>
              <a:rPr lang="zh-CN" altLang="en-US" sz="2400">
                <a:latin typeface="Times New Roman" pitchFamily="18" charset="0"/>
              </a:rPr>
              <a:t>刚体的平动可归结为</a:t>
            </a:r>
            <a:r>
              <a:rPr lang="zh-CN" altLang="en-US" sz="2400">
                <a:solidFill>
                  <a:srgbClr val="FF6600"/>
                </a:solidFill>
                <a:latin typeface="Times New Roman" pitchFamily="18" charset="0"/>
              </a:rPr>
              <a:t>质点运动</a:t>
            </a:r>
          </a:p>
        </p:txBody>
      </p:sp>
      <p:graphicFrame>
        <p:nvGraphicFramePr>
          <p:cNvPr id="185631" name="Object 287"/>
          <p:cNvGraphicFramePr>
            <a:graphicFrameLocks noChangeAspect="1"/>
          </p:cNvGraphicFramePr>
          <p:nvPr/>
        </p:nvGraphicFramePr>
        <p:xfrm>
          <a:off x="522288" y="4214813"/>
          <a:ext cx="2073275" cy="798512"/>
        </p:xfrm>
        <a:graphic>
          <a:graphicData uri="http://schemas.openxmlformats.org/presentationml/2006/ole">
            <p:oleObj spid="_x0000_s32779" name="公式" r:id="rId22" imgW="1155600" imgH="44424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5346"/>
                                        </p:tgtEl>
                                        <p:attrNameLst>
                                          <p:attrName>style.visibility</p:attrName>
                                        </p:attrNameLst>
                                      </p:cBhvr>
                                      <p:to>
                                        <p:strVal val="visible"/>
                                      </p:to>
                                    </p:set>
                                    <p:animEffect transition="in" filter="wipe(left)">
                                      <p:cBhvr>
                                        <p:cTn id="7" dur="500"/>
                                        <p:tgtEl>
                                          <p:spTgt spid="1853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5347"/>
                                        </p:tgtEl>
                                        <p:attrNameLst>
                                          <p:attrName>style.visibility</p:attrName>
                                        </p:attrNameLst>
                                      </p:cBhvr>
                                      <p:to>
                                        <p:strVal val="visible"/>
                                      </p:to>
                                    </p:set>
                                    <p:animEffect transition="in" filter="wipe(left)">
                                      <p:cBhvr>
                                        <p:cTn id="12" dur="500"/>
                                        <p:tgtEl>
                                          <p:spTgt spid="18534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85412"/>
                                        </p:tgtEl>
                                        <p:attrNameLst>
                                          <p:attrName>style.visibility</p:attrName>
                                        </p:attrNameLst>
                                      </p:cBhvr>
                                      <p:to>
                                        <p:strVal val="visible"/>
                                      </p:to>
                                    </p:set>
                                    <p:animEffect transition="in" filter="wipe(down)">
                                      <p:cBhvr>
                                        <p:cTn id="17" dur="500"/>
                                        <p:tgtEl>
                                          <p:spTgt spid="1854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5413"/>
                                        </p:tgtEl>
                                        <p:attrNameLst>
                                          <p:attrName>style.visibility</p:attrName>
                                        </p:attrNameLst>
                                      </p:cBhvr>
                                      <p:to>
                                        <p:strVal val="visible"/>
                                      </p:to>
                                    </p:set>
                                    <p:animEffect transition="in" filter="wipe(left)">
                                      <p:cBhvr>
                                        <p:cTn id="22" dur="500"/>
                                        <p:tgtEl>
                                          <p:spTgt spid="185413"/>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185416"/>
                                        </p:tgtEl>
                                        <p:attrNameLst>
                                          <p:attrName>style.visibility</p:attrName>
                                        </p:attrNameLst>
                                      </p:cBhvr>
                                      <p:to>
                                        <p:strVal val="visible"/>
                                      </p:to>
                                    </p:set>
                                    <p:animEffect transition="in" filter="wipe(left)">
                                      <p:cBhvr>
                                        <p:cTn id="26" dur="500"/>
                                        <p:tgtEl>
                                          <p:spTgt spid="185416"/>
                                        </p:tgtEl>
                                      </p:cBhvr>
                                    </p:animEffect>
                                  </p:childTnLst>
                                </p:cTn>
                              </p:par>
                            </p:childTnLst>
                          </p:cTn>
                        </p:par>
                        <p:par>
                          <p:cTn id="27" fill="hold">
                            <p:stCondLst>
                              <p:cond delay="1000"/>
                            </p:stCondLst>
                            <p:childTnLst>
                              <p:par>
                                <p:cTn id="28" presetID="22" presetClass="entr" presetSubtype="8" fill="hold" nodeType="afterEffect">
                                  <p:stCondLst>
                                    <p:cond delay="0"/>
                                  </p:stCondLst>
                                  <p:childTnLst>
                                    <p:set>
                                      <p:cBhvr>
                                        <p:cTn id="29" dur="1" fill="hold">
                                          <p:stCondLst>
                                            <p:cond delay="0"/>
                                          </p:stCondLst>
                                        </p:cTn>
                                        <p:tgtEl>
                                          <p:spTgt spid="185417"/>
                                        </p:tgtEl>
                                        <p:attrNameLst>
                                          <p:attrName>style.visibility</p:attrName>
                                        </p:attrNameLst>
                                      </p:cBhvr>
                                      <p:to>
                                        <p:strVal val="visible"/>
                                      </p:to>
                                    </p:set>
                                    <p:animEffect transition="in" filter="wipe(left)">
                                      <p:cBhvr>
                                        <p:cTn id="30" dur="500"/>
                                        <p:tgtEl>
                                          <p:spTgt spid="18541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85411"/>
                                        </p:tgtEl>
                                        <p:attrNameLst>
                                          <p:attrName>style.visibility</p:attrName>
                                        </p:attrNameLst>
                                      </p:cBhvr>
                                      <p:to>
                                        <p:strVal val="visible"/>
                                      </p:to>
                                    </p:set>
                                    <p:animEffect transition="in" filter="wipe(left)">
                                      <p:cBhvr>
                                        <p:cTn id="35" dur="500"/>
                                        <p:tgtEl>
                                          <p:spTgt spid="18541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85415"/>
                                        </p:tgtEl>
                                        <p:attrNameLst>
                                          <p:attrName>style.visibility</p:attrName>
                                        </p:attrNameLst>
                                      </p:cBhvr>
                                      <p:to>
                                        <p:strVal val="visible"/>
                                      </p:to>
                                    </p:set>
                                    <p:animEffect transition="in" filter="wipe(left)">
                                      <p:cBhvr>
                                        <p:cTn id="40" dur="500"/>
                                        <p:tgtEl>
                                          <p:spTgt spid="185415"/>
                                        </p:tgtEl>
                                      </p:cBhvr>
                                    </p:animEffect>
                                  </p:childTnLst>
                                </p:cTn>
                              </p:par>
                            </p:childTnLst>
                          </p:cTn>
                        </p:par>
                        <p:par>
                          <p:cTn id="41" fill="hold">
                            <p:stCondLst>
                              <p:cond delay="500"/>
                            </p:stCondLst>
                            <p:childTnLst>
                              <p:par>
                                <p:cTn id="42" presetID="22" presetClass="entr" presetSubtype="8" fill="hold" nodeType="afterEffect">
                                  <p:stCondLst>
                                    <p:cond delay="0"/>
                                  </p:stCondLst>
                                  <p:childTnLst>
                                    <p:set>
                                      <p:cBhvr>
                                        <p:cTn id="43" dur="1" fill="hold">
                                          <p:stCondLst>
                                            <p:cond delay="0"/>
                                          </p:stCondLst>
                                        </p:cTn>
                                        <p:tgtEl>
                                          <p:spTgt spid="185418"/>
                                        </p:tgtEl>
                                        <p:attrNameLst>
                                          <p:attrName>style.visibility</p:attrName>
                                        </p:attrNameLst>
                                      </p:cBhvr>
                                      <p:to>
                                        <p:strVal val="visible"/>
                                      </p:to>
                                    </p:set>
                                    <p:animEffect transition="in" filter="wipe(left)">
                                      <p:cBhvr>
                                        <p:cTn id="44" dur="500"/>
                                        <p:tgtEl>
                                          <p:spTgt spid="185418"/>
                                        </p:tgtEl>
                                      </p:cBhvr>
                                    </p:animEffect>
                                  </p:childTnLst>
                                </p:cTn>
                              </p:par>
                            </p:childTnLst>
                          </p:cTn>
                        </p:par>
                        <p:par>
                          <p:cTn id="45" fill="hold">
                            <p:stCondLst>
                              <p:cond delay="1000"/>
                            </p:stCondLst>
                            <p:childTnLst>
                              <p:par>
                                <p:cTn id="46" presetID="22" presetClass="entr" presetSubtype="8" fill="hold" nodeType="afterEffect">
                                  <p:stCondLst>
                                    <p:cond delay="0"/>
                                  </p:stCondLst>
                                  <p:childTnLst>
                                    <p:set>
                                      <p:cBhvr>
                                        <p:cTn id="47" dur="1" fill="hold">
                                          <p:stCondLst>
                                            <p:cond delay="0"/>
                                          </p:stCondLst>
                                        </p:cTn>
                                        <p:tgtEl>
                                          <p:spTgt spid="185419"/>
                                        </p:tgtEl>
                                        <p:attrNameLst>
                                          <p:attrName>style.visibility</p:attrName>
                                        </p:attrNameLst>
                                      </p:cBhvr>
                                      <p:to>
                                        <p:strVal val="visible"/>
                                      </p:to>
                                    </p:set>
                                    <p:animEffect transition="in" filter="wipe(left)">
                                      <p:cBhvr>
                                        <p:cTn id="48" dur="500"/>
                                        <p:tgtEl>
                                          <p:spTgt spid="18541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85410"/>
                                        </p:tgtEl>
                                        <p:attrNameLst>
                                          <p:attrName>style.visibility</p:attrName>
                                        </p:attrNameLst>
                                      </p:cBhvr>
                                      <p:to>
                                        <p:strVal val="visible"/>
                                      </p:to>
                                    </p:set>
                                    <p:animEffect transition="in" filter="wipe(left)">
                                      <p:cBhvr>
                                        <p:cTn id="53" dur="500"/>
                                        <p:tgtEl>
                                          <p:spTgt spid="18541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85414"/>
                                        </p:tgtEl>
                                        <p:attrNameLst>
                                          <p:attrName>style.visibility</p:attrName>
                                        </p:attrNameLst>
                                      </p:cBhvr>
                                      <p:to>
                                        <p:strVal val="visible"/>
                                      </p:to>
                                    </p:set>
                                    <p:animEffect transition="in" filter="wipe(left)">
                                      <p:cBhvr>
                                        <p:cTn id="58" dur="500"/>
                                        <p:tgtEl>
                                          <p:spTgt spid="185414"/>
                                        </p:tgtEl>
                                      </p:cBhvr>
                                    </p:animEffect>
                                  </p:childTnLst>
                                </p:cTn>
                              </p:par>
                            </p:childTnLst>
                          </p:cTn>
                        </p:par>
                        <p:par>
                          <p:cTn id="59" fill="hold">
                            <p:stCondLst>
                              <p:cond delay="500"/>
                            </p:stCondLst>
                            <p:childTnLst>
                              <p:par>
                                <p:cTn id="60" presetID="22" presetClass="entr" presetSubtype="8" fill="hold" nodeType="afterEffect">
                                  <p:stCondLst>
                                    <p:cond delay="0"/>
                                  </p:stCondLst>
                                  <p:childTnLst>
                                    <p:set>
                                      <p:cBhvr>
                                        <p:cTn id="61" dur="1" fill="hold">
                                          <p:stCondLst>
                                            <p:cond delay="0"/>
                                          </p:stCondLst>
                                        </p:cTn>
                                        <p:tgtEl>
                                          <p:spTgt spid="185420"/>
                                        </p:tgtEl>
                                        <p:attrNameLst>
                                          <p:attrName>style.visibility</p:attrName>
                                        </p:attrNameLst>
                                      </p:cBhvr>
                                      <p:to>
                                        <p:strVal val="visible"/>
                                      </p:to>
                                    </p:set>
                                    <p:animEffect transition="in" filter="wipe(left)">
                                      <p:cBhvr>
                                        <p:cTn id="62" dur="500"/>
                                        <p:tgtEl>
                                          <p:spTgt spid="185420"/>
                                        </p:tgtEl>
                                      </p:cBhvr>
                                    </p:animEffect>
                                  </p:childTnLst>
                                </p:cTn>
                              </p:par>
                            </p:childTnLst>
                          </p:cTn>
                        </p:par>
                        <p:par>
                          <p:cTn id="63" fill="hold">
                            <p:stCondLst>
                              <p:cond delay="1000"/>
                            </p:stCondLst>
                            <p:childTnLst>
                              <p:par>
                                <p:cTn id="64" presetID="22" presetClass="entr" presetSubtype="8" fill="hold" nodeType="afterEffect">
                                  <p:stCondLst>
                                    <p:cond delay="0"/>
                                  </p:stCondLst>
                                  <p:childTnLst>
                                    <p:set>
                                      <p:cBhvr>
                                        <p:cTn id="65" dur="1" fill="hold">
                                          <p:stCondLst>
                                            <p:cond delay="0"/>
                                          </p:stCondLst>
                                        </p:cTn>
                                        <p:tgtEl>
                                          <p:spTgt spid="185421"/>
                                        </p:tgtEl>
                                        <p:attrNameLst>
                                          <p:attrName>style.visibility</p:attrName>
                                        </p:attrNameLst>
                                      </p:cBhvr>
                                      <p:to>
                                        <p:strVal val="visible"/>
                                      </p:to>
                                    </p:set>
                                    <p:animEffect transition="in" filter="wipe(left)">
                                      <p:cBhvr>
                                        <p:cTn id="66" dur="500"/>
                                        <p:tgtEl>
                                          <p:spTgt spid="185421"/>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grpId="0" nodeType="clickEffect">
                                  <p:stCondLst>
                                    <p:cond delay="0"/>
                                  </p:stCondLst>
                                  <p:childTnLst>
                                    <p:set>
                                      <p:cBhvr>
                                        <p:cTn id="70" dur="1" fill="hold">
                                          <p:stCondLst>
                                            <p:cond delay="0"/>
                                          </p:stCondLst>
                                        </p:cTn>
                                        <p:tgtEl>
                                          <p:spTgt spid="185582"/>
                                        </p:tgtEl>
                                        <p:attrNameLst>
                                          <p:attrName>style.visibility</p:attrName>
                                        </p:attrNameLst>
                                      </p:cBhvr>
                                      <p:to>
                                        <p:strVal val="visible"/>
                                      </p:to>
                                    </p:set>
                                    <p:animEffect transition="in" filter="dissolve">
                                      <p:cBhvr>
                                        <p:cTn id="71" dur="1000"/>
                                        <p:tgtEl>
                                          <p:spTgt spid="185582"/>
                                        </p:tgtEl>
                                      </p:cBhvr>
                                    </p:animEffect>
                                  </p:childTnLst>
                                </p:cTn>
                              </p:par>
                            </p:childTnLst>
                          </p:cTn>
                        </p:par>
                        <p:par>
                          <p:cTn id="72" fill="hold">
                            <p:stCondLst>
                              <p:cond delay="1000"/>
                            </p:stCondLst>
                            <p:childTnLst>
                              <p:par>
                                <p:cTn id="73" presetID="22" presetClass="entr" presetSubtype="8" fill="hold" grpId="0" nodeType="afterEffect">
                                  <p:stCondLst>
                                    <p:cond delay="0"/>
                                  </p:stCondLst>
                                  <p:childTnLst>
                                    <p:set>
                                      <p:cBhvr>
                                        <p:cTn id="74" dur="1" fill="hold">
                                          <p:stCondLst>
                                            <p:cond delay="0"/>
                                          </p:stCondLst>
                                        </p:cTn>
                                        <p:tgtEl>
                                          <p:spTgt spid="185581"/>
                                        </p:tgtEl>
                                        <p:attrNameLst>
                                          <p:attrName>style.visibility</p:attrName>
                                        </p:attrNameLst>
                                      </p:cBhvr>
                                      <p:to>
                                        <p:strVal val="visible"/>
                                      </p:to>
                                    </p:set>
                                    <p:animEffect transition="in" filter="wipe(left)">
                                      <p:cBhvr>
                                        <p:cTn id="75" dur="500"/>
                                        <p:tgtEl>
                                          <p:spTgt spid="185581"/>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85583"/>
                                        </p:tgtEl>
                                        <p:attrNameLst>
                                          <p:attrName>style.visibility</p:attrName>
                                        </p:attrNameLst>
                                      </p:cBhvr>
                                      <p:to>
                                        <p:strVal val="visible"/>
                                      </p:to>
                                    </p:set>
                                    <p:animEffect transition="in" filter="wipe(left)">
                                      <p:cBhvr>
                                        <p:cTn id="80" dur="500"/>
                                        <p:tgtEl>
                                          <p:spTgt spid="185583"/>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2"/>
                                        </p:tgtEl>
                                        <p:attrNameLst>
                                          <p:attrName>style.visibility</p:attrName>
                                        </p:attrNameLst>
                                      </p:cBhvr>
                                      <p:to>
                                        <p:strVal val="visible"/>
                                      </p:to>
                                    </p:set>
                                    <p:animEffect transition="in" filter="wipe(left)">
                                      <p:cBhvr>
                                        <p:cTn id="85" dur="1000"/>
                                        <p:tgtEl>
                                          <p:spTgt spid="2"/>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3"/>
                                        </p:tgtEl>
                                        <p:attrNameLst>
                                          <p:attrName>style.visibility</p:attrName>
                                        </p:attrNameLst>
                                      </p:cBhvr>
                                      <p:to>
                                        <p:strVal val="visible"/>
                                      </p:to>
                                    </p:set>
                                    <p:animEffect transition="in" filter="wipe(left)">
                                      <p:cBhvr>
                                        <p:cTn id="90" dur="1000"/>
                                        <p:tgtEl>
                                          <p:spTgt spid="3"/>
                                        </p:tgtEl>
                                      </p:cBhvr>
                                    </p:animEffect>
                                  </p:childTnLst>
                                </p:cTn>
                              </p:par>
                              <p:par>
                                <p:cTn id="91" presetID="22" presetClass="entr" presetSubtype="4" fill="hold" grpId="0" nodeType="withEffect">
                                  <p:stCondLst>
                                    <p:cond delay="0"/>
                                  </p:stCondLst>
                                  <p:childTnLst>
                                    <p:set>
                                      <p:cBhvr>
                                        <p:cTn id="92" dur="1" fill="hold">
                                          <p:stCondLst>
                                            <p:cond delay="0"/>
                                          </p:stCondLst>
                                        </p:cTn>
                                        <p:tgtEl>
                                          <p:spTgt spid="185587"/>
                                        </p:tgtEl>
                                        <p:attrNameLst>
                                          <p:attrName>style.visibility</p:attrName>
                                        </p:attrNameLst>
                                      </p:cBhvr>
                                      <p:to>
                                        <p:strVal val="visible"/>
                                      </p:to>
                                    </p:set>
                                    <p:animEffect transition="in" filter="wipe(down)">
                                      <p:cBhvr>
                                        <p:cTn id="93" dur="500"/>
                                        <p:tgtEl>
                                          <p:spTgt spid="185587"/>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4"/>
                                        </p:tgtEl>
                                        <p:attrNameLst>
                                          <p:attrName>style.visibility</p:attrName>
                                        </p:attrNameLst>
                                      </p:cBhvr>
                                      <p:to>
                                        <p:strVal val="visible"/>
                                      </p:to>
                                    </p:set>
                                    <p:animEffect transition="in" filter="wipe(left)">
                                      <p:cBhvr>
                                        <p:cTn id="98" dur="1000"/>
                                        <p:tgtEl>
                                          <p:spTgt spid="4"/>
                                        </p:tgtEl>
                                      </p:cBhvr>
                                    </p:animEffect>
                                  </p:childTnLst>
                                </p:cTn>
                              </p:par>
                            </p:childTnLst>
                          </p:cTn>
                        </p:par>
                      </p:childTnLst>
                    </p:cTn>
                  </p:par>
                  <p:par>
                    <p:cTn id="99" fill="hold">
                      <p:stCondLst>
                        <p:cond delay="indefinite"/>
                      </p:stCondLst>
                      <p:childTnLst>
                        <p:par>
                          <p:cTn id="100" fill="hold">
                            <p:stCondLst>
                              <p:cond delay="0"/>
                            </p:stCondLst>
                            <p:childTnLst>
                              <p:par>
                                <p:cTn id="101" presetID="0" presetClass="path" presetSubtype="0" accel="50000" decel="50000" fill="hold" grpId="1" nodeType="clickEffect">
                                  <p:stCondLst>
                                    <p:cond delay="0"/>
                                  </p:stCondLst>
                                  <p:childTnLst>
                                    <p:animMotion origin="layout" path="M 3.88889E-6 -2.36994E-6 C 0.01805 0.02127 0.03611 0.04255 0.05382 0.04162 C 0.07152 0.0407 0.08975 0.01018 0.10607 -0.00555 C 0.12222 -0.02127 0.13038 -0.04994 0.15104 -0.05271 C 0.1717 -0.05549 0.21701 -0.02728 0.2302 -0.02219 " pathEditMode="relative" rAng="0" ptsTypes="aaaaA">
                                      <p:cBhvr>
                                        <p:cTn id="102" dur="2000" fill="hold"/>
                                        <p:tgtEl>
                                          <p:spTgt spid="185583"/>
                                        </p:tgtEl>
                                        <p:attrNameLst>
                                          <p:attrName>ppt_x</p:attrName>
                                          <p:attrName>ppt_y</p:attrName>
                                        </p:attrNameLst>
                                      </p:cBhvr>
                                      <p:rCtr x="115" y="-6"/>
                                    </p:animMotion>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5"/>
                                        </p:tgtEl>
                                        <p:attrNameLst>
                                          <p:attrName>style.visibility</p:attrName>
                                        </p:attrNameLst>
                                      </p:cBhvr>
                                      <p:to>
                                        <p:strVal val="visible"/>
                                      </p:to>
                                    </p:set>
                                    <p:animEffect transition="in" filter="wipe(left)">
                                      <p:cBhvr>
                                        <p:cTn id="107" dur="1000"/>
                                        <p:tgtEl>
                                          <p:spTgt spid="5"/>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185626"/>
                                        </p:tgtEl>
                                        <p:attrNameLst>
                                          <p:attrName>style.visibility</p:attrName>
                                        </p:attrNameLst>
                                      </p:cBhvr>
                                      <p:to>
                                        <p:strVal val="visible"/>
                                      </p:to>
                                    </p:set>
                                    <p:animEffect transition="in" filter="wipe(left)">
                                      <p:cBhvr>
                                        <p:cTn id="112" dur="1000"/>
                                        <p:tgtEl>
                                          <p:spTgt spid="185626"/>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nodeType="clickEffect">
                                  <p:stCondLst>
                                    <p:cond delay="0"/>
                                  </p:stCondLst>
                                  <p:childTnLst>
                                    <p:set>
                                      <p:cBhvr>
                                        <p:cTn id="116" dur="1" fill="hold">
                                          <p:stCondLst>
                                            <p:cond delay="0"/>
                                          </p:stCondLst>
                                        </p:cTn>
                                        <p:tgtEl>
                                          <p:spTgt spid="185627"/>
                                        </p:tgtEl>
                                        <p:attrNameLst>
                                          <p:attrName>style.visibility</p:attrName>
                                        </p:attrNameLst>
                                      </p:cBhvr>
                                      <p:to>
                                        <p:strVal val="visible"/>
                                      </p:to>
                                    </p:set>
                                    <p:animEffect transition="in" filter="wipe(left)">
                                      <p:cBhvr>
                                        <p:cTn id="117" dur="500"/>
                                        <p:tgtEl>
                                          <p:spTgt spid="185627"/>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nodeType="clickEffect">
                                  <p:stCondLst>
                                    <p:cond delay="0"/>
                                  </p:stCondLst>
                                  <p:childTnLst>
                                    <p:set>
                                      <p:cBhvr>
                                        <p:cTn id="121" dur="1" fill="hold">
                                          <p:stCondLst>
                                            <p:cond delay="0"/>
                                          </p:stCondLst>
                                        </p:cTn>
                                        <p:tgtEl>
                                          <p:spTgt spid="185631"/>
                                        </p:tgtEl>
                                        <p:attrNameLst>
                                          <p:attrName>style.visibility</p:attrName>
                                        </p:attrNameLst>
                                      </p:cBhvr>
                                      <p:to>
                                        <p:strVal val="visible"/>
                                      </p:to>
                                    </p:set>
                                    <p:animEffect transition="in" filter="wipe(left)">
                                      <p:cBhvr>
                                        <p:cTn id="122" dur="500"/>
                                        <p:tgtEl>
                                          <p:spTgt spid="185631"/>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nodeType="clickEffect">
                                  <p:stCondLst>
                                    <p:cond delay="0"/>
                                  </p:stCondLst>
                                  <p:childTnLst>
                                    <p:set>
                                      <p:cBhvr>
                                        <p:cTn id="126" dur="1" fill="hold">
                                          <p:stCondLst>
                                            <p:cond delay="0"/>
                                          </p:stCondLst>
                                        </p:cTn>
                                        <p:tgtEl>
                                          <p:spTgt spid="185628"/>
                                        </p:tgtEl>
                                        <p:attrNameLst>
                                          <p:attrName>style.visibility</p:attrName>
                                        </p:attrNameLst>
                                      </p:cBhvr>
                                      <p:to>
                                        <p:strVal val="visible"/>
                                      </p:to>
                                    </p:set>
                                    <p:animEffect transition="in" filter="wipe(left)">
                                      <p:cBhvr>
                                        <p:cTn id="127" dur="500"/>
                                        <p:tgtEl>
                                          <p:spTgt spid="185628"/>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nodeType="clickEffect">
                                  <p:stCondLst>
                                    <p:cond delay="0"/>
                                  </p:stCondLst>
                                  <p:childTnLst>
                                    <p:set>
                                      <p:cBhvr>
                                        <p:cTn id="131" dur="1" fill="hold">
                                          <p:stCondLst>
                                            <p:cond delay="0"/>
                                          </p:stCondLst>
                                        </p:cTn>
                                        <p:tgtEl>
                                          <p:spTgt spid="185629"/>
                                        </p:tgtEl>
                                        <p:attrNameLst>
                                          <p:attrName>style.visibility</p:attrName>
                                        </p:attrNameLst>
                                      </p:cBhvr>
                                      <p:to>
                                        <p:strVal val="visible"/>
                                      </p:to>
                                    </p:set>
                                    <p:animEffect transition="in" filter="wipe(left)">
                                      <p:cBhvr>
                                        <p:cTn id="132" dur="500"/>
                                        <p:tgtEl>
                                          <p:spTgt spid="185629"/>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185630"/>
                                        </p:tgtEl>
                                        <p:attrNameLst>
                                          <p:attrName>style.visibility</p:attrName>
                                        </p:attrNameLst>
                                      </p:cBhvr>
                                      <p:to>
                                        <p:strVal val="visible"/>
                                      </p:to>
                                    </p:set>
                                    <p:animEffect transition="in" filter="wipe(left)">
                                      <p:cBhvr>
                                        <p:cTn id="137" dur="500"/>
                                        <p:tgtEl>
                                          <p:spTgt spid="185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6" grpId="0"/>
      <p:bldP spid="185347" grpId="0"/>
      <p:bldP spid="185410" grpId="0" animBg="1"/>
      <p:bldP spid="185411" grpId="0" animBg="1"/>
      <p:bldP spid="185412" grpId="0" animBg="1"/>
      <p:bldP spid="185413" grpId="0" animBg="1"/>
      <p:bldP spid="185414" grpId="0" animBg="1"/>
      <p:bldP spid="185415" grpId="0" animBg="1"/>
      <p:bldP spid="185581" grpId="0"/>
      <p:bldP spid="185582" grpId="0" animBg="1"/>
      <p:bldP spid="185583" grpId="0" animBg="1"/>
      <p:bldP spid="185583" grpId="1" animBg="1"/>
      <p:bldP spid="185587" grpId="0"/>
      <p:bldP spid="185626" grpId="0"/>
      <p:bldP spid="18563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ChangeArrowheads="1"/>
          </p:cNvSpPr>
          <p:nvPr/>
        </p:nvSpPr>
        <p:spPr bwMode="auto">
          <a:xfrm>
            <a:off x="161925" y="576263"/>
            <a:ext cx="4319588" cy="512762"/>
          </a:xfrm>
          <a:prstGeom prst="rect">
            <a:avLst/>
          </a:prstGeom>
          <a:noFill/>
          <a:ln w="38100">
            <a:noFill/>
            <a:miter lim="800000"/>
            <a:headEnd/>
            <a:tailEnd/>
          </a:ln>
        </p:spPr>
        <p:txBody>
          <a:bodyPr>
            <a:spAutoFit/>
          </a:bodyPr>
          <a:lstStyle/>
          <a:p>
            <a:pPr eaLnBrk="0" hangingPunct="0">
              <a:lnSpc>
                <a:spcPct val="115000"/>
              </a:lnSpc>
            </a:pPr>
            <a:r>
              <a:rPr kumimoji="1" lang="en-US" altLang="zh-CN" sz="2400">
                <a:solidFill>
                  <a:srgbClr val="FF6600"/>
                </a:solidFill>
                <a:latin typeface="Times New Roman" pitchFamily="18" charset="0"/>
              </a:rPr>
              <a:t>2. </a:t>
            </a:r>
            <a:r>
              <a:rPr lang="zh-CN" altLang="en-US" sz="2400">
                <a:solidFill>
                  <a:srgbClr val="FF6600"/>
                </a:solidFill>
                <a:latin typeface="Times New Roman" pitchFamily="18" charset="0"/>
              </a:rPr>
              <a:t>刚体绕定轴的转动</a:t>
            </a:r>
          </a:p>
        </p:txBody>
      </p:sp>
      <p:graphicFrame>
        <p:nvGraphicFramePr>
          <p:cNvPr id="188419" name="Object 3"/>
          <p:cNvGraphicFramePr>
            <a:graphicFrameLocks noChangeAspect="1"/>
          </p:cNvGraphicFramePr>
          <p:nvPr/>
        </p:nvGraphicFramePr>
        <p:xfrm>
          <a:off x="2546350" y="3332163"/>
          <a:ext cx="1033463" cy="366712"/>
        </p:xfrm>
        <a:graphic>
          <a:graphicData uri="http://schemas.openxmlformats.org/presentationml/2006/ole">
            <p:oleObj spid="_x0000_s33794" name="公式" r:id="rId3" imgW="571320" imgH="203040" progId="Equation.3">
              <p:embed/>
            </p:oleObj>
          </a:graphicData>
        </a:graphic>
      </p:graphicFrame>
      <p:sp>
        <p:nvSpPr>
          <p:cNvPr id="188420" name="Text Box 4"/>
          <p:cNvSpPr txBox="1">
            <a:spLocks noChangeArrowheads="1"/>
          </p:cNvSpPr>
          <p:nvPr/>
        </p:nvSpPr>
        <p:spPr bwMode="auto">
          <a:xfrm>
            <a:off x="762000" y="3238500"/>
            <a:ext cx="1447800" cy="457200"/>
          </a:xfrm>
          <a:prstGeom prst="rect">
            <a:avLst/>
          </a:prstGeom>
          <a:noFill/>
          <a:ln w="9525">
            <a:noFill/>
            <a:miter lim="800000"/>
            <a:headEnd/>
            <a:tailEnd/>
          </a:ln>
        </p:spPr>
        <p:txBody>
          <a:bodyPr>
            <a:spAutoFit/>
          </a:bodyPr>
          <a:lstStyle/>
          <a:p>
            <a:pPr algn="just" eaLnBrk="0" hangingPunct="0"/>
            <a:r>
              <a:rPr lang="zh-CN" altLang="en-US" sz="2400">
                <a:solidFill>
                  <a:srgbClr val="CC0000"/>
                </a:solidFill>
                <a:latin typeface="Times New Roman" pitchFamily="18" charset="0"/>
              </a:rPr>
              <a:t>角坐标</a:t>
            </a:r>
          </a:p>
        </p:txBody>
      </p:sp>
      <p:sp>
        <p:nvSpPr>
          <p:cNvPr id="188421" name="Rectangle 5"/>
          <p:cNvSpPr>
            <a:spLocks noChangeArrowheads="1"/>
          </p:cNvSpPr>
          <p:nvPr/>
        </p:nvSpPr>
        <p:spPr bwMode="auto">
          <a:xfrm>
            <a:off x="558800" y="2511425"/>
            <a:ext cx="4733925" cy="479425"/>
          </a:xfrm>
          <a:prstGeom prst="rect">
            <a:avLst/>
          </a:prstGeom>
          <a:noFill/>
          <a:ln w="9525">
            <a:noFill/>
            <a:miter lim="800000"/>
            <a:headEnd/>
            <a:tailEnd/>
          </a:ln>
        </p:spPr>
        <p:txBody>
          <a:bodyPr>
            <a:spAutoFit/>
          </a:bodyPr>
          <a:lstStyle/>
          <a:p>
            <a:pPr eaLnBrk="0" hangingPunct="0">
              <a:lnSpc>
                <a:spcPct val="115000"/>
              </a:lnSpc>
              <a:buClr>
                <a:srgbClr val="66CCFF"/>
              </a:buClr>
              <a:buFont typeface="Wingdings" pitchFamily="2" charset="2"/>
              <a:buNone/>
            </a:pPr>
            <a:r>
              <a:rPr lang="zh-CN" altLang="en-US" sz="2400">
                <a:solidFill>
                  <a:srgbClr val="FF6600"/>
                </a:solidFill>
                <a:latin typeface="Times New Roman" pitchFamily="18" charset="0"/>
              </a:rPr>
              <a:t>描述刚体绕定轴转动的角量 </a:t>
            </a:r>
            <a:endParaRPr lang="zh-CN" altLang="en-US" sz="2400" b="0">
              <a:solidFill>
                <a:srgbClr val="FF6600"/>
              </a:solidFill>
              <a:latin typeface="Times New Roman" pitchFamily="18" charset="0"/>
            </a:endParaRPr>
          </a:p>
        </p:txBody>
      </p:sp>
      <p:sp>
        <p:nvSpPr>
          <p:cNvPr id="188422" name="Text Box 6"/>
          <p:cNvSpPr txBox="1">
            <a:spLocks noChangeArrowheads="1"/>
          </p:cNvSpPr>
          <p:nvPr/>
        </p:nvSpPr>
        <p:spPr bwMode="auto">
          <a:xfrm>
            <a:off x="476250" y="1206500"/>
            <a:ext cx="8316913" cy="479425"/>
          </a:xfrm>
          <a:prstGeom prst="rect">
            <a:avLst/>
          </a:prstGeom>
          <a:noFill/>
          <a:ln w="19050">
            <a:noFill/>
            <a:miter lim="800000"/>
            <a:headEnd/>
            <a:tailEnd/>
          </a:ln>
        </p:spPr>
        <p:txBody>
          <a:bodyPr>
            <a:spAutoFit/>
          </a:bodyPr>
          <a:lstStyle/>
          <a:p>
            <a:pPr eaLnBrk="0" hangingPunct="0">
              <a:lnSpc>
                <a:spcPct val="115000"/>
              </a:lnSpc>
            </a:pPr>
            <a:r>
              <a:rPr lang="zh-CN" altLang="en-US" sz="2400">
                <a:latin typeface="Times New Roman" pitchFamily="18" charset="0"/>
              </a:rPr>
              <a:t>刚体内各点都绕同一直线</a:t>
            </a:r>
            <a:r>
              <a:rPr lang="en-US" altLang="zh-CN" sz="2400">
                <a:latin typeface="Times New Roman" pitchFamily="18" charset="0"/>
              </a:rPr>
              <a:t>(</a:t>
            </a:r>
            <a:r>
              <a:rPr lang="zh-CN" altLang="en-US" sz="2400">
                <a:latin typeface="Times New Roman" pitchFamily="18" charset="0"/>
              </a:rPr>
              <a:t>转轴</a:t>
            </a:r>
            <a:r>
              <a:rPr lang="en-US" altLang="zh-CN" sz="2400">
                <a:latin typeface="Times New Roman" pitchFamily="18" charset="0"/>
              </a:rPr>
              <a:t>)</a:t>
            </a:r>
            <a:r>
              <a:rPr lang="zh-CN" altLang="en-US" sz="2400">
                <a:latin typeface="Times New Roman" pitchFamily="18" charset="0"/>
              </a:rPr>
              <a:t>作</a:t>
            </a:r>
            <a:r>
              <a:rPr lang="zh-CN" altLang="en-US" sz="2400">
                <a:solidFill>
                  <a:srgbClr val="FF6600"/>
                </a:solidFill>
                <a:latin typeface="Times New Roman" pitchFamily="18" charset="0"/>
              </a:rPr>
              <a:t>圆周</a:t>
            </a:r>
            <a:r>
              <a:rPr lang="zh-CN" altLang="en-US" sz="2400">
                <a:latin typeface="Times New Roman" pitchFamily="18" charset="0"/>
              </a:rPr>
              <a:t>运动 </a:t>
            </a:r>
            <a:r>
              <a:rPr lang="en-US" altLang="zh-CN" sz="2400" baseline="30000">
                <a:latin typeface="Times New Roman" pitchFamily="18" charset="0"/>
              </a:rPr>
              <a:t>_____ </a:t>
            </a:r>
            <a:r>
              <a:rPr lang="zh-CN" altLang="en-US" sz="2400">
                <a:latin typeface="Times New Roman" pitchFamily="18" charset="0"/>
              </a:rPr>
              <a:t>刚体转动</a:t>
            </a:r>
          </a:p>
        </p:txBody>
      </p:sp>
      <p:sp>
        <p:nvSpPr>
          <p:cNvPr id="188423" name="Rectangle 7"/>
          <p:cNvSpPr>
            <a:spLocks noChangeArrowheads="1"/>
          </p:cNvSpPr>
          <p:nvPr/>
        </p:nvSpPr>
        <p:spPr bwMode="auto">
          <a:xfrm>
            <a:off x="827088" y="1881188"/>
            <a:ext cx="2592387" cy="479425"/>
          </a:xfrm>
          <a:prstGeom prst="rect">
            <a:avLst/>
          </a:prstGeom>
          <a:noFill/>
          <a:ln w="19050">
            <a:noFill/>
            <a:miter lim="800000"/>
            <a:headEnd/>
            <a:tailEnd/>
          </a:ln>
        </p:spPr>
        <p:txBody>
          <a:bodyPr>
            <a:spAutoFit/>
          </a:bodyPr>
          <a:lstStyle/>
          <a:p>
            <a:pPr eaLnBrk="0" hangingPunct="0">
              <a:lnSpc>
                <a:spcPct val="115000"/>
              </a:lnSpc>
            </a:pPr>
            <a:r>
              <a:rPr lang="zh-CN" altLang="en-US" sz="2400">
                <a:latin typeface="Times New Roman" pitchFamily="18" charset="0"/>
              </a:rPr>
              <a:t>转轴固定不动</a:t>
            </a:r>
          </a:p>
        </p:txBody>
      </p:sp>
      <p:sp>
        <p:nvSpPr>
          <p:cNvPr id="188424" name="Text Box 8"/>
          <p:cNvSpPr txBox="1">
            <a:spLocks noChangeArrowheads="1"/>
          </p:cNvSpPr>
          <p:nvPr/>
        </p:nvSpPr>
        <p:spPr bwMode="auto">
          <a:xfrm>
            <a:off x="2727325" y="1879600"/>
            <a:ext cx="2952750" cy="479425"/>
          </a:xfrm>
          <a:prstGeom prst="rect">
            <a:avLst/>
          </a:prstGeom>
          <a:noFill/>
          <a:ln w="9525">
            <a:noFill/>
            <a:miter lim="800000"/>
            <a:headEnd/>
            <a:tailEnd/>
          </a:ln>
        </p:spPr>
        <p:txBody>
          <a:bodyPr>
            <a:spAutoFit/>
          </a:bodyPr>
          <a:lstStyle/>
          <a:p>
            <a:pPr eaLnBrk="0" hangingPunct="0">
              <a:lnSpc>
                <a:spcPct val="115000"/>
              </a:lnSpc>
            </a:pPr>
            <a:r>
              <a:rPr lang="en-US" altLang="zh-CN" sz="2400" i="1">
                <a:latin typeface="Times New Roman" pitchFamily="18" charset="0"/>
              </a:rPr>
              <a:t>— </a:t>
            </a:r>
            <a:r>
              <a:rPr lang="zh-CN" altLang="en-US" sz="2400">
                <a:solidFill>
                  <a:srgbClr val="FF6600"/>
                </a:solidFill>
                <a:latin typeface="Times New Roman" pitchFamily="18" charset="0"/>
              </a:rPr>
              <a:t>定轴转动</a:t>
            </a:r>
          </a:p>
        </p:txBody>
      </p:sp>
      <p:graphicFrame>
        <p:nvGraphicFramePr>
          <p:cNvPr id="188426" name="Object 10"/>
          <p:cNvGraphicFramePr>
            <a:graphicFrameLocks noChangeAspect="1"/>
          </p:cNvGraphicFramePr>
          <p:nvPr/>
        </p:nvGraphicFramePr>
        <p:xfrm>
          <a:off x="2457450" y="3868738"/>
          <a:ext cx="1803400" cy="730250"/>
        </p:xfrm>
        <a:graphic>
          <a:graphicData uri="http://schemas.openxmlformats.org/presentationml/2006/ole">
            <p:oleObj spid="_x0000_s33795" name="公式" r:id="rId4" imgW="1002960" imgH="406080" progId="Equation.3">
              <p:embed/>
            </p:oleObj>
          </a:graphicData>
        </a:graphic>
      </p:graphicFrame>
      <p:graphicFrame>
        <p:nvGraphicFramePr>
          <p:cNvPr id="188427" name="Object 11"/>
          <p:cNvGraphicFramePr>
            <a:graphicFrameLocks noChangeAspect="1"/>
          </p:cNvGraphicFramePr>
          <p:nvPr/>
        </p:nvGraphicFramePr>
        <p:xfrm>
          <a:off x="2501900" y="4740275"/>
          <a:ext cx="2667000" cy="758825"/>
        </p:xfrm>
        <a:graphic>
          <a:graphicData uri="http://schemas.openxmlformats.org/presentationml/2006/ole">
            <p:oleObj spid="_x0000_s33796" name="公式" r:id="rId5" imgW="1460160" imgH="419040" progId="Equation.3">
              <p:embed/>
            </p:oleObj>
          </a:graphicData>
        </a:graphic>
      </p:graphicFrame>
      <p:sp>
        <p:nvSpPr>
          <p:cNvPr id="188428" name="Rectangle 12"/>
          <p:cNvSpPr>
            <a:spLocks noChangeArrowheads="1"/>
          </p:cNvSpPr>
          <p:nvPr/>
        </p:nvSpPr>
        <p:spPr bwMode="auto">
          <a:xfrm>
            <a:off x="762000" y="3986213"/>
            <a:ext cx="1447800" cy="457200"/>
          </a:xfrm>
          <a:prstGeom prst="rect">
            <a:avLst/>
          </a:prstGeom>
          <a:noFill/>
          <a:ln w="9525">
            <a:noFill/>
            <a:miter lim="800000"/>
            <a:headEnd/>
            <a:tailEnd/>
          </a:ln>
        </p:spPr>
        <p:txBody>
          <a:bodyPr>
            <a:spAutoFit/>
          </a:bodyPr>
          <a:lstStyle/>
          <a:p>
            <a:pPr eaLnBrk="0" hangingPunct="0"/>
            <a:r>
              <a:rPr lang="zh-CN" altLang="en-US" sz="2400">
                <a:solidFill>
                  <a:srgbClr val="CC0000"/>
                </a:solidFill>
                <a:latin typeface="Times New Roman" pitchFamily="18" charset="0"/>
              </a:rPr>
              <a:t>角速度</a:t>
            </a:r>
          </a:p>
        </p:txBody>
      </p:sp>
      <p:sp>
        <p:nvSpPr>
          <p:cNvPr id="188429" name="Rectangle 13"/>
          <p:cNvSpPr>
            <a:spLocks noChangeArrowheads="1"/>
          </p:cNvSpPr>
          <p:nvPr/>
        </p:nvSpPr>
        <p:spPr bwMode="auto">
          <a:xfrm>
            <a:off x="793750" y="4870450"/>
            <a:ext cx="1422400" cy="461963"/>
          </a:xfrm>
          <a:prstGeom prst="rect">
            <a:avLst/>
          </a:prstGeom>
          <a:noFill/>
          <a:ln w="9525">
            <a:noFill/>
            <a:miter lim="800000"/>
            <a:headEnd/>
            <a:tailEnd/>
          </a:ln>
        </p:spPr>
        <p:txBody>
          <a:bodyPr wrap="none">
            <a:spAutoFit/>
          </a:bodyPr>
          <a:lstStyle/>
          <a:p>
            <a:pPr eaLnBrk="0" hangingPunct="0"/>
            <a:r>
              <a:rPr lang="zh-CN" altLang="en-US" sz="2400">
                <a:solidFill>
                  <a:srgbClr val="CC0000"/>
                </a:solidFill>
                <a:latin typeface="Times New Roman" pitchFamily="18" charset="0"/>
              </a:rPr>
              <a:t>角加速度</a:t>
            </a:r>
          </a:p>
        </p:txBody>
      </p:sp>
      <p:grpSp>
        <p:nvGrpSpPr>
          <p:cNvPr id="2" name="Group 14"/>
          <p:cNvGrpSpPr>
            <a:grpSpLocks/>
          </p:cNvGrpSpPr>
          <p:nvPr/>
        </p:nvGrpSpPr>
        <p:grpSpPr bwMode="auto">
          <a:xfrm>
            <a:off x="6281738" y="1743075"/>
            <a:ext cx="1960562" cy="4611688"/>
            <a:chOff x="4004" y="1115"/>
            <a:chExt cx="1235" cy="2905"/>
          </a:xfrm>
        </p:grpSpPr>
        <p:sp>
          <p:nvSpPr>
            <p:cNvPr id="33809" name="Rectangle 15"/>
            <p:cNvSpPr>
              <a:spLocks noChangeArrowheads="1"/>
            </p:cNvSpPr>
            <p:nvPr/>
          </p:nvSpPr>
          <p:spPr bwMode="auto">
            <a:xfrm>
              <a:off x="4531" y="3671"/>
              <a:ext cx="450" cy="136"/>
            </a:xfrm>
            <a:prstGeom prst="rect">
              <a:avLst/>
            </a:prstGeom>
            <a:solidFill>
              <a:srgbClr val="FF9900">
                <a:alpha val="50195"/>
              </a:srgbClr>
            </a:solidFill>
            <a:ln w="9525">
              <a:solidFill>
                <a:schemeClr val="tx1"/>
              </a:solidFill>
              <a:miter lim="800000"/>
              <a:headEnd/>
              <a:tailEnd/>
            </a:ln>
          </p:spPr>
          <p:txBody>
            <a:bodyPr wrap="none" anchor="ctr"/>
            <a:lstStyle/>
            <a:p>
              <a:endParaRPr lang="zh-CN" altLang="en-US"/>
            </a:p>
          </p:txBody>
        </p:sp>
        <p:sp>
          <p:nvSpPr>
            <p:cNvPr id="33810" name="Line 16"/>
            <p:cNvSpPr>
              <a:spLocks noChangeShapeType="1"/>
            </p:cNvSpPr>
            <p:nvPr/>
          </p:nvSpPr>
          <p:spPr bwMode="auto">
            <a:xfrm>
              <a:off x="4749" y="1571"/>
              <a:ext cx="0" cy="2107"/>
            </a:xfrm>
            <a:prstGeom prst="line">
              <a:avLst/>
            </a:prstGeom>
            <a:noFill/>
            <a:ln w="101600" cmpd="tri">
              <a:solidFill>
                <a:srgbClr val="5F5F5F"/>
              </a:solidFill>
              <a:round/>
              <a:headEnd type="none" w="med" len="lg"/>
              <a:tailEnd/>
            </a:ln>
          </p:spPr>
          <p:txBody>
            <a:bodyPr/>
            <a:lstStyle/>
            <a:p>
              <a:endParaRPr lang="zh-CN" altLang="en-US"/>
            </a:p>
          </p:txBody>
        </p:sp>
        <p:sp>
          <p:nvSpPr>
            <p:cNvPr id="33811" name="Rectangle 17"/>
            <p:cNvSpPr>
              <a:spLocks noChangeArrowheads="1"/>
            </p:cNvSpPr>
            <p:nvPr/>
          </p:nvSpPr>
          <p:spPr bwMode="auto">
            <a:xfrm>
              <a:off x="4031" y="1892"/>
              <a:ext cx="692" cy="1602"/>
            </a:xfrm>
            <a:prstGeom prst="rect">
              <a:avLst/>
            </a:prstGeom>
            <a:solidFill>
              <a:srgbClr val="0099CC">
                <a:alpha val="47842"/>
              </a:srgbClr>
            </a:solidFill>
            <a:ln w="9525">
              <a:solidFill>
                <a:srgbClr val="66FFFF"/>
              </a:solidFill>
              <a:miter lim="800000"/>
              <a:headEnd/>
              <a:tailEnd/>
            </a:ln>
          </p:spPr>
          <p:txBody>
            <a:bodyPr wrap="none" anchor="ctr"/>
            <a:lstStyle/>
            <a:p>
              <a:endParaRPr lang="zh-CN" altLang="en-US"/>
            </a:p>
          </p:txBody>
        </p:sp>
        <p:sp>
          <p:nvSpPr>
            <p:cNvPr id="33812" name="Rectangle 18"/>
            <p:cNvSpPr>
              <a:spLocks noChangeArrowheads="1"/>
            </p:cNvSpPr>
            <p:nvPr/>
          </p:nvSpPr>
          <p:spPr bwMode="auto">
            <a:xfrm>
              <a:off x="4457" y="1115"/>
              <a:ext cx="192" cy="365"/>
            </a:xfrm>
            <a:prstGeom prst="rect">
              <a:avLst/>
            </a:prstGeom>
            <a:noFill/>
            <a:ln w="9525">
              <a:noFill/>
              <a:miter lim="800000"/>
              <a:headEnd/>
              <a:tailEnd/>
            </a:ln>
          </p:spPr>
          <p:txBody>
            <a:bodyPr>
              <a:spAutoFit/>
            </a:bodyPr>
            <a:lstStyle/>
            <a:p>
              <a:pPr algn="just" eaLnBrk="0" hangingPunct="0"/>
              <a:r>
                <a:rPr lang="en-US" altLang="zh-CN" sz="3200" i="1">
                  <a:solidFill>
                    <a:schemeClr val="accent2"/>
                  </a:solidFill>
                  <a:latin typeface="Times New Roman" pitchFamily="18" charset="0"/>
                </a:rPr>
                <a:t>z</a:t>
              </a:r>
              <a:endParaRPr lang="en-US" altLang="zh-CN" sz="2400" i="1">
                <a:solidFill>
                  <a:schemeClr val="accent2"/>
                </a:solidFill>
                <a:latin typeface="Times New Roman" pitchFamily="18" charset="0"/>
              </a:endParaRPr>
            </a:p>
          </p:txBody>
        </p:sp>
        <p:sp>
          <p:nvSpPr>
            <p:cNvPr id="33813" name="Rectangle 19"/>
            <p:cNvSpPr>
              <a:spLocks noChangeArrowheads="1"/>
            </p:cNvSpPr>
            <p:nvPr/>
          </p:nvSpPr>
          <p:spPr bwMode="auto">
            <a:xfrm>
              <a:off x="4004" y="1984"/>
              <a:ext cx="191" cy="288"/>
            </a:xfrm>
            <a:prstGeom prst="rect">
              <a:avLst/>
            </a:prstGeom>
            <a:noFill/>
            <a:ln w="9525">
              <a:noFill/>
              <a:miter lim="800000"/>
              <a:headEnd/>
              <a:tailEnd/>
            </a:ln>
          </p:spPr>
          <p:txBody>
            <a:bodyPr wrap="none">
              <a:spAutoFit/>
            </a:bodyPr>
            <a:lstStyle/>
            <a:p>
              <a:pPr algn="just" eaLnBrk="0" hangingPunct="0"/>
              <a:r>
                <a:rPr lang="en-US" altLang="zh-CN" sz="2400" i="1">
                  <a:solidFill>
                    <a:srgbClr val="FF6600"/>
                  </a:solidFill>
                  <a:latin typeface="Times New Roman" pitchFamily="18" charset="0"/>
                </a:rPr>
                <a:t>I</a:t>
              </a:r>
            </a:p>
          </p:txBody>
        </p:sp>
        <p:sp>
          <p:nvSpPr>
            <p:cNvPr id="33814" name="Rectangle 20"/>
            <p:cNvSpPr>
              <a:spLocks noChangeArrowheads="1"/>
            </p:cNvSpPr>
            <p:nvPr/>
          </p:nvSpPr>
          <p:spPr bwMode="auto">
            <a:xfrm>
              <a:off x="4257" y="3451"/>
              <a:ext cx="347" cy="288"/>
            </a:xfrm>
            <a:prstGeom prst="rect">
              <a:avLst/>
            </a:prstGeom>
            <a:noFill/>
            <a:ln w="9525">
              <a:noFill/>
              <a:miter lim="800000"/>
              <a:headEnd/>
              <a:tailEnd/>
            </a:ln>
          </p:spPr>
          <p:txBody>
            <a:bodyPr>
              <a:spAutoFit/>
            </a:bodyPr>
            <a:lstStyle/>
            <a:p>
              <a:pPr algn="just" eaLnBrk="0" hangingPunct="0"/>
              <a:r>
                <a:rPr lang="en-US" altLang="zh-CN" sz="2400" i="1">
                  <a:solidFill>
                    <a:srgbClr val="FF6600"/>
                  </a:solidFill>
                  <a:latin typeface="宋体" pitchFamily="2" charset="-122"/>
                </a:rPr>
                <a:t>II</a:t>
              </a:r>
            </a:p>
          </p:txBody>
        </p:sp>
        <p:sp>
          <p:nvSpPr>
            <p:cNvPr id="33815" name="Freeform 21"/>
            <p:cNvSpPr>
              <a:spLocks/>
            </p:cNvSpPr>
            <p:nvPr/>
          </p:nvSpPr>
          <p:spPr bwMode="auto">
            <a:xfrm>
              <a:off x="4740" y="1909"/>
              <a:ext cx="499" cy="1575"/>
            </a:xfrm>
            <a:custGeom>
              <a:avLst/>
              <a:gdLst>
                <a:gd name="T0" fmla="*/ 0 w 533"/>
                <a:gd name="T1" fmla="*/ 0 h 1575"/>
                <a:gd name="T2" fmla="*/ 158 w 533"/>
                <a:gd name="T3" fmla="*/ 45 h 1575"/>
                <a:gd name="T4" fmla="*/ 326 w 533"/>
                <a:gd name="T5" fmla="*/ 213 h 1575"/>
                <a:gd name="T6" fmla="*/ 397 w 533"/>
                <a:gd name="T7" fmla="*/ 362 h 1575"/>
                <a:gd name="T8" fmla="*/ 446 w 533"/>
                <a:gd name="T9" fmla="*/ 549 h 1575"/>
                <a:gd name="T10" fmla="*/ 466 w 533"/>
                <a:gd name="T11" fmla="*/ 821 h 1575"/>
                <a:gd name="T12" fmla="*/ 442 w 533"/>
                <a:gd name="T13" fmla="*/ 1069 h 1575"/>
                <a:gd name="T14" fmla="*/ 392 w 533"/>
                <a:gd name="T15" fmla="*/ 1233 h 1575"/>
                <a:gd name="T16" fmla="*/ 312 w 533"/>
                <a:gd name="T17" fmla="*/ 1383 h 1575"/>
                <a:gd name="T18" fmla="*/ 244 w 533"/>
                <a:gd name="T19" fmla="*/ 1468 h 1575"/>
                <a:gd name="T20" fmla="*/ 144 w 533"/>
                <a:gd name="T21" fmla="*/ 1546 h 1575"/>
                <a:gd name="T22" fmla="*/ 3 w 533"/>
                <a:gd name="T23" fmla="*/ 1575 h 15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3"/>
                <a:gd name="T37" fmla="*/ 0 h 1575"/>
                <a:gd name="T38" fmla="*/ 533 w 533"/>
                <a:gd name="T39" fmla="*/ 1575 h 15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3" h="1575">
                  <a:moveTo>
                    <a:pt x="0" y="0"/>
                  </a:moveTo>
                  <a:cubicBezTo>
                    <a:pt x="60" y="3"/>
                    <a:pt x="119" y="10"/>
                    <a:pt x="181" y="45"/>
                  </a:cubicBezTo>
                  <a:cubicBezTo>
                    <a:pt x="243" y="80"/>
                    <a:pt x="327" y="160"/>
                    <a:pt x="372" y="213"/>
                  </a:cubicBezTo>
                  <a:cubicBezTo>
                    <a:pt x="417" y="266"/>
                    <a:pt x="430" y="306"/>
                    <a:pt x="453" y="362"/>
                  </a:cubicBezTo>
                  <a:cubicBezTo>
                    <a:pt x="476" y="418"/>
                    <a:pt x="495" y="473"/>
                    <a:pt x="508" y="549"/>
                  </a:cubicBezTo>
                  <a:cubicBezTo>
                    <a:pt x="521" y="625"/>
                    <a:pt x="533" y="734"/>
                    <a:pt x="532" y="821"/>
                  </a:cubicBezTo>
                  <a:cubicBezTo>
                    <a:pt x="531" y="908"/>
                    <a:pt x="518" y="1000"/>
                    <a:pt x="504" y="1069"/>
                  </a:cubicBezTo>
                  <a:cubicBezTo>
                    <a:pt x="490" y="1138"/>
                    <a:pt x="473" y="1181"/>
                    <a:pt x="448" y="1233"/>
                  </a:cubicBezTo>
                  <a:cubicBezTo>
                    <a:pt x="423" y="1285"/>
                    <a:pt x="384" y="1344"/>
                    <a:pt x="356" y="1383"/>
                  </a:cubicBezTo>
                  <a:cubicBezTo>
                    <a:pt x="328" y="1422"/>
                    <a:pt x="311" y="1441"/>
                    <a:pt x="279" y="1468"/>
                  </a:cubicBezTo>
                  <a:cubicBezTo>
                    <a:pt x="247" y="1495"/>
                    <a:pt x="210" y="1528"/>
                    <a:pt x="164" y="1546"/>
                  </a:cubicBezTo>
                  <a:cubicBezTo>
                    <a:pt x="125" y="1558"/>
                    <a:pt x="37" y="1569"/>
                    <a:pt x="3" y="1575"/>
                  </a:cubicBezTo>
                </a:path>
              </a:pathLst>
            </a:custGeom>
            <a:noFill/>
            <a:ln w="38100">
              <a:solidFill>
                <a:srgbClr val="CC0000"/>
              </a:solidFill>
              <a:round/>
              <a:headEnd/>
              <a:tailEnd/>
            </a:ln>
          </p:spPr>
          <p:txBody>
            <a:bodyPr/>
            <a:lstStyle/>
            <a:p>
              <a:endParaRPr lang="zh-CN" altLang="en-US"/>
            </a:p>
          </p:txBody>
        </p:sp>
        <p:sp>
          <p:nvSpPr>
            <p:cNvPr id="33816" name="Freeform 22"/>
            <p:cNvSpPr>
              <a:spLocks/>
            </p:cNvSpPr>
            <p:nvPr/>
          </p:nvSpPr>
          <p:spPr bwMode="auto">
            <a:xfrm>
              <a:off x="4232" y="1909"/>
              <a:ext cx="511" cy="1579"/>
            </a:xfrm>
            <a:custGeom>
              <a:avLst/>
              <a:gdLst>
                <a:gd name="T0" fmla="*/ 508 w 511"/>
                <a:gd name="T1" fmla="*/ 0 h 1579"/>
                <a:gd name="T2" fmla="*/ 415 w 511"/>
                <a:gd name="T3" fmla="*/ 19 h 1579"/>
                <a:gd name="T4" fmla="*/ 286 w 511"/>
                <a:gd name="T5" fmla="*/ 94 h 1579"/>
                <a:gd name="T6" fmla="*/ 145 w 511"/>
                <a:gd name="T7" fmla="*/ 272 h 1579"/>
                <a:gd name="T8" fmla="*/ 61 w 511"/>
                <a:gd name="T9" fmla="*/ 466 h 1579"/>
                <a:gd name="T10" fmla="*/ 10 w 511"/>
                <a:gd name="T11" fmla="*/ 703 h 1579"/>
                <a:gd name="T12" fmla="*/ 13 w 511"/>
                <a:gd name="T13" fmla="*/ 901 h 1579"/>
                <a:gd name="T14" fmla="*/ 85 w 511"/>
                <a:gd name="T15" fmla="*/ 1147 h 1579"/>
                <a:gd name="T16" fmla="*/ 208 w 511"/>
                <a:gd name="T17" fmla="*/ 1360 h 1579"/>
                <a:gd name="T18" fmla="*/ 370 w 511"/>
                <a:gd name="T19" fmla="*/ 1525 h 1579"/>
                <a:gd name="T20" fmla="*/ 511 w 511"/>
                <a:gd name="T21" fmla="*/ 1579 h 15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11"/>
                <a:gd name="T34" fmla="*/ 0 h 1579"/>
                <a:gd name="T35" fmla="*/ 511 w 511"/>
                <a:gd name="T36" fmla="*/ 1579 h 15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11" h="1579">
                  <a:moveTo>
                    <a:pt x="508" y="0"/>
                  </a:moveTo>
                  <a:cubicBezTo>
                    <a:pt x="493" y="3"/>
                    <a:pt x="452" y="3"/>
                    <a:pt x="415" y="19"/>
                  </a:cubicBezTo>
                  <a:cubicBezTo>
                    <a:pt x="378" y="35"/>
                    <a:pt x="331" y="52"/>
                    <a:pt x="286" y="94"/>
                  </a:cubicBezTo>
                  <a:cubicBezTo>
                    <a:pt x="241" y="136"/>
                    <a:pt x="182" y="210"/>
                    <a:pt x="145" y="272"/>
                  </a:cubicBezTo>
                  <a:cubicBezTo>
                    <a:pt x="108" y="334"/>
                    <a:pt x="83" y="394"/>
                    <a:pt x="61" y="466"/>
                  </a:cubicBezTo>
                  <a:cubicBezTo>
                    <a:pt x="39" y="538"/>
                    <a:pt x="18" y="631"/>
                    <a:pt x="10" y="703"/>
                  </a:cubicBezTo>
                  <a:cubicBezTo>
                    <a:pt x="2" y="775"/>
                    <a:pt x="0" y="827"/>
                    <a:pt x="13" y="901"/>
                  </a:cubicBezTo>
                  <a:cubicBezTo>
                    <a:pt x="26" y="975"/>
                    <a:pt x="53" y="1071"/>
                    <a:pt x="85" y="1147"/>
                  </a:cubicBezTo>
                  <a:cubicBezTo>
                    <a:pt x="117" y="1223"/>
                    <a:pt x="161" y="1297"/>
                    <a:pt x="208" y="1360"/>
                  </a:cubicBezTo>
                  <a:cubicBezTo>
                    <a:pt x="255" y="1423"/>
                    <a:pt x="320" y="1489"/>
                    <a:pt x="370" y="1525"/>
                  </a:cubicBezTo>
                  <a:cubicBezTo>
                    <a:pt x="420" y="1561"/>
                    <a:pt x="482" y="1568"/>
                    <a:pt x="511" y="1579"/>
                  </a:cubicBezTo>
                </a:path>
              </a:pathLst>
            </a:custGeom>
            <a:noFill/>
            <a:ln w="28575">
              <a:solidFill>
                <a:srgbClr val="CC0000">
                  <a:alpha val="85097"/>
                </a:srgbClr>
              </a:solidFill>
              <a:prstDash val="dash"/>
              <a:round/>
              <a:headEnd/>
              <a:tailEnd/>
            </a:ln>
          </p:spPr>
          <p:txBody>
            <a:bodyPr/>
            <a:lstStyle/>
            <a:p>
              <a:endParaRPr lang="zh-CN" altLang="en-US"/>
            </a:p>
          </p:txBody>
        </p:sp>
        <p:sp>
          <p:nvSpPr>
            <p:cNvPr id="33817" name="Oval 23"/>
            <p:cNvSpPr>
              <a:spLocks noChangeArrowheads="1"/>
            </p:cNvSpPr>
            <p:nvPr/>
          </p:nvSpPr>
          <p:spPr bwMode="auto">
            <a:xfrm>
              <a:off x="4317" y="2138"/>
              <a:ext cx="864" cy="375"/>
            </a:xfrm>
            <a:prstGeom prst="ellipse">
              <a:avLst/>
            </a:prstGeom>
            <a:solidFill>
              <a:srgbClr val="66FF33">
                <a:alpha val="70195"/>
              </a:srgbClr>
            </a:solidFill>
            <a:ln w="9525">
              <a:solidFill>
                <a:srgbClr val="CC0000"/>
              </a:solidFill>
              <a:round/>
              <a:headEnd/>
              <a:tailEnd/>
            </a:ln>
          </p:spPr>
          <p:txBody>
            <a:bodyPr wrap="none" anchor="ctr"/>
            <a:lstStyle/>
            <a:p>
              <a:endParaRPr lang="zh-CN" altLang="en-US"/>
            </a:p>
          </p:txBody>
        </p:sp>
        <p:sp>
          <p:nvSpPr>
            <p:cNvPr id="33818" name="Rectangle 24"/>
            <p:cNvSpPr>
              <a:spLocks noChangeArrowheads="1"/>
            </p:cNvSpPr>
            <p:nvPr/>
          </p:nvSpPr>
          <p:spPr bwMode="auto">
            <a:xfrm>
              <a:off x="4528" y="1567"/>
              <a:ext cx="181" cy="272"/>
            </a:xfrm>
            <a:prstGeom prst="rect">
              <a:avLst/>
            </a:prstGeom>
            <a:solidFill>
              <a:srgbClr val="FF9900">
                <a:alpha val="50195"/>
              </a:srgbClr>
            </a:solidFill>
            <a:ln w="9525">
              <a:solidFill>
                <a:schemeClr val="tx1"/>
              </a:solidFill>
              <a:miter lim="800000"/>
              <a:headEnd/>
              <a:tailEnd/>
            </a:ln>
          </p:spPr>
          <p:txBody>
            <a:bodyPr wrap="none" anchor="ctr"/>
            <a:lstStyle/>
            <a:p>
              <a:endParaRPr lang="zh-CN" altLang="en-US"/>
            </a:p>
          </p:txBody>
        </p:sp>
        <p:sp>
          <p:nvSpPr>
            <p:cNvPr id="33819" name="Rectangle 25"/>
            <p:cNvSpPr>
              <a:spLocks noChangeArrowheads="1"/>
            </p:cNvSpPr>
            <p:nvPr/>
          </p:nvSpPr>
          <p:spPr bwMode="auto">
            <a:xfrm>
              <a:off x="4793" y="1567"/>
              <a:ext cx="181" cy="272"/>
            </a:xfrm>
            <a:prstGeom prst="rect">
              <a:avLst/>
            </a:prstGeom>
            <a:solidFill>
              <a:srgbClr val="FF9900">
                <a:alpha val="50195"/>
              </a:srgbClr>
            </a:solidFill>
            <a:ln w="9525">
              <a:solidFill>
                <a:schemeClr val="tx1"/>
              </a:solidFill>
              <a:miter lim="800000"/>
              <a:headEnd/>
              <a:tailEnd/>
            </a:ln>
          </p:spPr>
          <p:txBody>
            <a:bodyPr wrap="none" anchor="ctr"/>
            <a:lstStyle/>
            <a:p>
              <a:endParaRPr lang="zh-CN" altLang="en-US"/>
            </a:p>
          </p:txBody>
        </p:sp>
        <p:sp>
          <p:nvSpPr>
            <p:cNvPr id="33820" name="Line 26"/>
            <p:cNvSpPr>
              <a:spLocks noChangeShapeType="1"/>
            </p:cNvSpPr>
            <p:nvPr/>
          </p:nvSpPr>
          <p:spPr bwMode="auto">
            <a:xfrm>
              <a:off x="4750" y="1859"/>
              <a:ext cx="0" cy="454"/>
            </a:xfrm>
            <a:prstGeom prst="line">
              <a:avLst/>
            </a:prstGeom>
            <a:noFill/>
            <a:ln w="101600" cmpd="tri">
              <a:solidFill>
                <a:srgbClr val="C0C0C0"/>
              </a:solidFill>
              <a:round/>
              <a:headEnd type="none" w="med" len="lg"/>
              <a:tailEnd/>
            </a:ln>
          </p:spPr>
          <p:txBody>
            <a:bodyPr/>
            <a:lstStyle/>
            <a:p>
              <a:endParaRPr lang="zh-CN" altLang="en-US"/>
            </a:p>
          </p:txBody>
        </p:sp>
        <p:sp>
          <p:nvSpPr>
            <p:cNvPr id="33821" name="Line 27"/>
            <p:cNvSpPr>
              <a:spLocks noChangeShapeType="1"/>
            </p:cNvSpPr>
            <p:nvPr/>
          </p:nvSpPr>
          <p:spPr bwMode="auto">
            <a:xfrm flipH="1" flipV="1">
              <a:off x="4342" y="2267"/>
              <a:ext cx="407" cy="45"/>
            </a:xfrm>
            <a:prstGeom prst="line">
              <a:avLst/>
            </a:prstGeom>
            <a:noFill/>
            <a:ln w="28575">
              <a:solidFill>
                <a:srgbClr val="0000FF"/>
              </a:solidFill>
              <a:round/>
              <a:headEnd/>
              <a:tailEnd/>
            </a:ln>
          </p:spPr>
          <p:txBody>
            <a:bodyPr/>
            <a:lstStyle/>
            <a:p>
              <a:endParaRPr lang="zh-CN" altLang="en-US"/>
            </a:p>
          </p:txBody>
        </p:sp>
        <p:sp>
          <p:nvSpPr>
            <p:cNvPr id="33822" name="Text Box 28"/>
            <p:cNvSpPr txBox="1">
              <a:spLocks noChangeArrowheads="1"/>
            </p:cNvSpPr>
            <p:nvPr/>
          </p:nvSpPr>
          <p:spPr bwMode="auto">
            <a:xfrm>
              <a:off x="4014" y="2226"/>
              <a:ext cx="336" cy="365"/>
            </a:xfrm>
            <a:prstGeom prst="rect">
              <a:avLst/>
            </a:prstGeom>
            <a:noFill/>
            <a:ln w="9525">
              <a:noFill/>
              <a:miter lim="800000"/>
              <a:headEnd/>
              <a:tailEnd/>
            </a:ln>
          </p:spPr>
          <p:txBody>
            <a:bodyPr>
              <a:spAutoFit/>
            </a:bodyPr>
            <a:lstStyle/>
            <a:p>
              <a:pPr algn="just" eaLnBrk="0" hangingPunct="0"/>
              <a:r>
                <a:rPr lang="en-US" altLang="zh-CN" sz="3200" i="1">
                  <a:solidFill>
                    <a:srgbClr val="006600"/>
                  </a:solidFill>
                  <a:latin typeface="Times New Roman" pitchFamily="18" charset="0"/>
                </a:rPr>
                <a:t>P</a:t>
              </a:r>
              <a:endParaRPr lang="en-US" altLang="zh-CN" sz="2400" i="1">
                <a:solidFill>
                  <a:srgbClr val="006600"/>
                </a:solidFill>
                <a:latin typeface="Times New Roman" pitchFamily="18" charset="0"/>
              </a:endParaRPr>
            </a:p>
          </p:txBody>
        </p:sp>
        <p:sp>
          <p:nvSpPr>
            <p:cNvPr id="33823" name="Rectangle 29"/>
            <p:cNvSpPr>
              <a:spLocks noChangeArrowheads="1"/>
            </p:cNvSpPr>
            <p:nvPr/>
          </p:nvSpPr>
          <p:spPr bwMode="auto">
            <a:xfrm>
              <a:off x="4326" y="2214"/>
              <a:ext cx="272" cy="288"/>
            </a:xfrm>
            <a:prstGeom prst="rect">
              <a:avLst/>
            </a:prstGeom>
            <a:noFill/>
            <a:ln w="9525">
              <a:noFill/>
              <a:miter lim="800000"/>
              <a:headEnd/>
              <a:tailEnd/>
            </a:ln>
          </p:spPr>
          <p:txBody>
            <a:bodyPr>
              <a:spAutoFit/>
            </a:bodyPr>
            <a:lstStyle/>
            <a:p>
              <a:pPr algn="just" eaLnBrk="0" hangingPunct="0"/>
              <a:r>
                <a:rPr lang="zh-CN" altLang="en-US" sz="2400" i="1">
                  <a:solidFill>
                    <a:srgbClr val="FF6600"/>
                  </a:solidFill>
                  <a:latin typeface="Times New Roman" pitchFamily="18" charset="0"/>
                  <a:sym typeface="Symbol" pitchFamily="18" charset="2"/>
                </a:rPr>
                <a:t></a:t>
              </a:r>
              <a:endParaRPr lang="zh-CN" altLang="en-US" sz="2400" i="1">
                <a:solidFill>
                  <a:srgbClr val="FF6600"/>
                </a:solidFill>
                <a:latin typeface="Times New Roman" pitchFamily="18" charset="0"/>
              </a:endParaRPr>
            </a:p>
          </p:txBody>
        </p:sp>
        <p:sp>
          <p:nvSpPr>
            <p:cNvPr id="33824" name="Line 30"/>
            <p:cNvSpPr>
              <a:spLocks noChangeShapeType="1"/>
            </p:cNvSpPr>
            <p:nvPr/>
          </p:nvSpPr>
          <p:spPr bwMode="auto">
            <a:xfrm flipH="1">
              <a:off x="4509" y="2314"/>
              <a:ext cx="240" cy="166"/>
            </a:xfrm>
            <a:prstGeom prst="line">
              <a:avLst/>
            </a:prstGeom>
            <a:noFill/>
            <a:ln w="28575">
              <a:solidFill>
                <a:srgbClr val="0000FF"/>
              </a:solidFill>
              <a:round/>
              <a:headEnd/>
              <a:tailEnd/>
            </a:ln>
          </p:spPr>
          <p:txBody>
            <a:bodyPr/>
            <a:lstStyle/>
            <a:p>
              <a:endParaRPr lang="zh-CN" altLang="en-US"/>
            </a:p>
          </p:txBody>
        </p:sp>
        <p:sp>
          <p:nvSpPr>
            <p:cNvPr id="33825" name="Oval 31"/>
            <p:cNvSpPr>
              <a:spLocks noChangeArrowheads="1"/>
            </p:cNvSpPr>
            <p:nvPr/>
          </p:nvSpPr>
          <p:spPr bwMode="auto">
            <a:xfrm>
              <a:off x="4468" y="3179"/>
              <a:ext cx="589" cy="226"/>
            </a:xfrm>
            <a:prstGeom prst="ellipse">
              <a:avLst/>
            </a:prstGeom>
            <a:solidFill>
              <a:srgbClr val="66FF33">
                <a:alpha val="70195"/>
              </a:srgbClr>
            </a:solidFill>
            <a:ln w="9525">
              <a:solidFill>
                <a:srgbClr val="CC0000"/>
              </a:solidFill>
              <a:round/>
              <a:headEnd/>
              <a:tailEnd/>
            </a:ln>
          </p:spPr>
          <p:txBody>
            <a:bodyPr wrap="none" anchor="ctr"/>
            <a:lstStyle/>
            <a:p>
              <a:endParaRPr lang="zh-CN" altLang="en-US"/>
            </a:p>
          </p:txBody>
        </p:sp>
        <p:sp>
          <p:nvSpPr>
            <p:cNvPr id="33826" name="Line 32"/>
            <p:cNvSpPr>
              <a:spLocks noChangeShapeType="1"/>
            </p:cNvSpPr>
            <p:nvPr/>
          </p:nvSpPr>
          <p:spPr bwMode="auto">
            <a:xfrm flipH="1">
              <a:off x="4464" y="3288"/>
              <a:ext cx="281" cy="5"/>
            </a:xfrm>
            <a:prstGeom prst="line">
              <a:avLst/>
            </a:prstGeom>
            <a:noFill/>
            <a:ln w="12700">
              <a:solidFill>
                <a:srgbClr val="0000FF"/>
              </a:solidFill>
              <a:round/>
              <a:headEnd/>
              <a:tailEnd/>
            </a:ln>
          </p:spPr>
          <p:txBody>
            <a:bodyPr/>
            <a:lstStyle/>
            <a:p>
              <a:endParaRPr lang="zh-CN" altLang="en-US"/>
            </a:p>
          </p:txBody>
        </p:sp>
        <p:sp>
          <p:nvSpPr>
            <p:cNvPr id="33827" name="Line 33"/>
            <p:cNvSpPr>
              <a:spLocks noChangeShapeType="1"/>
            </p:cNvSpPr>
            <p:nvPr/>
          </p:nvSpPr>
          <p:spPr bwMode="auto">
            <a:xfrm>
              <a:off x="4749" y="2553"/>
              <a:ext cx="0" cy="726"/>
            </a:xfrm>
            <a:prstGeom prst="line">
              <a:avLst/>
            </a:prstGeom>
            <a:noFill/>
            <a:ln w="101600" cmpd="tri">
              <a:solidFill>
                <a:srgbClr val="C0C0C0"/>
              </a:solidFill>
              <a:round/>
              <a:headEnd type="none" w="med" len="lg"/>
              <a:tailEnd/>
            </a:ln>
          </p:spPr>
          <p:txBody>
            <a:bodyPr/>
            <a:lstStyle/>
            <a:p>
              <a:endParaRPr lang="zh-CN" altLang="en-US"/>
            </a:p>
          </p:txBody>
        </p:sp>
        <p:sp>
          <p:nvSpPr>
            <p:cNvPr id="33828" name="Freeform 34"/>
            <p:cNvSpPr>
              <a:spLocks/>
            </p:cNvSpPr>
            <p:nvPr/>
          </p:nvSpPr>
          <p:spPr bwMode="auto">
            <a:xfrm>
              <a:off x="4492" y="1909"/>
              <a:ext cx="248" cy="1573"/>
            </a:xfrm>
            <a:custGeom>
              <a:avLst/>
              <a:gdLst>
                <a:gd name="T0" fmla="*/ 248 w 248"/>
                <a:gd name="T1" fmla="*/ 0 h 1573"/>
                <a:gd name="T2" fmla="*/ 200 w 248"/>
                <a:gd name="T3" fmla="*/ 37 h 1573"/>
                <a:gd name="T4" fmla="*/ 143 w 248"/>
                <a:gd name="T5" fmla="*/ 130 h 1573"/>
                <a:gd name="T6" fmla="*/ 86 w 248"/>
                <a:gd name="T7" fmla="*/ 274 h 1573"/>
                <a:gd name="T8" fmla="*/ 32 w 248"/>
                <a:gd name="T9" fmla="*/ 487 h 1573"/>
                <a:gd name="T10" fmla="*/ 2 w 248"/>
                <a:gd name="T11" fmla="*/ 889 h 1573"/>
                <a:gd name="T12" fmla="*/ 47 w 248"/>
                <a:gd name="T13" fmla="*/ 1174 h 1573"/>
                <a:gd name="T14" fmla="*/ 110 w 248"/>
                <a:gd name="T15" fmla="*/ 1399 h 1573"/>
                <a:gd name="T16" fmla="*/ 182 w 248"/>
                <a:gd name="T17" fmla="*/ 1528 h 1573"/>
                <a:gd name="T18" fmla="*/ 248 w 248"/>
                <a:gd name="T19" fmla="*/ 1573 h 157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8"/>
                <a:gd name="T31" fmla="*/ 0 h 1573"/>
                <a:gd name="T32" fmla="*/ 248 w 248"/>
                <a:gd name="T33" fmla="*/ 1573 h 157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8" h="1573">
                  <a:moveTo>
                    <a:pt x="248" y="0"/>
                  </a:moveTo>
                  <a:cubicBezTo>
                    <a:pt x="240" y="6"/>
                    <a:pt x="218" y="15"/>
                    <a:pt x="200" y="37"/>
                  </a:cubicBezTo>
                  <a:cubicBezTo>
                    <a:pt x="182" y="59"/>
                    <a:pt x="162" y="91"/>
                    <a:pt x="143" y="130"/>
                  </a:cubicBezTo>
                  <a:cubicBezTo>
                    <a:pt x="124" y="169"/>
                    <a:pt x="104" y="215"/>
                    <a:pt x="86" y="274"/>
                  </a:cubicBezTo>
                  <a:cubicBezTo>
                    <a:pt x="68" y="333"/>
                    <a:pt x="59" y="367"/>
                    <a:pt x="32" y="487"/>
                  </a:cubicBezTo>
                  <a:cubicBezTo>
                    <a:pt x="5" y="607"/>
                    <a:pt x="0" y="775"/>
                    <a:pt x="2" y="889"/>
                  </a:cubicBezTo>
                  <a:cubicBezTo>
                    <a:pt x="4" y="1003"/>
                    <a:pt x="29" y="1089"/>
                    <a:pt x="47" y="1174"/>
                  </a:cubicBezTo>
                  <a:cubicBezTo>
                    <a:pt x="65" y="1259"/>
                    <a:pt x="88" y="1340"/>
                    <a:pt x="110" y="1399"/>
                  </a:cubicBezTo>
                  <a:cubicBezTo>
                    <a:pt x="132" y="1458"/>
                    <a:pt x="159" y="1499"/>
                    <a:pt x="182" y="1528"/>
                  </a:cubicBezTo>
                  <a:cubicBezTo>
                    <a:pt x="205" y="1557"/>
                    <a:pt x="234" y="1564"/>
                    <a:pt x="248" y="1573"/>
                  </a:cubicBezTo>
                </a:path>
              </a:pathLst>
            </a:custGeom>
            <a:noFill/>
            <a:ln w="28575">
              <a:solidFill>
                <a:srgbClr val="CC0000">
                  <a:alpha val="85097"/>
                </a:srgbClr>
              </a:solidFill>
              <a:prstDash val="dash"/>
              <a:round/>
              <a:headEnd/>
              <a:tailEnd/>
            </a:ln>
          </p:spPr>
          <p:txBody>
            <a:bodyPr/>
            <a:lstStyle/>
            <a:p>
              <a:endParaRPr lang="zh-CN" altLang="en-US"/>
            </a:p>
          </p:txBody>
        </p:sp>
        <p:sp>
          <p:nvSpPr>
            <p:cNvPr id="33829" name="AutoShape 35"/>
            <p:cNvSpPr>
              <a:spLocks noChangeArrowheads="1"/>
            </p:cNvSpPr>
            <p:nvPr/>
          </p:nvSpPr>
          <p:spPr bwMode="auto">
            <a:xfrm rot="16225073" flipV="1">
              <a:off x="3457" y="2741"/>
              <a:ext cx="2148" cy="409"/>
            </a:xfrm>
            <a:prstGeom prst="parallelogram">
              <a:avLst>
                <a:gd name="adj" fmla="val 131296"/>
              </a:avLst>
            </a:prstGeom>
            <a:solidFill>
              <a:srgbClr val="3399FF">
                <a:alpha val="39999"/>
              </a:srgbClr>
            </a:solidFill>
            <a:ln w="9525">
              <a:solidFill>
                <a:srgbClr val="66FFFF"/>
              </a:solidFill>
              <a:miter lim="800000"/>
              <a:headEnd/>
              <a:tailEnd/>
            </a:ln>
          </p:spPr>
          <p:txBody>
            <a:bodyPr wrap="none" anchor="ctr"/>
            <a:lstStyle/>
            <a:p>
              <a:endParaRPr lang="zh-CN" altLang="en-US"/>
            </a:p>
          </p:txBody>
        </p:sp>
        <p:sp>
          <p:nvSpPr>
            <p:cNvPr id="33830" name="Line 36"/>
            <p:cNvSpPr>
              <a:spLocks noChangeShapeType="1"/>
            </p:cNvSpPr>
            <p:nvPr/>
          </p:nvSpPr>
          <p:spPr bwMode="auto">
            <a:xfrm flipH="1">
              <a:off x="4652" y="3293"/>
              <a:ext cx="97" cy="108"/>
            </a:xfrm>
            <a:prstGeom prst="line">
              <a:avLst/>
            </a:prstGeom>
            <a:noFill/>
            <a:ln w="12700">
              <a:solidFill>
                <a:srgbClr val="0000FF"/>
              </a:solidFill>
              <a:round/>
              <a:headEnd/>
              <a:tailEnd/>
            </a:ln>
          </p:spPr>
          <p:txBody>
            <a:bodyPr/>
            <a:lstStyle/>
            <a:p>
              <a:endParaRPr lang="zh-CN" altLang="en-US"/>
            </a:p>
          </p:txBody>
        </p:sp>
        <p:sp>
          <p:nvSpPr>
            <p:cNvPr id="33831" name="Line 37"/>
            <p:cNvSpPr>
              <a:spLocks noChangeShapeType="1"/>
            </p:cNvSpPr>
            <p:nvPr/>
          </p:nvSpPr>
          <p:spPr bwMode="auto">
            <a:xfrm flipV="1">
              <a:off x="4751" y="1253"/>
              <a:ext cx="0" cy="317"/>
            </a:xfrm>
            <a:prstGeom prst="line">
              <a:avLst/>
            </a:prstGeom>
            <a:noFill/>
            <a:ln w="28575">
              <a:solidFill>
                <a:schemeClr val="accent2"/>
              </a:solidFill>
              <a:round/>
              <a:headEnd/>
              <a:tailEnd type="triangle" w="med" len="med"/>
            </a:ln>
          </p:spPr>
          <p:txBody>
            <a:bodyPr/>
            <a:lstStyle/>
            <a:p>
              <a:endParaRPr lang="zh-CN" altLang="en-US"/>
            </a:p>
          </p:txBody>
        </p:sp>
      </p:grpSp>
      <p:sp>
        <p:nvSpPr>
          <p:cNvPr id="188454" name="AutoShape 38"/>
          <p:cNvSpPr>
            <a:spLocks noChangeArrowheads="1"/>
          </p:cNvSpPr>
          <p:nvPr/>
        </p:nvSpPr>
        <p:spPr bwMode="auto">
          <a:xfrm>
            <a:off x="206375" y="2484438"/>
            <a:ext cx="360363"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latin typeface="Times New Roman" pitchFamily="18" charset="0"/>
            </a:endParaRPr>
          </a:p>
        </p:txBody>
      </p:sp>
      <p:graphicFrame>
        <p:nvGraphicFramePr>
          <p:cNvPr id="188455" name="Object 39"/>
          <p:cNvGraphicFramePr>
            <a:graphicFrameLocks noChangeAspect="1"/>
          </p:cNvGraphicFramePr>
          <p:nvPr/>
        </p:nvGraphicFramePr>
        <p:xfrm>
          <a:off x="2951163" y="5695950"/>
          <a:ext cx="1044575" cy="736600"/>
        </p:xfrm>
        <a:graphic>
          <a:graphicData uri="http://schemas.openxmlformats.org/presentationml/2006/ole">
            <p:oleObj spid="_x0000_s33797" name="公式" r:id="rId6" imgW="571320" imgH="406080" progId="Equation.3">
              <p:embed/>
            </p:oleObj>
          </a:graphicData>
        </a:graphic>
      </p:graphicFrame>
      <p:sp>
        <p:nvSpPr>
          <p:cNvPr id="188456" name="Rectangle 40"/>
          <p:cNvSpPr>
            <a:spLocks noChangeArrowheads="1"/>
          </p:cNvSpPr>
          <p:nvPr/>
        </p:nvSpPr>
        <p:spPr bwMode="auto">
          <a:xfrm>
            <a:off x="792163" y="5815013"/>
            <a:ext cx="1403350" cy="457200"/>
          </a:xfrm>
          <a:prstGeom prst="rect">
            <a:avLst/>
          </a:prstGeom>
          <a:noFill/>
          <a:ln w="9525">
            <a:noFill/>
            <a:miter lim="800000"/>
            <a:headEnd/>
            <a:tailEnd/>
          </a:ln>
        </p:spPr>
        <p:txBody>
          <a:bodyPr>
            <a:spAutoFit/>
          </a:bodyPr>
          <a:lstStyle/>
          <a:p>
            <a:pPr eaLnBrk="0" hangingPunct="0"/>
            <a:r>
              <a:rPr lang="zh-CN" altLang="en-US" sz="2400">
                <a:solidFill>
                  <a:srgbClr val="CC0000"/>
                </a:solidFill>
                <a:latin typeface="Times New Roman" pitchFamily="18" charset="0"/>
              </a:rPr>
              <a:t>转速</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8418"/>
                                        </p:tgtEl>
                                        <p:attrNameLst>
                                          <p:attrName>style.visibility</p:attrName>
                                        </p:attrNameLst>
                                      </p:cBhvr>
                                      <p:to>
                                        <p:strVal val="visible"/>
                                      </p:to>
                                    </p:set>
                                    <p:animEffect transition="in" filter="wipe(left)">
                                      <p:cBhvr>
                                        <p:cTn id="7" dur="500"/>
                                        <p:tgtEl>
                                          <p:spTgt spid="1884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8422"/>
                                        </p:tgtEl>
                                        <p:attrNameLst>
                                          <p:attrName>style.visibility</p:attrName>
                                        </p:attrNameLst>
                                      </p:cBhvr>
                                      <p:to>
                                        <p:strVal val="visible"/>
                                      </p:to>
                                    </p:set>
                                    <p:animEffect transition="in" filter="wipe(left)">
                                      <p:cBhvr>
                                        <p:cTn id="12" dur="500"/>
                                        <p:tgtEl>
                                          <p:spTgt spid="1884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8423"/>
                                        </p:tgtEl>
                                        <p:attrNameLst>
                                          <p:attrName>style.visibility</p:attrName>
                                        </p:attrNameLst>
                                      </p:cBhvr>
                                      <p:to>
                                        <p:strVal val="visible"/>
                                      </p:to>
                                    </p:set>
                                    <p:animEffect transition="in" filter="wipe(left)">
                                      <p:cBhvr>
                                        <p:cTn id="17" dur="500"/>
                                        <p:tgtEl>
                                          <p:spTgt spid="1884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8424"/>
                                        </p:tgtEl>
                                        <p:attrNameLst>
                                          <p:attrName>style.visibility</p:attrName>
                                        </p:attrNameLst>
                                      </p:cBhvr>
                                      <p:to>
                                        <p:strVal val="visible"/>
                                      </p:to>
                                    </p:set>
                                    <p:animEffect transition="in" filter="wipe(left)">
                                      <p:cBhvr>
                                        <p:cTn id="22" dur="500"/>
                                        <p:tgtEl>
                                          <p:spTgt spid="18842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88454"/>
                                        </p:tgtEl>
                                        <p:attrNameLst>
                                          <p:attrName>style.visibility</p:attrName>
                                        </p:attrNameLst>
                                      </p:cBhvr>
                                      <p:to>
                                        <p:strVal val="visible"/>
                                      </p:to>
                                    </p:set>
                                    <p:animEffect transition="in" filter="dissolve">
                                      <p:cBhvr>
                                        <p:cTn id="32" dur="1000"/>
                                        <p:tgtEl>
                                          <p:spTgt spid="188454"/>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188421"/>
                                        </p:tgtEl>
                                        <p:attrNameLst>
                                          <p:attrName>style.visibility</p:attrName>
                                        </p:attrNameLst>
                                      </p:cBhvr>
                                      <p:to>
                                        <p:strVal val="visible"/>
                                      </p:to>
                                    </p:set>
                                    <p:animEffect transition="in" filter="wipe(left)">
                                      <p:cBhvr>
                                        <p:cTn id="36" dur="500"/>
                                        <p:tgtEl>
                                          <p:spTgt spid="188421"/>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88420"/>
                                        </p:tgtEl>
                                        <p:attrNameLst>
                                          <p:attrName>style.visibility</p:attrName>
                                        </p:attrNameLst>
                                      </p:cBhvr>
                                      <p:to>
                                        <p:strVal val="visible"/>
                                      </p:to>
                                    </p:set>
                                    <p:animEffect transition="in" filter="wipe(left)">
                                      <p:cBhvr>
                                        <p:cTn id="41" dur="500"/>
                                        <p:tgtEl>
                                          <p:spTgt spid="18842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88419"/>
                                        </p:tgtEl>
                                        <p:attrNameLst>
                                          <p:attrName>style.visibility</p:attrName>
                                        </p:attrNameLst>
                                      </p:cBhvr>
                                      <p:to>
                                        <p:strVal val="visible"/>
                                      </p:to>
                                    </p:set>
                                    <p:animEffect transition="in" filter="wipe(left)">
                                      <p:cBhvr>
                                        <p:cTn id="46" dur="500"/>
                                        <p:tgtEl>
                                          <p:spTgt spid="18841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88428"/>
                                        </p:tgtEl>
                                        <p:attrNameLst>
                                          <p:attrName>style.visibility</p:attrName>
                                        </p:attrNameLst>
                                      </p:cBhvr>
                                      <p:to>
                                        <p:strVal val="visible"/>
                                      </p:to>
                                    </p:set>
                                    <p:animEffect transition="in" filter="wipe(left)">
                                      <p:cBhvr>
                                        <p:cTn id="51" dur="500"/>
                                        <p:tgtEl>
                                          <p:spTgt spid="18842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88426"/>
                                        </p:tgtEl>
                                        <p:attrNameLst>
                                          <p:attrName>style.visibility</p:attrName>
                                        </p:attrNameLst>
                                      </p:cBhvr>
                                      <p:to>
                                        <p:strVal val="visible"/>
                                      </p:to>
                                    </p:set>
                                    <p:animEffect transition="in" filter="wipe(left)">
                                      <p:cBhvr>
                                        <p:cTn id="56" dur="500"/>
                                        <p:tgtEl>
                                          <p:spTgt spid="188426"/>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88429"/>
                                        </p:tgtEl>
                                        <p:attrNameLst>
                                          <p:attrName>style.visibility</p:attrName>
                                        </p:attrNameLst>
                                      </p:cBhvr>
                                      <p:to>
                                        <p:strVal val="visible"/>
                                      </p:to>
                                    </p:set>
                                    <p:animEffect transition="in" filter="wipe(left)">
                                      <p:cBhvr>
                                        <p:cTn id="61" dur="500"/>
                                        <p:tgtEl>
                                          <p:spTgt spid="18842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88427"/>
                                        </p:tgtEl>
                                        <p:attrNameLst>
                                          <p:attrName>style.visibility</p:attrName>
                                        </p:attrNameLst>
                                      </p:cBhvr>
                                      <p:to>
                                        <p:strVal val="visible"/>
                                      </p:to>
                                    </p:set>
                                    <p:animEffect transition="in" filter="wipe(left)">
                                      <p:cBhvr>
                                        <p:cTn id="66" dur="500"/>
                                        <p:tgtEl>
                                          <p:spTgt spid="188427"/>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88456"/>
                                        </p:tgtEl>
                                        <p:attrNameLst>
                                          <p:attrName>style.visibility</p:attrName>
                                        </p:attrNameLst>
                                      </p:cBhvr>
                                      <p:to>
                                        <p:strVal val="visible"/>
                                      </p:to>
                                    </p:set>
                                    <p:animEffect transition="in" filter="wipe(left)">
                                      <p:cBhvr>
                                        <p:cTn id="71" dur="500"/>
                                        <p:tgtEl>
                                          <p:spTgt spid="188456"/>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188455"/>
                                        </p:tgtEl>
                                        <p:attrNameLst>
                                          <p:attrName>style.visibility</p:attrName>
                                        </p:attrNameLst>
                                      </p:cBhvr>
                                      <p:to>
                                        <p:strVal val="visible"/>
                                      </p:to>
                                    </p:set>
                                    <p:animEffect transition="in" filter="wipe(left)">
                                      <p:cBhvr>
                                        <p:cTn id="76" dur="500"/>
                                        <p:tgtEl>
                                          <p:spTgt spid="1884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8" grpId="0"/>
      <p:bldP spid="188420" grpId="0" autoUpdateAnimBg="0"/>
      <p:bldP spid="188421" grpId="0" autoUpdateAnimBg="0"/>
      <p:bldP spid="188422" grpId="0" autoUpdateAnimBg="0"/>
      <p:bldP spid="188423" grpId="0" autoUpdateAnimBg="0"/>
      <p:bldP spid="188424" grpId="0" autoUpdateAnimBg="0"/>
      <p:bldP spid="188428" grpId="0" autoUpdateAnimBg="0"/>
      <p:bldP spid="188429" grpId="0" autoUpdateAnimBg="0"/>
      <p:bldP spid="188454" grpId="0" animBg="1"/>
      <p:bldP spid="188456"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Freeform 2"/>
          <p:cNvSpPr>
            <a:spLocks/>
          </p:cNvSpPr>
          <p:nvPr/>
        </p:nvSpPr>
        <p:spPr bwMode="auto">
          <a:xfrm>
            <a:off x="5303838" y="3306763"/>
            <a:ext cx="3600450" cy="1584325"/>
          </a:xfrm>
          <a:custGeom>
            <a:avLst/>
            <a:gdLst>
              <a:gd name="T0" fmla="*/ 2147483647 w 1950"/>
              <a:gd name="T1" fmla="*/ 1400144773 h 1737"/>
              <a:gd name="T2" fmla="*/ 780692071 w 1950"/>
              <a:gd name="T3" fmla="*/ 1055724290 h 1737"/>
              <a:gd name="T4" fmla="*/ 75000153 w 1950"/>
              <a:gd name="T5" fmla="*/ 620623116 h 1737"/>
              <a:gd name="T6" fmla="*/ 1230698587 w 1950"/>
              <a:gd name="T7" fmla="*/ 136437126 h 1737"/>
              <a:gd name="T8" fmla="*/ 2147483647 w 1950"/>
              <a:gd name="T9" fmla="*/ 12479410 h 1737"/>
              <a:gd name="T10" fmla="*/ 2147483647 w 1950"/>
              <a:gd name="T11" fmla="*/ 61563396 h 1737"/>
              <a:gd name="T12" fmla="*/ 2147483647 w 1950"/>
              <a:gd name="T13" fmla="*/ 254571974 h 1737"/>
              <a:gd name="T14" fmla="*/ 2147483647 w 1950"/>
              <a:gd name="T15" fmla="*/ 485017886 h 1737"/>
              <a:gd name="T16" fmla="*/ 2147483647 w 1950"/>
              <a:gd name="T17" fmla="*/ 647244694 h 1737"/>
              <a:gd name="T18" fmla="*/ 2147483647 w 1950"/>
              <a:gd name="T19" fmla="*/ 846076970 h 1737"/>
              <a:gd name="T20" fmla="*/ 2147483647 w 1950"/>
              <a:gd name="T21" fmla="*/ 1163044264 h 1737"/>
              <a:gd name="T22" fmla="*/ 2147483647 w 1950"/>
              <a:gd name="T23" fmla="*/ 1405968557 h 1737"/>
              <a:gd name="T24" fmla="*/ 2147483647 w 1950"/>
              <a:gd name="T25" fmla="*/ 1400144773 h 173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50"/>
              <a:gd name="T40" fmla="*/ 0 h 1737"/>
              <a:gd name="T41" fmla="*/ 1950 w 1950"/>
              <a:gd name="T42" fmla="*/ 1737 h 173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50" h="1737">
                <a:moveTo>
                  <a:pt x="720" y="1683"/>
                </a:moveTo>
                <a:cubicBezTo>
                  <a:pt x="566" y="1625"/>
                  <a:pt x="345" y="1425"/>
                  <a:pt x="229" y="1269"/>
                </a:cubicBezTo>
                <a:cubicBezTo>
                  <a:pt x="113" y="1113"/>
                  <a:pt x="0" y="930"/>
                  <a:pt x="22" y="746"/>
                </a:cubicBezTo>
                <a:cubicBezTo>
                  <a:pt x="44" y="562"/>
                  <a:pt x="236" y="286"/>
                  <a:pt x="361" y="164"/>
                </a:cubicBezTo>
                <a:cubicBezTo>
                  <a:pt x="486" y="42"/>
                  <a:pt x="574" y="30"/>
                  <a:pt x="773" y="15"/>
                </a:cubicBezTo>
                <a:cubicBezTo>
                  <a:pt x="972" y="0"/>
                  <a:pt x="1371" y="26"/>
                  <a:pt x="1558" y="74"/>
                </a:cubicBezTo>
                <a:cubicBezTo>
                  <a:pt x="1745" y="122"/>
                  <a:pt x="1840" y="221"/>
                  <a:pt x="1895" y="306"/>
                </a:cubicBezTo>
                <a:cubicBezTo>
                  <a:pt x="1950" y="391"/>
                  <a:pt x="1909" y="504"/>
                  <a:pt x="1887" y="583"/>
                </a:cubicBezTo>
                <a:cubicBezTo>
                  <a:pt x="1865" y="662"/>
                  <a:pt x="1835" y="706"/>
                  <a:pt x="1760" y="778"/>
                </a:cubicBezTo>
                <a:cubicBezTo>
                  <a:pt x="1685" y="850"/>
                  <a:pt x="1495" y="914"/>
                  <a:pt x="1439" y="1017"/>
                </a:cubicBezTo>
                <a:cubicBezTo>
                  <a:pt x="1383" y="1120"/>
                  <a:pt x="1479" y="1286"/>
                  <a:pt x="1424" y="1398"/>
                </a:cubicBezTo>
                <a:cubicBezTo>
                  <a:pt x="1369" y="1510"/>
                  <a:pt x="1226" y="1643"/>
                  <a:pt x="1109" y="1690"/>
                </a:cubicBezTo>
                <a:cubicBezTo>
                  <a:pt x="992" y="1737"/>
                  <a:pt x="801" y="1684"/>
                  <a:pt x="720" y="1683"/>
                </a:cubicBezTo>
                <a:close/>
              </a:path>
            </a:pathLst>
          </a:custGeom>
          <a:solidFill>
            <a:srgbClr val="0099CC">
              <a:alpha val="34117"/>
            </a:srgbClr>
          </a:solidFill>
          <a:ln w="9525">
            <a:miter lim="800000"/>
            <a:headEnd/>
            <a:tailEnd/>
          </a:ln>
          <a:scene3d>
            <a:camera prst="legacyPerspectiveBottom"/>
            <a:lightRig rig="legacyFlat4" dir="b"/>
          </a:scene3d>
          <a:sp3d extrusionH="121893000" prstMaterial="legacyPlastic">
            <a:bevelT w="13500" h="13500" prst="angle"/>
            <a:bevelB w="13500" h="13500" prst="angle"/>
            <a:extrusionClr>
              <a:srgbClr val="006699"/>
            </a:extrusionClr>
          </a:sp3d>
        </p:spPr>
        <p:txBody>
          <a:bodyPr>
            <a:flatTx/>
          </a:bodyPr>
          <a:lstStyle/>
          <a:p>
            <a:endParaRPr lang="zh-CN" altLang="en-US"/>
          </a:p>
        </p:txBody>
      </p:sp>
      <p:sp>
        <p:nvSpPr>
          <p:cNvPr id="189443" name="Text Box 3"/>
          <p:cNvSpPr txBox="1">
            <a:spLocks noChangeArrowheads="1"/>
          </p:cNvSpPr>
          <p:nvPr/>
        </p:nvSpPr>
        <p:spPr bwMode="auto">
          <a:xfrm>
            <a:off x="522288" y="2638425"/>
            <a:ext cx="6226175" cy="457200"/>
          </a:xfrm>
          <a:prstGeom prst="rect">
            <a:avLst/>
          </a:prstGeom>
          <a:noFill/>
          <a:ln w="9525">
            <a:noFill/>
            <a:miter lim="800000"/>
            <a:headEnd/>
            <a:tailEnd/>
          </a:ln>
        </p:spPr>
        <p:txBody>
          <a:bodyPr>
            <a:spAutoFit/>
          </a:bodyPr>
          <a:lstStyle/>
          <a:p>
            <a:pPr eaLnBrk="0" hangingPunct="0">
              <a:buClr>
                <a:srgbClr val="CC0000"/>
              </a:buClr>
              <a:buFont typeface="Wingdings" pitchFamily="2" charset="2"/>
              <a:buNone/>
            </a:pPr>
            <a:r>
              <a:rPr lang="zh-CN" altLang="en-US" sz="2400">
                <a:solidFill>
                  <a:srgbClr val="FF6600"/>
                </a:solidFill>
                <a:latin typeface="Times New Roman" pitchFamily="18" charset="0"/>
              </a:rPr>
              <a:t>绕定轴转动刚体内各点的速度和加速度</a:t>
            </a:r>
          </a:p>
        </p:txBody>
      </p:sp>
      <p:graphicFrame>
        <p:nvGraphicFramePr>
          <p:cNvPr id="189444" name="Object 4"/>
          <p:cNvGraphicFramePr>
            <a:graphicFrameLocks noChangeAspect="1"/>
          </p:cNvGraphicFramePr>
          <p:nvPr/>
        </p:nvGraphicFramePr>
        <p:xfrm>
          <a:off x="1871663" y="4419600"/>
          <a:ext cx="985837" cy="387350"/>
        </p:xfrm>
        <a:graphic>
          <a:graphicData uri="http://schemas.openxmlformats.org/presentationml/2006/ole">
            <p:oleObj spid="_x0000_s34818" name="公式" r:id="rId3" imgW="545760" imgH="215640" progId="Equation.3">
              <p:embed/>
            </p:oleObj>
          </a:graphicData>
        </a:graphic>
      </p:graphicFrame>
      <p:graphicFrame>
        <p:nvGraphicFramePr>
          <p:cNvPr id="189445" name="Object 5"/>
          <p:cNvGraphicFramePr>
            <a:graphicFrameLocks noChangeAspect="1"/>
          </p:cNvGraphicFramePr>
          <p:nvPr/>
        </p:nvGraphicFramePr>
        <p:xfrm>
          <a:off x="1781175" y="5003800"/>
          <a:ext cx="1190625" cy="434975"/>
        </p:xfrm>
        <a:graphic>
          <a:graphicData uri="http://schemas.openxmlformats.org/presentationml/2006/ole">
            <p:oleObj spid="_x0000_s34819" name="公式" r:id="rId4" imgW="660240" imgH="241200" progId="Equation.3">
              <p:embed/>
            </p:oleObj>
          </a:graphicData>
        </a:graphic>
      </p:graphicFrame>
      <p:graphicFrame>
        <p:nvGraphicFramePr>
          <p:cNvPr id="189446" name="Object 6"/>
          <p:cNvGraphicFramePr>
            <a:graphicFrameLocks noChangeAspect="1"/>
          </p:cNvGraphicFramePr>
          <p:nvPr/>
        </p:nvGraphicFramePr>
        <p:xfrm>
          <a:off x="1601788" y="5634038"/>
          <a:ext cx="1741487" cy="730250"/>
        </p:xfrm>
        <a:graphic>
          <a:graphicData uri="http://schemas.openxmlformats.org/presentationml/2006/ole">
            <p:oleObj spid="_x0000_s34820" name="公式" r:id="rId5" imgW="965160" imgH="406080" progId="Equation.3">
              <p:embed/>
            </p:oleObj>
          </a:graphicData>
        </a:graphic>
      </p:graphicFrame>
      <p:graphicFrame>
        <p:nvGraphicFramePr>
          <p:cNvPr id="189447" name="Object 7"/>
          <p:cNvGraphicFramePr>
            <a:graphicFrameLocks noChangeAspect="1"/>
          </p:cNvGraphicFramePr>
          <p:nvPr/>
        </p:nvGraphicFramePr>
        <p:xfrm>
          <a:off x="1285875" y="1276350"/>
          <a:ext cx="711200" cy="365125"/>
        </p:xfrm>
        <a:graphic>
          <a:graphicData uri="http://schemas.openxmlformats.org/presentationml/2006/ole">
            <p:oleObj spid="_x0000_s34821" name="公式" r:id="rId6" imgW="393480" imgH="203040" progId="Equation.3">
              <p:embed/>
            </p:oleObj>
          </a:graphicData>
        </a:graphic>
      </p:graphicFrame>
      <p:graphicFrame>
        <p:nvGraphicFramePr>
          <p:cNvPr id="189448" name="Object 8"/>
          <p:cNvGraphicFramePr>
            <a:graphicFrameLocks noChangeAspect="1"/>
          </p:cNvGraphicFramePr>
          <p:nvPr/>
        </p:nvGraphicFramePr>
        <p:xfrm>
          <a:off x="3255963" y="638175"/>
          <a:ext cx="2582862" cy="1644650"/>
        </p:xfrm>
        <a:graphic>
          <a:graphicData uri="http://schemas.openxmlformats.org/presentationml/2006/ole">
            <p:oleObj spid="_x0000_s34822" name="公式" r:id="rId7" imgW="1434960" imgH="914400" progId="Equation.3">
              <p:embed/>
            </p:oleObj>
          </a:graphicData>
        </a:graphic>
      </p:graphicFrame>
      <p:sp>
        <p:nvSpPr>
          <p:cNvPr id="189449" name="Text Box 9"/>
          <p:cNvSpPr txBox="1">
            <a:spLocks noChangeArrowheads="1"/>
          </p:cNvSpPr>
          <p:nvPr/>
        </p:nvSpPr>
        <p:spPr bwMode="auto">
          <a:xfrm>
            <a:off x="684213" y="1196975"/>
            <a:ext cx="493712" cy="461963"/>
          </a:xfrm>
          <a:prstGeom prst="rect">
            <a:avLst/>
          </a:prstGeom>
          <a:noFill/>
          <a:ln w="9525">
            <a:noFill/>
            <a:miter lim="800000"/>
            <a:headEnd/>
            <a:tailEnd/>
          </a:ln>
        </p:spPr>
        <p:txBody>
          <a:bodyPr wrap="none">
            <a:spAutoFit/>
          </a:bodyPr>
          <a:lstStyle/>
          <a:p>
            <a:pPr eaLnBrk="0" hangingPunct="0"/>
            <a:r>
              <a:rPr lang="zh-CN" altLang="en-US" sz="2400">
                <a:latin typeface="Times New Roman" pitchFamily="18" charset="0"/>
              </a:rPr>
              <a:t>当</a:t>
            </a:r>
            <a:endParaRPr lang="zh-CN" altLang="en-US" sz="2400" b="0">
              <a:latin typeface="Times New Roman" pitchFamily="18" charset="0"/>
            </a:endParaRPr>
          </a:p>
        </p:txBody>
      </p:sp>
      <p:sp>
        <p:nvSpPr>
          <p:cNvPr id="189450" name="Text Box 10"/>
          <p:cNvSpPr txBox="1">
            <a:spLocks noChangeArrowheads="1"/>
          </p:cNvSpPr>
          <p:nvPr/>
        </p:nvSpPr>
        <p:spPr bwMode="auto">
          <a:xfrm>
            <a:off x="6102350" y="1062038"/>
            <a:ext cx="2268538" cy="701675"/>
          </a:xfrm>
          <a:prstGeom prst="rect">
            <a:avLst/>
          </a:prstGeom>
          <a:noFill/>
          <a:ln w="9525">
            <a:noFill/>
            <a:miter lim="800000"/>
            <a:headEnd/>
            <a:tailEnd/>
          </a:ln>
        </p:spPr>
        <p:txBody>
          <a:bodyPr>
            <a:spAutoFit/>
          </a:bodyPr>
          <a:lstStyle/>
          <a:p>
            <a:pPr algn="ctr" eaLnBrk="0" hangingPunct="0"/>
            <a:r>
              <a:rPr lang="zh-CN" altLang="en-US" sz="2000">
                <a:solidFill>
                  <a:srgbClr val="CC0000"/>
                </a:solidFill>
                <a:latin typeface="Times New Roman" pitchFamily="18" charset="0"/>
              </a:rPr>
              <a:t>与质点的匀加速直线运动公式相似</a:t>
            </a:r>
          </a:p>
        </p:txBody>
      </p:sp>
      <p:sp>
        <p:nvSpPr>
          <p:cNvPr id="189451" name="Text Box 11"/>
          <p:cNvSpPr txBox="1">
            <a:spLocks noChangeArrowheads="1"/>
          </p:cNvSpPr>
          <p:nvPr/>
        </p:nvSpPr>
        <p:spPr bwMode="auto">
          <a:xfrm>
            <a:off x="7940675" y="3548063"/>
            <a:ext cx="558800" cy="481012"/>
          </a:xfrm>
          <a:prstGeom prst="rect">
            <a:avLst/>
          </a:prstGeom>
          <a:noFill/>
          <a:ln w="9525">
            <a:noFill/>
            <a:miter lim="800000"/>
            <a:headEnd/>
            <a:tailEnd/>
          </a:ln>
        </p:spPr>
        <p:txBody>
          <a:bodyPr/>
          <a:lstStyle/>
          <a:p>
            <a:pPr algn="just" eaLnBrk="0" hangingPunct="0"/>
            <a:r>
              <a:rPr lang="en-US" altLang="zh-CN" sz="2400" i="1">
                <a:solidFill>
                  <a:srgbClr val="CC0000"/>
                </a:solidFill>
                <a:latin typeface="Times New Roman" pitchFamily="18" charset="0"/>
              </a:rPr>
              <a:t>M</a:t>
            </a:r>
          </a:p>
        </p:txBody>
      </p:sp>
      <p:sp>
        <p:nvSpPr>
          <p:cNvPr id="189452" name="Text Box 12"/>
          <p:cNvSpPr txBox="1">
            <a:spLocks noChangeArrowheads="1"/>
          </p:cNvSpPr>
          <p:nvPr/>
        </p:nvSpPr>
        <p:spPr bwMode="auto">
          <a:xfrm>
            <a:off x="7175500" y="2492375"/>
            <a:ext cx="1176338" cy="393700"/>
          </a:xfrm>
          <a:prstGeom prst="rect">
            <a:avLst/>
          </a:prstGeom>
          <a:noFill/>
          <a:ln w="9525">
            <a:noFill/>
            <a:miter lim="800000"/>
            <a:headEnd/>
            <a:tailEnd/>
          </a:ln>
        </p:spPr>
        <p:txBody>
          <a:bodyPr/>
          <a:lstStyle/>
          <a:p>
            <a:pPr algn="just" eaLnBrk="0" hangingPunct="0"/>
            <a:r>
              <a:rPr lang="en-US" altLang="zh-CN" sz="2400" i="1">
                <a:solidFill>
                  <a:srgbClr val="CC00CC"/>
                </a:solidFill>
                <a:latin typeface="Times New Roman" pitchFamily="18" charset="0"/>
              </a:rPr>
              <a:t>ω,</a:t>
            </a:r>
            <a:r>
              <a:rPr lang="en-US" altLang="zh-CN" sz="2400" i="1">
                <a:solidFill>
                  <a:srgbClr val="CC00CC"/>
                </a:solidFill>
                <a:latin typeface="Symbol" pitchFamily="18" charset="2"/>
                <a:sym typeface="Symbol" pitchFamily="18" charset="2"/>
              </a:rPr>
              <a:t>b</a:t>
            </a:r>
          </a:p>
        </p:txBody>
      </p:sp>
      <p:sp>
        <p:nvSpPr>
          <p:cNvPr id="189453" name="Line 13"/>
          <p:cNvSpPr>
            <a:spLocks noChangeShapeType="1"/>
          </p:cNvSpPr>
          <p:nvPr/>
        </p:nvSpPr>
        <p:spPr bwMode="auto">
          <a:xfrm rot="1503001" flipH="1" flipV="1">
            <a:off x="6378575" y="3284538"/>
            <a:ext cx="1366838" cy="2827337"/>
          </a:xfrm>
          <a:prstGeom prst="line">
            <a:avLst/>
          </a:prstGeom>
          <a:noFill/>
          <a:ln w="28575">
            <a:solidFill>
              <a:srgbClr val="FF0000"/>
            </a:solidFill>
            <a:prstDash val="dash"/>
            <a:round/>
            <a:headEnd/>
            <a:tailEnd/>
          </a:ln>
        </p:spPr>
        <p:txBody>
          <a:bodyPr/>
          <a:lstStyle/>
          <a:p>
            <a:endParaRPr lang="zh-CN" altLang="en-US"/>
          </a:p>
        </p:txBody>
      </p:sp>
      <p:sp>
        <p:nvSpPr>
          <p:cNvPr id="189454" name="Oval 14"/>
          <p:cNvSpPr>
            <a:spLocks noChangeArrowheads="1"/>
          </p:cNvSpPr>
          <p:nvPr/>
        </p:nvSpPr>
        <p:spPr bwMode="auto">
          <a:xfrm rot="6145">
            <a:off x="6076950" y="3629025"/>
            <a:ext cx="1987550" cy="998538"/>
          </a:xfrm>
          <a:prstGeom prst="ellipse">
            <a:avLst/>
          </a:prstGeom>
          <a:solidFill>
            <a:srgbClr val="3399FF">
              <a:alpha val="50195"/>
            </a:srgbClr>
          </a:solidFill>
          <a:ln w="28575">
            <a:solidFill>
              <a:srgbClr val="FF6600"/>
            </a:solidFill>
            <a:prstDash val="dash"/>
            <a:round/>
            <a:headEnd/>
            <a:tailEnd/>
          </a:ln>
        </p:spPr>
        <p:txBody>
          <a:bodyPr/>
          <a:lstStyle/>
          <a:p>
            <a:endParaRPr lang="zh-CN" altLang="en-US"/>
          </a:p>
        </p:txBody>
      </p:sp>
      <p:sp>
        <p:nvSpPr>
          <p:cNvPr id="189455" name="Line 15"/>
          <p:cNvSpPr>
            <a:spLocks noChangeShapeType="1"/>
          </p:cNvSpPr>
          <p:nvPr/>
        </p:nvSpPr>
        <p:spPr bwMode="auto">
          <a:xfrm rot="1505116" flipV="1">
            <a:off x="7137400" y="3698875"/>
            <a:ext cx="671513" cy="619125"/>
          </a:xfrm>
          <a:prstGeom prst="line">
            <a:avLst/>
          </a:prstGeom>
          <a:noFill/>
          <a:ln w="28575">
            <a:solidFill>
              <a:srgbClr val="FFFF00"/>
            </a:solidFill>
            <a:round/>
            <a:headEnd/>
            <a:tailEnd type="none" w="sm" len="lg"/>
          </a:ln>
        </p:spPr>
        <p:txBody>
          <a:bodyPr/>
          <a:lstStyle/>
          <a:p>
            <a:endParaRPr lang="zh-CN" altLang="en-US"/>
          </a:p>
        </p:txBody>
      </p:sp>
      <p:sp>
        <p:nvSpPr>
          <p:cNvPr id="189456" name="Line 16"/>
          <p:cNvSpPr>
            <a:spLocks noChangeShapeType="1"/>
          </p:cNvSpPr>
          <p:nvPr/>
        </p:nvSpPr>
        <p:spPr bwMode="auto">
          <a:xfrm rot="1499590" flipH="1" flipV="1">
            <a:off x="7275513" y="3354388"/>
            <a:ext cx="760412" cy="382587"/>
          </a:xfrm>
          <a:prstGeom prst="line">
            <a:avLst/>
          </a:prstGeom>
          <a:noFill/>
          <a:ln w="38100">
            <a:solidFill>
              <a:srgbClr val="66FF33"/>
            </a:solidFill>
            <a:round/>
            <a:headEnd/>
            <a:tailEnd type="triangle" w="sm" len="med"/>
          </a:ln>
        </p:spPr>
        <p:txBody>
          <a:bodyPr/>
          <a:lstStyle/>
          <a:p>
            <a:endParaRPr lang="zh-CN" altLang="en-US"/>
          </a:p>
        </p:txBody>
      </p:sp>
      <p:sp>
        <p:nvSpPr>
          <p:cNvPr id="189457" name="Text Box 17"/>
          <p:cNvSpPr txBox="1">
            <a:spLocks noChangeArrowheads="1"/>
          </p:cNvSpPr>
          <p:nvPr/>
        </p:nvSpPr>
        <p:spPr bwMode="auto">
          <a:xfrm>
            <a:off x="6181725" y="4932363"/>
            <a:ext cx="911225" cy="512762"/>
          </a:xfrm>
          <a:prstGeom prst="rect">
            <a:avLst/>
          </a:prstGeom>
          <a:noFill/>
          <a:ln w="9525">
            <a:noFill/>
            <a:miter lim="800000"/>
            <a:headEnd/>
            <a:tailEnd/>
          </a:ln>
        </p:spPr>
        <p:txBody>
          <a:bodyPr/>
          <a:lstStyle/>
          <a:p>
            <a:pPr algn="just" eaLnBrk="0" hangingPunct="0"/>
            <a:r>
              <a:rPr lang="zh-CN" altLang="en-US" sz="2000">
                <a:solidFill>
                  <a:srgbClr val="00FFFF"/>
                </a:solidFill>
                <a:latin typeface="Times New Roman" pitchFamily="18" charset="0"/>
                <a:ea typeface="楷体_GB2312" pitchFamily="49" charset="-122"/>
              </a:rPr>
              <a:t>刚体</a:t>
            </a:r>
          </a:p>
        </p:txBody>
      </p:sp>
      <p:sp>
        <p:nvSpPr>
          <p:cNvPr id="189458" name="Text Box 18"/>
          <p:cNvSpPr txBox="1">
            <a:spLocks noChangeArrowheads="1"/>
          </p:cNvSpPr>
          <p:nvPr/>
        </p:nvSpPr>
        <p:spPr bwMode="auto">
          <a:xfrm>
            <a:off x="7691438" y="3611563"/>
            <a:ext cx="431800" cy="431800"/>
          </a:xfrm>
          <a:prstGeom prst="rect">
            <a:avLst/>
          </a:prstGeom>
          <a:noFill/>
          <a:ln w="9525">
            <a:noFill/>
            <a:miter lim="800000"/>
            <a:headEnd/>
            <a:tailEnd/>
          </a:ln>
        </p:spPr>
        <p:txBody>
          <a:bodyPr/>
          <a:lstStyle/>
          <a:p>
            <a:pPr algn="just" eaLnBrk="0" hangingPunct="0"/>
            <a:r>
              <a:rPr lang="zh-CN" altLang="en-US" sz="2400" i="1">
                <a:solidFill>
                  <a:srgbClr val="FFFF00"/>
                </a:solidFill>
                <a:latin typeface="Times New Roman" pitchFamily="18" charset="0"/>
                <a:sym typeface="Symbol" pitchFamily="18" charset="2"/>
              </a:rPr>
              <a:t></a:t>
            </a:r>
            <a:endParaRPr lang="zh-CN" altLang="en-US" sz="2400" i="1">
              <a:solidFill>
                <a:srgbClr val="FF00FF"/>
              </a:solidFill>
              <a:latin typeface="Times New Roman" pitchFamily="18" charset="0"/>
            </a:endParaRPr>
          </a:p>
        </p:txBody>
      </p:sp>
      <p:sp>
        <p:nvSpPr>
          <p:cNvPr id="189459" name="Text Box 19"/>
          <p:cNvSpPr txBox="1">
            <a:spLocks noChangeArrowheads="1"/>
          </p:cNvSpPr>
          <p:nvPr/>
        </p:nvSpPr>
        <p:spPr bwMode="auto">
          <a:xfrm>
            <a:off x="6777038" y="2619375"/>
            <a:ext cx="577850" cy="615950"/>
          </a:xfrm>
          <a:prstGeom prst="rect">
            <a:avLst/>
          </a:prstGeom>
          <a:noFill/>
          <a:ln w="9525">
            <a:noFill/>
            <a:miter lim="800000"/>
            <a:headEnd/>
            <a:tailEnd/>
          </a:ln>
        </p:spPr>
        <p:txBody>
          <a:bodyPr/>
          <a:lstStyle/>
          <a:p>
            <a:pPr algn="just" eaLnBrk="0" hangingPunct="0"/>
            <a:r>
              <a:rPr lang="en-US" altLang="zh-CN" sz="2400" i="1">
                <a:solidFill>
                  <a:srgbClr val="CC0000"/>
                </a:solidFill>
                <a:latin typeface="Times New Roman" pitchFamily="18" charset="0"/>
              </a:rPr>
              <a:t>z</a:t>
            </a:r>
          </a:p>
        </p:txBody>
      </p:sp>
      <p:sp>
        <p:nvSpPr>
          <p:cNvPr id="189460" name="Line 20"/>
          <p:cNvSpPr>
            <a:spLocks noChangeShapeType="1"/>
          </p:cNvSpPr>
          <p:nvPr/>
        </p:nvSpPr>
        <p:spPr bwMode="auto">
          <a:xfrm flipV="1">
            <a:off x="7046913" y="3060700"/>
            <a:ext cx="0" cy="1042988"/>
          </a:xfrm>
          <a:prstGeom prst="line">
            <a:avLst/>
          </a:prstGeom>
          <a:noFill/>
          <a:ln w="44450">
            <a:solidFill>
              <a:srgbClr val="FF0000"/>
            </a:solidFill>
            <a:round/>
            <a:headEnd/>
            <a:tailEnd type="triangle" w="med" len="med"/>
          </a:ln>
        </p:spPr>
        <p:txBody>
          <a:bodyPr wrap="none" anchor="ctr"/>
          <a:lstStyle/>
          <a:p>
            <a:endParaRPr lang="zh-CN" altLang="en-US"/>
          </a:p>
        </p:txBody>
      </p:sp>
      <p:sp>
        <p:nvSpPr>
          <p:cNvPr id="189461" name="Text Box 21"/>
          <p:cNvSpPr txBox="1">
            <a:spLocks noChangeArrowheads="1"/>
          </p:cNvSpPr>
          <p:nvPr/>
        </p:nvSpPr>
        <p:spPr bwMode="auto">
          <a:xfrm>
            <a:off x="6588125" y="3876675"/>
            <a:ext cx="404813" cy="457200"/>
          </a:xfrm>
          <a:prstGeom prst="rect">
            <a:avLst/>
          </a:prstGeom>
          <a:noFill/>
          <a:ln w="38100">
            <a:noFill/>
            <a:miter lim="800000"/>
            <a:headEnd/>
            <a:tailEnd/>
          </a:ln>
        </p:spPr>
        <p:txBody>
          <a:bodyPr wrap="none">
            <a:spAutoFit/>
          </a:bodyPr>
          <a:lstStyle/>
          <a:p>
            <a:pPr eaLnBrk="0" hangingPunct="0"/>
            <a:r>
              <a:rPr lang="en-US" altLang="zh-CN" sz="2400" i="1">
                <a:solidFill>
                  <a:srgbClr val="FFFF00"/>
                </a:solidFill>
                <a:latin typeface="Times New Roman" pitchFamily="18" charset="0"/>
              </a:rPr>
              <a:t>O</a:t>
            </a:r>
          </a:p>
        </p:txBody>
      </p:sp>
      <p:sp>
        <p:nvSpPr>
          <p:cNvPr id="189462" name="Text Box 22"/>
          <p:cNvSpPr txBox="1">
            <a:spLocks noChangeArrowheads="1"/>
          </p:cNvSpPr>
          <p:nvPr/>
        </p:nvSpPr>
        <p:spPr bwMode="auto">
          <a:xfrm>
            <a:off x="7227888" y="3519488"/>
            <a:ext cx="473075" cy="457200"/>
          </a:xfrm>
          <a:prstGeom prst="rect">
            <a:avLst/>
          </a:prstGeom>
          <a:noFill/>
          <a:ln w="38100">
            <a:noFill/>
            <a:miter lim="800000"/>
            <a:headEnd/>
            <a:tailEnd/>
          </a:ln>
        </p:spPr>
        <p:txBody>
          <a:bodyPr wrap="none">
            <a:spAutoFit/>
          </a:bodyPr>
          <a:lstStyle/>
          <a:p>
            <a:pPr eaLnBrk="0" hangingPunct="0"/>
            <a:r>
              <a:rPr lang="en-US" altLang="zh-CN" sz="2400" b="0" i="1">
                <a:solidFill>
                  <a:srgbClr val="FFFF00"/>
                </a:solidFill>
                <a:latin typeface="Times New Roman" pitchFamily="18" charset="0"/>
              </a:rPr>
              <a:t>r</a:t>
            </a:r>
            <a:r>
              <a:rPr lang="en-US" altLang="zh-CN" sz="2400" b="0" i="1" baseline="-25000">
                <a:solidFill>
                  <a:srgbClr val="FFFF00"/>
                </a:solidFill>
                <a:latin typeface="Times New Roman" pitchFamily="18" charset="0"/>
              </a:rPr>
              <a:t>M</a:t>
            </a:r>
          </a:p>
        </p:txBody>
      </p:sp>
      <p:sp>
        <p:nvSpPr>
          <p:cNvPr id="189463" name="Text Box 23"/>
          <p:cNvSpPr txBox="1">
            <a:spLocks noChangeArrowheads="1"/>
          </p:cNvSpPr>
          <p:nvPr/>
        </p:nvSpPr>
        <p:spPr bwMode="auto">
          <a:xfrm>
            <a:off x="755650" y="3213100"/>
            <a:ext cx="4535488" cy="1006475"/>
          </a:xfrm>
          <a:prstGeom prst="rect">
            <a:avLst/>
          </a:prstGeom>
          <a:noFill/>
          <a:ln w="9525">
            <a:noFill/>
            <a:miter lim="800000"/>
            <a:headEnd/>
            <a:tailEnd/>
          </a:ln>
        </p:spPr>
        <p:txBody>
          <a:bodyPr>
            <a:spAutoFit/>
          </a:bodyPr>
          <a:lstStyle/>
          <a:p>
            <a:pPr eaLnBrk="0" hangingPunct="0">
              <a:lnSpc>
                <a:spcPct val="125000"/>
              </a:lnSpc>
            </a:pPr>
            <a:r>
              <a:rPr lang="zh-CN" altLang="en-US" sz="2400">
                <a:latin typeface="Times New Roman" pitchFamily="18" charset="0"/>
              </a:rPr>
              <a:t>任意点都绕同一轴作圆周运动</a:t>
            </a:r>
            <a:r>
              <a:rPr lang="en-US" altLang="zh-CN" sz="2400">
                <a:latin typeface="Times New Roman" pitchFamily="18" charset="0"/>
              </a:rPr>
              <a:t>, </a:t>
            </a:r>
            <a:r>
              <a:rPr lang="zh-CN" altLang="en-US" sz="2400">
                <a:latin typeface="Times New Roman" pitchFamily="18" charset="0"/>
              </a:rPr>
              <a:t>且</a:t>
            </a:r>
            <a:r>
              <a:rPr lang="zh-CN" altLang="en-US" sz="2400">
                <a:solidFill>
                  <a:schemeClr val="bg1"/>
                </a:solidFill>
                <a:latin typeface="Times New Roman" pitchFamily="18" charset="0"/>
              </a:rPr>
              <a:t> </a:t>
            </a:r>
            <a:r>
              <a:rPr lang="zh-CN" altLang="en-US" sz="2400" i="1">
                <a:solidFill>
                  <a:srgbClr val="FF6600"/>
                </a:solidFill>
                <a:latin typeface="Times New Roman" pitchFamily="18" charset="0"/>
                <a:sym typeface="Symbol" pitchFamily="18" charset="2"/>
              </a:rPr>
              <a:t></a:t>
            </a:r>
            <a:r>
              <a:rPr lang="zh-CN" altLang="en-US" sz="2400" i="1">
                <a:latin typeface="Times New Roman" pitchFamily="18" charset="0"/>
              </a:rPr>
              <a:t>，</a:t>
            </a:r>
            <a:r>
              <a:rPr lang="en-US" altLang="zh-CN" sz="2400" i="1">
                <a:solidFill>
                  <a:srgbClr val="FF6600"/>
                </a:solidFill>
                <a:latin typeface="Times New Roman" pitchFamily="18" charset="0"/>
                <a:sym typeface="Symbol" pitchFamily="18" charset="2"/>
              </a:rPr>
              <a:t>b</a:t>
            </a:r>
            <a:r>
              <a:rPr lang="en-US" altLang="zh-CN" sz="2400" i="1">
                <a:solidFill>
                  <a:srgbClr val="66FFFF"/>
                </a:solidFill>
                <a:latin typeface="Times New Roman" pitchFamily="18" charset="0"/>
                <a:sym typeface="Symbol" pitchFamily="18" charset="2"/>
              </a:rPr>
              <a:t> </a:t>
            </a:r>
            <a:r>
              <a:rPr lang="en-US" altLang="zh-CN" sz="2400">
                <a:solidFill>
                  <a:srgbClr val="66FFFF"/>
                </a:solidFill>
                <a:latin typeface="Times New Roman" pitchFamily="18" charset="0"/>
              </a:rPr>
              <a:t> </a:t>
            </a:r>
            <a:r>
              <a:rPr lang="zh-CN" altLang="en-US" sz="2400">
                <a:latin typeface="Times New Roman" pitchFamily="18" charset="0"/>
              </a:rPr>
              <a:t>都相同</a:t>
            </a:r>
            <a:endParaRPr lang="zh-CN" altLang="en-US" sz="2400" b="0">
              <a:latin typeface="Times New Roman" pitchFamily="18" charset="0"/>
            </a:endParaRPr>
          </a:p>
        </p:txBody>
      </p:sp>
      <p:sp>
        <p:nvSpPr>
          <p:cNvPr id="189464" name="AutoShape 24"/>
          <p:cNvSpPr>
            <a:spLocks noChangeArrowheads="1"/>
          </p:cNvSpPr>
          <p:nvPr/>
        </p:nvSpPr>
        <p:spPr bwMode="auto">
          <a:xfrm>
            <a:off x="2217738" y="1358900"/>
            <a:ext cx="914400" cy="146050"/>
          </a:xfrm>
          <a:prstGeom prst="rightArrow">
            <a:avLst>
              <a:gd name="adj1" fmla="val 50000"/>
              <a:gd name="adj2" fmla="val 156522"/>
            </a:avLst>
          </a:prstGeom>
          <a:solidFill>
            <a:srgbClr val="0000FF"/>
          </a:solidFill>
          <a:ln w="9525">
            <a:solidFill>
              <a:schemeClr val="tx1"/>
            </a:solidFill>
            <a:miter lim="800000"/>
            <a:headEnd/>
            <a:tailEnd/>
          </a:ln>
        </p:spPr>
        <p:txBody>
          <a:bodyPr wrap="none" anchor="ctr"/>
          <a:lstStyle/>
          <a:p>
            <a:endParaRPr lang="zh-CN" altLang="en-US">
              <a:latin typeface="Times New Roman" pitchFamily="18" charset="0"/>
            </a:endParaRPr>
          </a:p>
        </p:txBody>
      </p:sp>
      <p:graphicFrame>
        <p:nvGraphicFramePr>
          <p:cNvPr id="189465" name="Object 25"/>
          <p:cNvGraphicFramePr>
            <a:graphicFrameLocks noChangeAspect="1"/>
          </p:cNvGraphicFramePr>
          <p:nvPr/>
        </p:nvGraphicFramePr>
        <p:xfrm>
          <a:off x="7407275" y="2947988"/>
          <a:ext cx="215900" cy="301625"/>
        </p:xfrm>
        <a:graphic>
          <a:graphicData uri="http://schemas.openxmlformats.org/presentationml/2006/ole">
            <p:oleObj spid="_x0000_s34823" name="公式" r:id="rId8" imgW="126720" imgH="177480" progId="Equation.3">
              <p:embed/>
            </p:oleObj>
          </a:graphicData>
        </a:graphic>
      </p:graphicFrame>
      <p:sp>
        <p:nvSpPr>
          <p:cNvPr id="189466" name="Arc 26"/>
          <p:cNvSpPr>
            <a:spLocks/>
          </p:cNvSpPr>
          <p:nvPr/>
        </p:nvSpPr>
        <p:spPr bwMode="auto">
          <a:xfrm flipH="1">
            <a:off x="6804025" y="3311525"/>
            <a:ext cx="479425" cy="215900"/>
          </a:xfrm>
          <a:custGeom>
            <a:avLst/>
            <a:gdLst>
              <a:gd name="T0" fmla="*/ 47375274 w 43200"/>
              <a:gd name="T1" fmla="*/ 0 h 38804"/>
              <a:gd name="T2" fmla="*/ 11583806 w 43200"/>
              <a:gd name="T3" fmla="*/ 8452 h 38804"/>
              <a:gd name="T4" fmla="*/ 29523325 w 43200"/>
              <a:gd name="T5" fmla="*/ 2963189 h 38804"/>
              <a:gd name="T6" fmla="*/ 0 60000 65536"/>
              <a:gd name="T7" fmla="*/ 0 60000 65536"/>
              <a:gd name="T8" fmla="*/ 0 60000 65536"/>
              <a:gd name="T9" fmla="*/ 0 w 43200"/>
              <a:gd name="T10" fmla="*/ 0 h 38804"/>
              <a:gd name="T11" fmla="*/ 43200 w 43200"/>
              <a:gd name="T12" fmla="*/ 38804 h 38804"/>
            </a:gdLst>
            <a:ahLst/>
            <a:cxnLst>
              <a:cxn ang="T6">
                <a:pos x="T0" y="T1"/>
              </a:cxn>
              <a:cxn ang="T7">
                <a:pos x="T2" y="T3"/>
              </a:cxn>
              <a:cxn ang="T8">
                <a:pos x="T4" y="T5"/>
              </a:cxn>
            </a:cxnLst>
            <a:rect l="T9" t="T10" r="T11" b="T12"/>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close/>
              </a:path>
            </a:pathLst>
          </a:custGeom>
          <a:noFill/>
          <a:ln w="28575">
            <a:solidFill>
              <a:srgbClr val="CC0000"/>
            </a:solidFill>
            <a:round/>
            <a:headEnd/>
            <a:tailEnd type="triangle" w="med" len="med"/>
          </a:ln>
        </p:spPr>
        <p:txBody>
          <a:bodyPr wrap="none" anchor="ctr"/>
          <a:lstStyle/>
          <a:p>
            <a:endParaRPr lang="zh-CN" altLang="en-US"/>
          </a:p>
        </p:txBody>
      </p:sp>
      <p:sp>
        <p:nvSpPr>
          <p:cNvPr id="189467" name="Line 27"/>
          <p:cNvSpPr>
            <a:spLocks noChangeShapeType="1"/>
          </p:cNvSpPr>
          <p:nvPr/>
        </p:nvSpPr>
        <p:spPr bwMode="auto">
          <a:xfrm rot="1505116" flipV="1">
            <a:off x="7037388" y="4229100"/>
            <a:ext cx="850900" cy="119063"/>
          </a:xfrm>
          <a:prstGeom prst="line">
            <a:avLst/>
          </a:prstGeom>
          <a:noFill/>
          <a:ln w="28575">
            <a:solidFill>
              <a:srgbClr val="FFFF00"/>
            </a:solidFill>
            <a:prstDash val="dash"/>
            <a:round/>
            <a:headEnd/>
            <a:tailEnd type="none" w="sm" len="lg"/>
          </a:ln>
        </p:spPr>
        <p:txBody>
          <a:bodyPr/>
          <a:lstStyle/>
          <a:p>
            <a:endParaRPr lang="zh-CN" altLang="en-US"/>
          </a:p>
        </p:txBody>
      </p:sp>
      <p:sp>
        <p:nvSpPr>
          <p:cNvPr id="189468" name="AutoShape 28"/>
          <p:cNvSpPr>
            <a:spLocks noChangeArrowheads="1"/>
          </p:cNvSpPr>
          <p:nvPr/>
        </p:nvSpPr>
        <p:spPr bwMode="auto">
          <a:xfrm>
            <a:off x="206375" y="2573338"/>
            <a:ext cx="360363"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sz="2400">
              <a:latin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9449"/>
                                        </p:tgtEl>
                                        <p:attrNameLst>
                                          <p:attrName>style.visibility</p:attrName>
                                        </p:attrNameLst>
                                      </p:cBhvr>
                                      <p:to>
                                        <p:strVal val="visible"/>
                                      </p:to>
                                    </p:set>
                                    <p:animEffect transition="in" filter="wipe(left)">
                                      <p:cBhvr>
                                        <p:cTn id="7" dur="500"/>
                                        <p:tgtEl>
                                          <p:spTgt spid="1894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9447"/>
                                        </p:tgtEl>
                                        <p:attrNameLst>
                                          <p:attrName>style.visibility</p:attrName>
                                        </p:attrNameLst>
                                      </p:cBhvr>
                                      <p:to>
                                        <p:strVal val="visible"/>
                                      </p:to>
                                    </p:set>
                                    <p:animEffect transition="in" filter="wipe(left)">
                                      <p:cBhvr>
                                        <p:cTn id="12" dur="500"/>
                                        <p:tgtEl>
                                          <p:spTgt spid="18944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9464"/>
                                        </p:tgtEl>
                                        <p:attrNameLst>
                                          <p:attrName>style.visibility</p:attrName>
                                        </p:attrNameLst>
                                      </p:cBhvr>
                                      <p:to>
                                        <p:strVal val="visible"/>
                                      </p:to>
                                    </p:set>
                                    <p:animEffect transition="in" filter="wipe(left)">
                                      <p:cBhvr>
                                        <p:cTn id="17" dur="500"/>
                                        <p:tgtEl>
                                          <p:spTgt spid="18946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9448"/>
                                        </p:tgtEl>
                                        <p:attrNameLst>
                                          <p:attrName>style.visibility</p:attrName>
                                        </p:attrNameLst>
                                      </p:cBhvr>
                                      <p:to>
                                        <p:strVal val="visible"/>
                                      </p:to>
                                    </p:set>
                                    <p:animEffect transition="in" filter="wipe(left)">
                                      <p:cBhvr>
                                        <p:cTn id="22" dur="500"/>
                                        <p:tgtEl>
                                          <p:spTgt spid="18944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9450"/>
                                        </p:tgtEl>
                                        <p:attrNameLst>
                                          <p:attrName>style.visibility</p:attrName>
                                        </p:attrNameLst>
                                      </p:cBhvr>
                                      <p:to>
                                        <p:strVal val="visible"/>
                                      </p:to>
                                    </p:set>
                                    <p:animEffect transition="in" filter="wipe(left)">
                                      <p:cBhvr>
                                        <p:cTn id="27" dur="500"/>
                                        <p:tgtEl>
                                          <p:spTgt spid="189450"/>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89468"/>
                                        </p:tgtEl>
                                        <p:attrNameLst>
                                          <p:attrName>style.visibility</p:attrName>
                                        </p:attrNameLst>
                                      </p:cBhvr>
                                      <p:to>
                                        <p:strVal val="visible"/>
                                      </p:to>
                                    </p:set>
                                    <p:animEffect transition="in" filter="dissolve">
                                      <p:cBhvr>
                                        <p:cTn id="32" dur="1000"/>
                                        <p:tgtEl>
                                          <p:spTgt spid="189468"/>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189443"/>
                                        </p:tgtEl>
                                        <p:attrNameLst>
                                          <p:attrName>style.visibility</p:attrName>
                                        </p:attrNameLst>
                                      </p:cBhvr>
                                      <p:to>
                                        <p:strVal val="visible"/>
                                      </p:to>
                                    </p:set>
                                    <p:animEffect transition="in" filter="wipe(left)">
                                      <p:cBhvr>
                                        <p:cTn id="36" dur="500"/>
                                        <p:tgtEl>
                                          <p:spTgt spid="18944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89442"/>
                                        </p:tgtEl>
                                        <p:attrNameLst>
                                          <p:attrName>style.visibility</p:attrName>
                                        </p:attrNameLst>
                                      </p:cBhvr>
                                      <p:to>
                                        <p:strVal val="visible"/>
                                      </p:to>
                                    </p:set>
                                    <p:animEffect transition="in" filter="wipe(left)">
                                      <p:cBhvr>
                                        <p:cTn id="41" dur="500"/>
                                        <p:tgtEl>
                                          <p:spTgt spid="18944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89457"/>
                                        </p:tgtEl>
                                        <p:attrNameLst>
                                          <p:attrName>style.visibility</p:attrName>
                                        </p:attrNameLst>
                                      </p:cBhvr>
                                      <p:to>
                                        <p:strVal val="visible"/>
                                      </p:to>
                                    </p:set>
                                    <p:animEffect transition="in" filter="wipe(left)">
                                      <p:cBhvr>
                                        <p:cTn id="46" dur="500"/>
                                        <p:tgtEl>
                                          <p:spTgt spid="18945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89453"/>
                                        </p:tgtEl>
                                        <p:attrNameLst>
                                          <p:attrName>style.visibility</p:attrName>
                                        </p:attrNameLst>
                                      </p:cBhvr>
                                      <p:to>
                                        <p:strVal val="visible"/>
                                      </p:to>
                                    </p:set>
                                    <p:animEffect transition="in" filter="wipe(left)">
                                      <p:cBhvr>
                                        <p:cTn id="51" dur="500"/>
                                        <p:tgtEl>
                                          <p:spTgt spid="189453"/>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89459"/>
                                        </p:tgtEl>
                                        <p:attrNameLst>
                                          <p:attrName>style.visibility</p:attrName>
                                        </p:attrNameLst>
                                      </p:cBhvr>
                                      <p:to>
                                        <p:strVal val="visible"/>
                                      </p:to>
                                    </p:set>
                                    <p:animEffect transition="in" filter="wipe(left)">
                                      <p:cBhvr>
                                        <p:cTn id="56" dur="500"/>
                                        <p:tgtEl>
                                          <p:spTgt spid="189459"/>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189466"/>
                                        </p:tgtEl>
                                        <p:attrNameLst>
                                          <p:attrName>style.visibility</p:attrName>
                                        </p:attrNameLst>
                                      </p:cBhvr>
                                      <p:to>
                                        <p:strVal val="visible"/>
                                      </p:to>
                                    </p:set>
                                    <p:animEffect transition="in" filter="wipe(down)">
                                      <p:cBhvr>
                                        <p:cTn id="61" dur="500"/>
                                        <p:tgtEl>
                                          <p:spTgt spid="189466"/>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89460"/>
                                        </p:tgtEl>
                                        <p:attrNameLst>
                                          <p:attrName>style.visibility</p:attrName>
                                        </p:attrNameLst>
                                      </p:cBhvr>
                                      <p:to>
                                        <p:strVal val="visible"/>
                                      </p:to>
                                    </p:set>
                                    <p:animEffect transition="in" filter="wipe(left)">
                                      <p:cBhvr>
                                        <p:cTn id="66" dur="500"/>
                                        <p:tgtEl>
                                          <p:spTgt spid="189460"/>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89452"/>
                                        </p:tgtEl>
                                        <p:attrNameLst>
                                          <p:attrName>style.visibility</p:attrName>
                                        </p:attrNameLst>
                                      </p:cBhvr>
                                      <p:to>
                                        <p:strVal val="visible"/>
                                      </p:to>
                                    </p:set>
                                    <p:animEffect transition="in" filter="wipe(left)">
                                      <p:cBhvr>
                                        <p:cTn id="71" dur="500"/>
                                        <p:tgtEl>
                                          <p:spTgt spid="189452"/>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89458"/>
                                        </p:tgtEl>
                                        <p:attrNameLst>
                                          <p:attrName>style.visibility</p:attrName>
                                        </p:attrNameLst>
                                      </p:cBhvr>
                                      <p:to>
                                        <p:strVal val="visible"/>
                                      </p:to>
                                    </p:set>
                                    <p:animEffect transition="in" filter="wipe(left)">
                                      <p:cBhvr>
                                        <p:cTn id="76" dur="500"/>
                                        <p:tgtEl>
                                          <p:spTgt spid="189458"/>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89451"/>
                                        </p:tgtEl>
                                        <p:attrNameLst>
                                          <p:attrName>style.visibility</p:attrName>
                                        </p:attrNameLst>
                                      </p:cBhvr>
                                      <p:to>
                                        <p:strVal val="visible"/>
                                      </p:to>
                                    </p:set>
                                    <p:animEffect transition="in" filter="wipe(left)">
                                      <p:cBhvr>
                                        <p:cTn id="81" dur="500"/>
                                        <p:tgtEl>
                                          <p:spTgt spid="189451"/>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189463"/>
                                        </p:tgtEl>
                                        <p:attrNameLst>
                                          <p:attrName>style.visibility</p:attrName>
                                        </p:attrNameLst>
                                      </p:cBhvr>
                                      <p:to>
                                        <p:strVal val="visible"/>
                                      </p:to>
                                    </p:set>
                                    <p:animEffect transition="in" filter="wipe(left)">
                                      <p:cBhvr>
                                        <p:cTn id="86" dur="500"/>
                                        <p:tgtEl>
                                          <p:spTgt spid="189463"/>
                                        </p:tgtEl>
                                      </p:cBhvr>
                                    </p:animEffect>
                                  </p:childTnLst>
                                </p:cTn>
                              </p:par>
                            </p:childTnLst>
                          </p:cTn>
                        </p:par>
                      </p:childTnLst>
                    </p:cTn>
                  </p:par>
                  <p:par>
                    <p:cTn id="87" fill="hold">
                      <p:stCondLst>
                        <p:cond delay="indefinite"/>
                      </p:stCondLst>
                      <p:childTnLst>
                        <p:par>
                          <p:cTn id="88" fill="hold">
                            <p:stCondLst>
                              <p:cond delay="0"/>
                            </p:stCondLst>
                            <p:childTnLst>
                              <p:par>
                                <p:cTn id="89" presetID="4" presetClass="entr" presetSubtype="32" fill="hold" grpId="0" nodeType="clickEffect">
                                  <p:stCondLst>
                                    <p:cond delay="0"/>
                                  </p:stCondLst>
                                  <p:childTnLst>
                                    <p:set>
                                      <p:cBhvr>
                                        <p:cTn id="90" dur="1" fill="hold">
                                          <p:stCondLst>
                                            <p:cond delay="0"/>
                                          </p:stCondLst>
                                        </p:cTn>
                                        <p:tgtEl>
                                          <p:spTgt spid="189454"/>
                                        </p:tgtEl>
                                        <p:attrNameLst>
                                          <p:attrName>style.visibility</p:attrName>
                                        </p:attrNameLst>
                                      </p:cBhvr>
                                      <p:to>
                                        <p:strVal val="visible"/>
                                      </p:to>
                                    </p:set>
                                    <p:animEffect transition="in" filter="box(out)">
                                      <p:cBhvr>
                                        <p:cTn id="91" dur="500"/>
                                        <p:tgtEl>
                                          <p:spTgt spid="189454"/>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189461"/>
                                        </p:tgtEl>
                                        <p:attrNameLst>
                                          <p:attrName>style.visibility</p:attrName>
                                        </p:attrNameLst>
                                      </p:cBhvr>
                                      <p:to>
                                        <p:strVal val="visible"/>
                                      </p:to>
                                    </p:set>
                                    <p:animEffect transition="in" filter="wipe(left)">
                                      <p:cBhvr>
                                        <p:cTn id="96" dur="500"/>
                                        <p:tgtEl>
                                          <p:spTgt spid="189461"/>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2" fill="hold" grpId="0" nodeType="clickEffect">
                                  <p:stCondLst>
                                    <p:cond delay="0"/>
                                  </p:stCondLst>
                                  <p:childTnLst>
                                    <p:set>
                                      <p:cBhvr>
                                        <p:cTn id="100" dur="1" fill="hold">
                                          <p:stCondLst>
                                            <p:cond delay="0"/>
                                          </p:stCondLst>
                                        </p:cTn>
                                        <p:tgtEl>
                                          <p:spTgt spid="189456"/>
                                        </p:tgtEl>
                                        <p:attrNameLst>
                                          <p:attrName>style.visibility</p:attrName>
                                        </p:attrNameLst>
                                      </p:cBhvr>
                                      <p:to>
                                        <p:strVal val="visible"/>
                                      </p:to>
                                    </p:set>
                                    <p:animEffect transition="in" filter="wipe(right)">
                                      <p:cBhvr>
                                        <p:cTn id="101" dur="500"/>
                                        <p:tgtEl>
                                          <p:spTgt spid="189456"/>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189465"/>
                                        </p:tgtEl>
                                        <p:attrNameLst>
                                          <p:attrName>style.visibility</p:attrName>
                                        </p:attrNameLst>
                                      </p:cBhvr>
                                      <p:to>
                                        <p:strVal val="visible"/>
                                      </p:to>
                                    </p:set>
                                    <p:animEffect transition="in" filter="wipe(left)">
                                      <p:cBhvr>
                                        <p:cTn id="106" dur="500"/>
                                        <p:tgtEl>
                                          <p:spTgt spid="189465"/>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189455"/>
                                        </p:tgtEl>
                                        <p:attrNameLst>
                                          <p:attrName>style.visibility</p:attrName>
                                        </p:attrNameLst>
                                      </p:cBhvr>
                                      <p:to>
                                        <p:strVal val="visible"/>
                                      </p:to>
                                    </p:set>
                                    <p:animEffect transition="in" filter="wipe(left)">
                                      <p:cBhvr>
                                        <p:cTn id="111" dur="500"/>
                                        <p:tgtEl>
                                          <p:spTgt spid="189455"/>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189462"/>
                                        </p:tgtEl>
                                        <p:attrNameLst>
                                          <p:attrName>style.visibility</p:attrName>
                                        </p:attrNameLst>
                                      </p:cBhvr>
                                      <p:to>
                                        <p:strVal val="visible"/>
                                      </p:to>
                                    </p:set>
                                    <p:animEffect transition="in" filter="wipe(left)">
                                      <p:cBhvr>
                                        <p:cTn id="116" dur="500"/>
                                        <p:tgtEl>
                                          <p:spTgt spid="189462"/>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grpId="0" nodeType="clickEffect">
                                  <p:stCondLst>
                                    <p:cond delay="0"/>
                                  </p:stCondLst>
                                  <p:childTnLst>
                                    <p:set>
                                      <p:cBhvr>
                                        <p:cTn id="120" dur="1" fill="hold">
                                          <p:stCondLst>
                                            <p:cond delay="0"/>
                                          </p:stCondLst>
                                        </p:cTn>
                                        <p:tgtEl>
                                          <p:spTgt spid="189467"/>
                                        </p:tgtEl>
                                        <p:attrNameLst>
                                          <p:attrName>style.visibility</p:attrName>
                                        </p:attrNameLst>
                                      </p:cBhvr>
                                      <p:to>
                                        <p:strVal val="visible"/>
                                      </p:to>
                                    </p:set>
                                    <p:animEffect transition="in" filter="wipe(left)">
                                      <p:cBhvr>
                                        <p:cTn id="121" dur="500"/>
                                        <p:tgtEl>
                                          <p:spTgt spid="189467"/>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nodeType="clickEffect">
                                  <p:stCondLst>
                                    <p:cond delay="0"/>
                                  </p:stCondLst>
                                  <p:childTnLst>
                                    <p:set>
                                      <p:cBhvr>
                                        <p:cTn id="125" dur="1" fill="hold">
                                          <p:stCondLst>
                                            <p:cond delay="0"/>
                                          </p:stCondLst>
                                        </p:cTn>
                                        <p:tgtEl>
                                          <p:spTgt spid="189444"/>
                                        </p:tgtEl>
                                        <p:attrNameLst>
                                          <p:attrName>style.visibility</p:attrName>
                                        </p:attrNameLst>
                                      </p:cBhvr>
                                      <p:to>
                                        <p:strVal val="visible"/>
                                      </p:to>
                                    </p:set>
                                    <p:animEffect transition="in" filter="wipe(left)">
                                      <p:cBhvr>
                                        <p:cTn id="126" dur="500"/>
                                        <p:tgtEl>
                                          <p:spTgt spid="189444"/>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189445"/>
                                        </p:tgtEl>
                                        <p:attrNameLst>
                                          <p:attrName>style.visibility</p:attrName>
                                        </p:attrNameLst>
                                      </p:cBhvr>
                                      <p:to>
                                        <p:strVal val="visible"/>
                                      </p:to>
                                    </p:set>
                                    <p:animEffect transition="in" filter="wipe(left)">
                                      <p:cBhvr>
                                        <p:cTn id="131" dur="500"/>
                                        <p:tgtEl>
                                          <p:spTgt spid="189445"/>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nodeType="clickEffect">
                                  <p:stCondLst>
                                    <p:cond delay="0"/>
                                  </p:stCondLst>
                                  <p:childTnLst>
                                    <p:set>
                                      <p:cBhvr>
                                        <p:cTn id="135" dur="1" fill="hold">
                                          <p:stCondLst>
                                            <p:cond delay="0"/>
                                          </p:stCondLst>
                                        </p:cTn>
                                        <p:tgtEl>
                                          <p:spTgt spid="189446"/>
                                        </p:tgtEl>
                                        <p:attrNameLst>
                                          <p:attrName>style.visibility</p:attrName>
                                        </p:attrNameLst>
                                      </p:cBhvr>
                                      <p:to>
                                        <p:strVal val="visible"/>
                                      </p:to>
                                    </p:set>
                                    <p:animEffect transition="in" filter="wipe(left)">
                                      <p:cBhvr>
                                        <p:cTn id="136" dur="500"/>
                                        <p:tgtEl>
                                          <p:spTgt spid="1894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2" grpId="0" animBg="1"/>
      <p:bldP spid="189443" grpId="0" autoUpdateAnimBg="0"/>
      <p:bldP spid="189449" grpId="0" autoUpdateAnimBg="0"/>
      <p:bldP spid="189450" grpId="0" autoUpdateAnimBg="0"/>
      <p:bldP spid="189451" grpId="0" autoUpdateAnimBg="0"/>
      <p:bldP spid="189452" grpId="0" autoUpdateAnimBg="0"/>
      <p:bldP spid="189453" grpId="0" animBg="1"/>
      <p:bldP spid="189454" grpId="0" animBg="1"/>
      <p:bldP spid="189455" grpId="0" animBg="1"/>
      <p:bldP spid="189456" grpId="0" animBg="1"/>
      <p:bldP spid="189457" grpId="0" autoUpdateAnimBg="0"/>
      <p:bldP spid="189458" grpId="0" autoUpdateAnimBg="0"/>
      <p:bldP spid="189459" grpId="0" autoUpdateAnimBg="0"/>
      <p:bldP spid="189460" grpId="0" animBg="1"/>
      <p:bldP spid="189461" grpId="0"/>
      <p:bldP spid="189462" grpId="0"/>
      <p:bldP spid="189463" grpId="0" autoUpdateAnimBg="0"/>
      <p:bldP spid="189464" grpId="0" animBg="1"/>
      <p:bldP spid="189466" grpId="0" animBg="1"/>
      <p:bldP spid="189467" grpId="0" animBg="1"/>
      <p:bldP spid="189468"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2"/>
          <p:cNvSpPr txBox="1">
            <a:spLocks noChangeArrowheads="1"/>
          </p:cNvSpPr>
          <p:nvPr/>
        </p:nvSpPr>
        <p:spPr bwMode="auto">
          <a:xfrm>
            <a:off x="179388" y="496888"/>
            <a:ext cx="836612" cy="457200"/>
          </a:xfrm>
          <a:prstGeom prst="rect">
            <a:avLst/>
          </a:prstGeom>
          <a:noFill/>
          <a:ln w="9525" algn="ctr">
            <a:noFill/>
            <a:miter lim="800000"/>
            <a:headEnd/>
            <a:tailEnd/>
          </a:ln>
        </p:spPr>
        <p:txBody>
          <a:bodyPr>
            <a:spAutoFit/>
          </a:bodyPr>
          <a:lstStyle/>
          <a:p>
            <a:pPr>
              <a:spcBef>
                <a:spcPct val="50000"/>
              </a:spcBef>
            </a:pPr>
            <a:r>
              <a:rPr kumimoji="1" lang="zh-CN" altLang="en-US" sz="2400">
                <a:solidFill>
                  <a:srgbClr val="FF0000"/>
                </a:solidFill>
                <a:latin typeface="Times New Roman" pitchFamily="18" charset="0"/>
              </a:rPr>
              <a:t>例</a:t>
            </a:r>
          </a:p>
        </p:txBody>
      </p:sp>
      <p:sp>
        <p:nvSpPr>
          <p:cNvPr id="95235" name="Text Box 3"/>
          <p:cNvSpPr txBox="1">
            <a:spLocks noChangeArrowheads="1"/>
          </p:cNvSpPr>
          <p:nvPr/>
        </p:nvSpPr>
        <p:spPr bwMode="auto">
          <a:xfrm>
            <a:off x="782638" y="458788"/>
            <a:ext cx="8075612" cy="933450"/>
          </a:xfrm>
          <a:prstGeom prst="rect">
            <a:avLst/>
          </a:prstGeom>
          <a:noFill/>
          <a:ln w="9525">
            <a:noFill/>
            <a:miter lim="800000"/>
            <a:headEnd/>
            <a:tailEnd/>
          </a:ln>
        </p:spPr>
        <p:txBody>
          <a:bodyPr>
            <a:spAutoFit/>
          </a:bodyPr>
          <a:lstStyle/>
          <a:p>
            <a:pPr>
              <a:lnSpc>
                <a:spcPct val="115000"/>
              </a:lnSpc>
            </a:pPr>
            <a:r>
              <a:rPr lang="zh-CN" altLang="en-US" sz="2400">
                <a:latin typeface="Times New Roman" pitchFamily="18" charset="0"/>
              </a:rPr>
              <a:t>半径 </a:t>
            </a:r>
            <a:r>
              <a:rPr lang="en-US" altLang="zh-CN" sz="2400" i="1">
                <a:solidFill>
                  <a:srgbClr val="FF6600"/>
                </a:solidFill>
                <a:latin typeface="Times New Roman" pitchFamily="18" charset="0"/>
              </a:rPr>
              <a:t>r </a:t>
            </a:r>
            <a:r>
              <a:rPr lang="en-US" altLang="zh-CN" sz="2400">
                <a:solidFill>
                  <a:srgbClr val="FF6600"/>
                </a:solidFill>
                <a:latin typeface="Times New Roman" pitchFamily="18" charset="0"/>
              </a:rPr>
              <a:t>= 0.6 m </a:t>
            </a:r>
            <a:r>
              <a:rPr lang="zh-CN" altLang="en-US" sz="2400">
                <a:latin typeface="Times New Roman" pitchFamily="18" charset="0"/>
              </a:rPr>
              <a:t>的飞轮</a:t>
            </a:r>
            <a:r>
              <a:rPr lang="zh-CN" altLang="en-US" sz="2400">
                <a:solidFill>
                  <a:srgbClr val="FF6600"/>
                </a:solidFill>
                <a:latin typeface="Times New Roman" pitchFamily="18" charset="0"/>
              </a:rPr>
              <a:t>边缘上</a:t>
            </a:r>
            <a:r>
              <a:rPr lang="zh-CN" altLang="en-US" sz="2400">
                <a:latin typeface="Times New Roman" pitchFamily="18" charset="0"/>
              </a:rPr>
              <a:t>一点 </a:t>
            </a:r>
            <a:r>
              <a:rPr lang="en-US" altLang="zh-CN" sz="2400" i="1">
                <a:solidFill>
                  <a:srgbClr val="FF6600"/>
                </a:solidFill>
                <a:latin typeface="Times New Roman" pitchFamily="18" charset="0"/>
              </a:rPr>
              <a:t>A </a:t>
            </a:r>
            <a:r>
              <a:rPr lang="zh-CN" altLang="en-US" sz="2400">
                <a:latin typeface="Times New Roman" pitchFamily="18" charset="0"/>
              </a:rPr>
              <a:t>的运动方程为：</a:t>
            </a:r>
            <a:r>
              <a:rPr lang="en-US" altLang="zh-CN" sz="2400" i="1">
                <a:solidFill>
                  <a:srgbClr val="FF6600"/>
                </a:solidFill>
                <a:latin typeface="Times New Roman" pitchFamily="18" charset="0"/>
              </a:rPr>
              <a:t>s </a:t>
            </a:r>
            <a:r>
              <a:rPr lang="en-US" altLang="zh-CN" sz="2400">
                <a:solidFill>
                  <a:srgbClr val="FF6600"/>
                </a:solidFill>
                <a:latin typeface="Times New Roman" pitchFamily="18" charset="0"/>
              </a:rPr>
              <a:t>= 0.1</a:t>
            </a:r>
            <a:r>
              <a:rPr lang="en-US" altLang="zh-CN" sz="2400" i="1">
                <a:solidFill>
                  <a:srgbClr val="FF6600"/>
                </a:solidFill>
                <a:latin typeface="Times New Roman" pitchFamily="18" charset="0"/>
              </a:rPr>
              <a:t>t</a:t>
            </a:r>
            <a:r>
              <a:rPr lang="en-US" altLang="zh-CN" sz="2400" baseline="30000">
                <a:solidFill>
                  <a:srgbClr val="FF6600"/>
                </a:solidFill>
                <a:latin typeface="Times New Roman" pitchFamily="18" charset="0"/>
              </a:rPr>
              <a:t>3 </a:t>
            </a:r>
            <a:r>
              <a:rPr lang="en-US" altLang="zh-CN" sz="2400">
                <a:solidFill>
                  <a:srgbClr val="FF6600"/>
                </a:solidFill>
                <a:latin typeface="Times New Roman" pitchFamily="18" charset="0"/>
              </a:rPr>
              <a:t>m</a:t>
            </a:r>
            <a:r>
              <a:rPr lang="zh-CN" altLang="en-US" sz="2400">
                <a:latin typeface="Times New Roman" pitchFamily="18" charset="0"/>
              </a:rPr>
              <a:t>，当 </a:t>
            </a:r>
            <a:r>
              <a:rPr lang="en-US" altLang="zh-CN" sz="2400" i="1">
                <a:solidFill>
                  <a:srgbClr val="FF6600"/>
                </a:solidFill>
                <a:latin typeface="Times New Roman" pitchFamily="18" charset="0"/>
              </a:rPr>
              <a:t>A </a:t>
            </a:r>
            <a:r>
              <a:rPr lang="zh-CN" altLang="en-US" sz="2400">
                <a:latin typeface="Times New Roman" pitchFamily="18" charset="0"/>
              </a:rPr>
              <a:t>点的线速度为</a:t>
            </a:r>
            <a:r>
              <a:rPr lang="en-US" altLang="zh-CN" sz="2400" i="1">
                <a:solidFill>
                  <a:srgbClr val="FF6600"/>
                </a:solidFill>
                <a:latin typeface="Times New Roman" pitchFamily="18" charset="0"/>
              </a:rPr>
              <a:t>v </a:t>
            </a:r>
            <a:r>
              <a:rPr lang="en-US" altLang="zh-CN" sz="2400">
                <a:solidFill>
                  <a:srgbClr val="FF6600"/>
                </a:solidFill>
                <a:latin typeface="Times New Roman" pitchFamily="18" charset="0"/>
              </a:rPr>
              <a:t>= 30 m/s </a:t>
            </a:r>
            <a:r>
              <a:rPr lang="zh-CN" altLang="en-US" sz="2400">
                <a:latin typeface="Times New Roman" pitchFamily="18" charset="0"/>
              </a:rPr>
              <a:t>时，</a:t>
            </a:r>
          </a:p>
        </p:txBody>
      </p:sp>
      <p:sp>
        <p:nvSpPr>
          <p:cNvPr id="95236" name="Text Box 4"/>
          <p:cNvSpPr txBox="1">
            <a:spLocks noChangeArrowheads="1"/>
          </p:cNvSpPr>
          <p:nvPr/>
        </p:nvSpPr>
        <p:spPr bwMode="auto">
          <a:xfrm>
            <a:off x="161925" y="1493838"/>
            <a:ext cx="836613" cy="457200"/>
          </a:xfrm>
          <a:prstGeom prst="rect">
            <a:avLst/>
          </a:prstGeom>
          <a:noFill/>
          <a:ln w="9525" algn="ctr">
            <a:noFill/>
            <a:miter lim="800000"/>
            <a:headEnd/>
            <a:tailEnd/>
          </a:ln>
        </p:spPr>
        <p:txBody>
          <a:bodyPr>
            <a:spAutoFit/>
          </a:bodyPr>
          <a:lstStyle/>
          <a:p>
            <a:pPr>
              <a:spcBef>
                <a:spcPct val="50000"/>
              </a:spcBef>
            </a:pPr>
            <a:r>
              <a:rPr kumimoji="1" lang="zh-CN" altLang="en-US" sz="2400">
                <a:solidFill>
                  <a:srgbClr val="FF0000"/>
                </a:solidFill>
                <a:latin typeface="Times New Roman" pitchFamily="18" charset="0"/>
              </a:rPr>
              <a:t>求</a:t>
            </a:r>
          </a:p>
        </p:txBody>
      </p:sp>
      <p:sp>
        <p:nvSpPr>
          <p:cNvPr id="95237" name="Text Box 5"/>
          <p:cNvSpPr txBox="1">
            <a:spLocks noChangeArrowheads="1"/>
          </p:cNvSpPr>
          <p:nvPr/>
        </p:nvSpPr>
        <p:spPr bwMode="auto">
          <a:xfrm>
            <a:off x="881063" y="1449388"/>
            <a:ext cx="6256337" cy="479425"/>
          </a:xfrm>
          <a:prstGeom prst="rect">
            <a:avLst/>
          </a:prstGeom>
          <a:noFill/>
          <a:ln w="9525">
            <a:noFill/>
            <a:miter lim="800000"/>
            <a:headEnd/>
            <a:tailEnd/>
          </a:ln>
        </p:spPr>
        <p:txBody>
          <a:bodyPr>
            <a:spAutoFit/>
          </a:bodyPr>
          <a:lstStyle/>
          <a:p>
            <a:pPr>
              <a:lnSpc>
                <a:spcPct val="115000"/>
              </a:lnSpc>
            </a:pPr>
            <a:r>
              <a:rPr lang="en-US" altLang="zh-CN" sz="2400" i="1">
                <a:solidFill>
                  <a:srgbClr val="FF6600"/>
                </a:solidFill>
                <a:latin typeface="Times New Roman" pitchFamily="18" charset="0"/>
              </a:rPr>
              <a:t>A </a:t>
            </a:r>
            <a:r>
              <a:rPr lang="zh-CN" altLang="en-US" sz="2400">
                <a:latin typeface="Times New Roman" pitchFamily="18" charset="0"/>
              </a:rPr>
              <a:t>点的切向加速度和法向加速度的大小。</a:t>
            </a:r>
          </a:p>
        </p:txBody>
      </p:sp>
      <p:sp>
        <p:nvSpPr>
          <p:cNvPr id="95238" name="Text Box 6"/>
          <p:cNvSpPr txBox="1">
            <a:spLocks noChangeArrowheads="1"/>
          </p:cNvSpPr>
          <p:nvPr/>
        </p:nvSpPr>
        <p:spPr bwMode="auto">
          <a:xfrm>
            <a:off x="198438" y="2027238"/>
            <a:ext cx="863600" cy="457200"/>
          </a:xfrm>
          <a:prstGeom prst="rect">
            <a:avLst/>
          </a:prstGeom>
          <a:noFill/>
          <a:ln w="9525">
            <a:noFill/>
            <a:miter lim="800000"/>
            <a:headEnd/>
            <a:tailEnd/>
          </a:ln>
        </p:spPr>
        <p:txBody>
          <a:bodyPr>
            <a:spAutoFit/>
          </a:bodyPr>
          <a:lstStyle/>
          <a:p>
            <a:pPr>
              <a:spcBef>
                <a:spcPct val="50000"/>
              </a:spcBef>
            </a:pPr>
            <a:r>
              <a:rPr lang="zh-CN" altLang="en-US" sz="2400">
                <a:solidFill>
                  <a:srgbClr val="FF0000"/>
                </a:solidFill>
                <a:latin typeface="Times New Roman" pitchFamily="18" charset="0"/>
              </a:rPr>
              <a:t>解</a:t>
            </a:r>
          </a:p>
        </p:txBody>
      </p:sp>
      <p:sp>
        <p:nvSpPr>
          <p:cNvPr id="95239" name="Text Box 7"/>
          <p:cNvSpPr txBox="1">
            <a:spLocks noChangeArrowheads="1"/>
          </p:cNvSpPr>
          <p:nvPr/>
        </p:nvSpPr>
        <p:spPr bwMode="auto">
          <a:xfrm>
            <a:off x="790575" y="1989138"/>
            <a:ext cx="7967663" cy="933450"/>
          </a:xfrm>
          <a:prstGeom prst="rect">
            <a:avLst/>
          </a:prstGeom>
          <a:noFill/>
          <a:ln w="9525">
            <a:noFill/>
            <a:miter lim="800000"/>
            <a:headEnd/>
            <a:tailEnd/>
          </a:ln>
        </p:spPr>
        <p:txBody>
          <a:bodyPr>
            <a:spAutoFit/>
          </a:bodyPr>
          <a:lstStyle/>
          <a:p>
            <a:pPr>
              <a:lnSpc>
                <a:spcPct val="115000"/>
              </a:lnSpc>
            </a:pPr>
            <a:r>
              <a:rPr lang="zh-CN" altLang="en-US" sz="2400">
                <a:latin typeface="Times New Roman" pitchFamily="18" charset="0"/>
              </a:rPr>
              <a:t>飞轮边缘上一点 </a:t>
            </a:r>
            <a:r>
              <a:rPr lang="en-US" altLang="zh-CN" sz="2400" i="1">
                <a:solidFill>
                  <a:srgbClr val="FF6600"/>
                </a:solidFill>
                <a:latin typeface="Times New Roman" pitchFamily="18" charset="0"/>
              </a:rPr>
              <a:t>A </a:t>
            </a:r>
            <a:r>
              <a:rPr lang="zh-CN" altLang="en-US" sz="2400">
                <a:latin typeface="Times New Roman" pitchFamily="18" charset="0"/>
              </a:rPr>
              <a:t>的运动学方程为： </a:t>
            </a:r>
            <a:r>
              <a:rPr lang="en-US" altLang="zh-CN" sz="2400" i="1">
                <a:solidFill>
                  <a:srgbClr val="FF6600"/>
                </a:solidFill>
                <a:latin typeface="Times New Roman" pitchFamily="18" charset="0"/>
              </a:rPr>
              <a:t>s </a:t>
            </a:r>
            <a:r>
              <a:rPr lang="en-US" altLang="zh-CN" sz="2400">
                <a:solidFill>
                  <a:srgbClr val="FF6600"/>
                </a:solidFill>
                <a:latin typeface="Times New Roman" pitchFamily="18" charset="0"/>
              </a:rPr>
              <a:t>= 0.1</a:t>
            </a:r>
            <a:r>
              <a:rPr lang="en-US" altLang="zh-CN" sz="2400" i="1">
                <a:solidFill>
                  <a:srgbClr val="FF6600"/>
                </a:solidFill>
                <a:latin typeface="Times New Roman" pitchFamily="18" charset="0"/>
              </a:rPr>
              <a:t>t</a:t>
            </a:r>
            <a:r>
              <a:rPr lang="en-US" altLang="zh-CN" sz="2400" baseline="30000">
                <a:solidFill>
                  <a:srgbClr val="FF6600"/>
                </a:solidFill>
                <a:latin typeface="Times New Roman" pitchFamily="18" charset="0"/>
              </a:rPr>
              <a:t>3</a:t>
            </a:r>
            <a:r>
              <a:rPr lang="zh-CN" altLang="en-US" sz="2400">
                <a:latin typeface="Times New Roman" pitchFamily="18" charset="0"/>
              </a:rPr>
              <a:t>，可得 </a:t>
            </a:r>
            <a:r>
              <a:rPr lang="en-US" altLang="zh-CN" sz="2400" i="1">
                <a:solidFill>
                  <a:srgbClr val="FF6600"/>
                </a:solidFill>
                <a:latin typeface="Times New Roman" pitchFamily="18" charset="0"/>
              </a:rPr>
              <a:t>A </a:t>
            </a:r>
            <a:r>
              <a:rPr lang="zh-CN" altLang="en-US" sz="2400">
                <a:latin typeface="Times New Roman" pitchFamily="18" charset="0"/>
              </a:rPr>
              <a:t>点在任意时刻的线速度大小：</a:t>
            </a:r>
            <a:endParaRPr lang="zh-CN" altLang="en-US" sz="2400">
              <a:solidFill>
                <a:srgbClr val="FFFF00"/>
              </a:solidFill>
              <a:latin typeface="Times New Roman" pitchFamily="18" charset="0"/>
            </a:endParaRPr>
          </a:p>
        </p:txBody>
      </p:sp>
      <p:graphicFrame>
        <p:nvGraphicFramePr>
          <p:cNvPr id="95240" name="Object 8"/>
          <p:cNvGraphicFramePr>
            <a:graphicFrameLocks noChangeAspect="1"/>
          </p:cNvGraphicFramePr>
          <p:nvPr/>
        </p:nvGraphicFramePr>
        <p:xfrm>
          <a:off x="4729163" y="2617788"/>
          <a:ext cx="1574800" cy="706437"/>
        </p:xfrm>
        <a:graphic>
          <a:graphicData uri="http://schemas.openxmlformats.org/presentationml/2006/ole">
            <p:oleObj spid="_x0000_s35842" name="Equation" r:id="rId3" imgW="876240" imgH="393480" progId="Equation.DSMT4">
              <p:embed/>
            </p:oleObj>
          </a:graphicData>
        </a:graphic>
      </p:graphicFrame>
      <p:sp>
        <p:nvSpPr>
          <p:cNvPr id="95241" name="Text Box 9"/>
          <p:cNvSpPr txBox="1">
            <a:spLocks noChangeArrowheads="1"/>
          </p:cNvSpPr>
          <p:nvPr/>
        </p:nvSpPr>
        <p:spPr bwMode="auto">
          <a:xfrm>
            <a:off x="385763" y="3321050"/>
            <a:ext cx="8505825" cy="479425"/>
          </a:xfrm>
          <a:prstGeom prst="rect">
            <a:avLst/>
          </a:prstGeom>
          <a:noFill/>
          <a:ln w="9525">
            <a:noFill/>
            <a:miter lim="800000"/>
            <a:headEnd/>
            <a:tailEnd/>
          </a:ln>
        </p:spPr>
        <p:txBody>
          <a:bodyPr>
            <a:spAutoFit/>
          </a:bodyPr>
          <a:lstStyle/>
          <a:p>
            <a:pPr>
              <a:lnSpc>
                <a:spcPct val="115000"/>
              </a:lnSpc>
            </a:pPr>
            <a:r>
              <a:rPr lang="zh-CN" altLang="en-US" sz="2400">
                <a:latin typeface="Times New Roman" pitchFamily="18" charset="0"/>
              </a:rPr>
              <a:t>同时可得 </a:t>
            </a:r>
            <a:r>
              <a:rPr lang="en-US" altLang="zh-CN" sz="2400" i="1">
                <a:solidFill>
                  <a:srgbClr val="FF6600"/>
                </a:solidFill>
                <a:latin typeface="Times New Roman" pitchFamily="18" charset="0"/>
              </a:rPr>
              <a:t>A </a:t>
            </a:r>
            <a:r>
              <a:rPr lang="zh-CN" altLang="en-US" sz="2400">
                <a:latin typeface="Times New Roman" pitchFamily="18" charset="0"/>
              </a:rPr>
              <a:t>点在任意时刻的切向加速度和法向加速度大小：</a:t>
            </a:r>
          </a:p>
        </p:txBody>
      </p:sp>
      <p:graphicFrame>
        <p:nvGraphicFramePr>
          <p:cNvPr id="95242" name="Object 10"/>
          <p:cNvGraphicFramePr>
            <a:graphicFrameLocks noChangeAspect="1"/>
          </p:cNvGraphicFramePr>
          <p:nvPr/>
        </p:nvGraphicFramePr>
        <p:xfrm>
          <a:off x="2119313" y="3871913"/>
          <a:ext cx="1624012" cy="711200"/>
        </p:xfrm>
        <a:graphic>
          <a:graphicData uri="http://schemas.openxmlformats.org/presentationml/2006/ole">
            <p:oleObj spid="_x0000_s35843" name="Equation" r:id="rId4" imgW="901440" imgH="393480" progId="Equation.DSMT4">
              <p:embed/>
            </p:oleObj>
          </a:graphicData>
        </a:graphic>
      </p:graphicFrame>
      <p:sp>
        <p:nvSpPr>
          <p:cNvPr id="95243" name="Text Box 11"/>
          <p:cNvSpPr txBox="1">
            <a:spLocks noChangeArrowheads="1"/>
          </p:cNvSpPr>
          <p:nvPr/>
        </p:nvSpPr>
        <p:spPr bwMode="auto">
          <a:xfrm>
            <a:off x="476250" y="4625975"/>
            <a:ext cx="8281988" cy="479425"/>
          </a:xfrm>
          <a:prstGeom prst="rect">
            <a:avLst/>
          </a:prstGeom>
          <a:noFill/>
          <a:ln w="9525">
            <a:noFill/>
            <a:miter lim="800000"/>
            <a:headEnd/>
            <a:tailEnd/>
          </a:ln>
        </p:spPr>
        <p:txBody>
          <a:bodyPr>
            <a:spAutoFit/>
          </a:bodyPr>
          <a:lstStyle/>
          <a:p>
            <a:pPr>
              <a:lnSpc>
                <a:spcPct val="115000"/>
              </a:lnSpc>
            </a:pPr>
            <a:r>
              <a:rPr lang="zh-CN" altLang="en-US" sz="2400">
                <a:latin typeface="Times New Roman" pitchFamily="18" charset="0"/>
              </a:rPr>
              <a:t>当 </a:t>
            </a:r>
            <a:r>
              <a:rPr lang="en-US" altLang="zh-CN" sz="2400" i="1">
                <a:solidFill>
                  <a:srgbClr val="FF6600"/>
                </a:solidFill>
                <a:latin typeface="Times New Roman" pitchFamily="18" charset="0"/>
              </a:rPr>
              <a:t>A </a:t>
            </a:r>
            <a:r>
              <a:rPr lang="zh-CN" altLang="en-US" sz="2400">
                <a:latin typeface="Times New Roman" pitchFamily="18" charset="0"/>
              </a:rPr>
              <a:t>点线速度为 </a:t>
            </a:r>
            <a:r>
              <a:rPr lang="en-US" altLang="zh-CN" sz="2400">
                <a:solidFill>
                  <a:srgbClr val="FF6600"/>
                </a:solidFill>
                <a:latin typeface="Times New Roman" pitchFamily="18" charset="0"/>
              </a:rPr>
              <a:t>30 m/s </a:t>
            </a:r>
            <a:r>
              <a:rPr lang="zh-CN" altLang="en-US" sz="2400">
                <a:latin typeface="Times New Roman" pitchFamily="18" charset="0"/>
              </a:rPr>
              <a:t>时，即</a:t>
            </a:r>
            <a:r>
              <a:rPr lang="en-US" altLang="zh-CN" sz="2400">
                <a:solidFill>
                  <a:srgbClr val="FF6600"/>
                </a:solidFill>
                <a:latin typeface="Times New Roman" pitchFamily="18" charset="0"/>
              </a:rPr>
              <a:t>0.3</a:t>
            </a:r>
            <a:r>
              <a:rPr lang="en-US" altLang="zh-CN" sz="2400" i="1">
                <a:solidFill>
                  <a:srgbClr val="FF6600"/>
                </a:solidFill>
                <a:latin typeface="Times New Roman" pitchFamily="18" charset="0"/>
              </a:rPr>
              <a:t>t</a:t>
            </a:r>
            <a:r>
              <a:rPr lang="en-US" altLang="zh-CN" sz="2400" baseline="30000">
                <a:solidFill>
                  <a:srgbClr val="FF6600"/>
                </a:solidFill>
                <a:latin typeface="Times New Roman" pitchFamily="18" charset="0"/>
              </a:rPr>
              <a:t>2 </a:t>
            </a:r>
            <a:r>
              <a:rPr lang="en-US" altLang="zh-CN" sz="2400">
                <a:solidFill>
                  <a:srgbClr val="FF6600"/>
                </a:solidFill>
                <a:latin typeface="Times New Roman" pitchFamily="18" charset="0"/>
              </a:rPr>
              <a:t>= 30</a:t>
            </a:r>
            <a:r>
              <a:rPr lang="zh-CN" altLang="en-US" sz="2400">
                <a:latin typeface="Times New Roman" pitchFamily="18" charset="0"/>
              </a:rPr>
              <a:t>，得：</a:t>
            </a:r>
            <a:r>
              <a:rPr lang="en-US" altLang="zh-CN" sz="2400" i="1">
                <a:solidFill>
                  <a:srgbClr val="0000FF"/>
                </a:solidFill>
                <a:latin typeface="Times New Roman" pitchFamily="18" charset="0"/>
              </a:rPr>
              <a:t>t </a:t>
            </a:r>
            <a:r>
              <a:rPr lang="en-US" altLang="zh-CN" sz="2400">
                <a:solidFill>
                  <a:srgbClr val="0000FF"/>
                </a:solidFill>
                <a:latin typeface="Times New Roman" pitchFamily="18" charset="0"/>
              </a:rPr>
              <a:t>= 10 s</a:t>
            </a:r>
          </a:p>
        </p:txBody>
      </p:sp>
      <p:graphicFrame>
        <p:nvGraphicFramePr>
          <p:cNvPr id="95244" name="Object 12"/>
          <p:cNvGraphicFramePr>
            <a:graphicFrameLocks noChangeAspect="1"/>
          </p:cNvGraphicFramePr>
          <p:nvPr/>
        </p:nvGraphicFramePr>
        <p:xfrm>
          <a:off x="4679950" y="3860800"/>
          <a:ext cx="915988" cy="754063"/>
        </p:xfrm>
        <a:graphic>
          <a:graphicData uri="http://schemas.openxmlformats.org/presentationml/2006/ole">
            <p:oleObj spid="_x0000_s35844" name="Equation" r:id="rId5" imgW="507960" imgH="419040" progId="Equation.DSMT4">
              <p:embed/>
            </p:oleObj>
          </a:graphicData>
        </a:graphic>
      </p:graphicFrame>
      <p:sp>
        <p:nvSpPr>
          <p:cNvPr id="95245" name="Text Box 13"/>
          <p:cNvSpPr txBox="1">
            <a:spLocks noChangeArrowheads="1"/>
          </p:cNvSpPr>
          <p:nvPr/>
        </p:nvSpPr>
        <p:spPr bwMode="auto">
          <a:xfrm>
            <a:off x="522288" y="5273675"/>
            <a:ext cx="5688012" cy="457200"/>
          </a:xfrm>
          <a:prstGeom prst="rect">
            <a:avLst/>
          </a:prstGeom>
          <a:noFill/>
          <a:ln w="9525">
            <a:noFill/>
            <a:miter lim="800000"/>
            <a:headEnd/>
            <a:tailEnd/>
          </a:ln>
        </p:spPr>
        <p:txBody>
          <a:bodyPr>
            <a:spAutoFit/>
          </a:bodyPr>
          <a:lstStyle/>
          <a:p>
            <a:pPr>
              <a:spcBef>
                <a:spcPct val="50000"/>
              </a:spcBef>
            </a:pPr>
            <a:r>
              <a:rPr lang="zh-CN" altLang="en-US" sz="2400">
                <a:latin typeface="Times New Roman" pitchFamily="18" charset="0"/>
              </a:rPr>
              <a:t>得此时 </a:t>
            </a:r>
            <a:r>
              <a:rPr lang="en-US" altLang="zh-CN" sz="2400" i="1">
                <a:solidFill>
                  <a:srgbClr val="FF6600"/>
                </a:solidFill>
                <a:latin typeface="Times New Roman" pitchFamily="18" charset="0"/>
              </a:rPr>
              <a:t>A </a:t>
            </a:r>
            <a:r>
              <a:rPr lang="zh-CN" altLang="en-US" sz="2400">
                <a:latin typeface="Times New Roman" pitchFamily="18" charset="0"/>
              </a:rPr>
              <a:t>点的切向加速度的大小：</a:t>
            </a:r>
          </a:p>
        </p:txBody>
      </p:sp>
      <p:graphicFrame>
        <p:nvGraphicFramePr>
          <p:cNvPr id="95246" name="Object 14"/>
          <p:cNvGraphicFramePr>
            <a:graphicFrameLocks noChangeAspect="1"/>
          </p:cNvGraphicFramePr>
          <p:nvPr/>
        </p:nvGraphicFramePr>
        <p:xfrm>
          <a:off x="5435600" y="5281613"/>
          <a:ext cx="1466850" cy="436562"/>
        </p:xfrm>
        <a:graphic>
          <a:graphicData uri="http://schemas.openxmlformats.org/presentationml/2006/ole">
            <p:oleObj spid="_x0000_s35845" name="公式" r:id="rId6" imgW="812520" imgH="241200" progId="Equation.3">
              <p:embed/>
            </p:oleObj>
          </a:graphicData>
        </a:graphic>
      </p:graphicFrame>
      <p:sp>
        <p:nvSpPr>
          <p:cNvPr id="95247" name="Text Box 15"/>
          <p:cNvSpPr txBox="1">
            <a:spLocks noChangeArrowheads="1"/>
          </p:cNvSpPr>
          <p:nvPr/>
        </p:nvSpPr>
        <p:spPr bwMode="auto">
          <a:xfrm>
            <a:off x="584200" y="5991225"/>
            <a:ext cx="4824413" cy="457200"/>
          </a:xfrm>
          <a:prstGeom prst="rect">
            <a:avLst/>
          </a:prstGeom>
          <a:noFill/>
          <a:ln w="9525">
            <a:noFill/>
            <a:miter lim="800000"/>
            <a:headEnd/>
            <a:tailEnd/>
          </a:ln>
        </p:spPr>
        <p:txBody>
          <a:bodyPr>
            <a:spAutoFit/>
          </a:bodyPr>
          <a:lstStyle/>
          <a:p>
            <a:pPr>
              <a:spcBef>
                <a:spcPct val="50000"/>
              </a:spcBef>
            </a:pPr>
            <a:r>
              <a:rPr lang="en-US" altLang="zh-CN" sz="2400" i="1">
                <a:solidFill>
                  <a:srgbClr val="FF6600"/>
                </a:solidFill>
                <a:latin typeface="Times New Roman" pitchFamily="18" charset="0"/>
              </a:rPr>
              <a:t>A </a:t>
            </a:r>
            <a:r>
              <a:rPr lang="zh-CN" altLang="en-US" sz="2400">
                <a:latin typeface="Times New Roman" pitchFamily="18" charset="0"/>
              </a:rPr>
              <a:t>点的法向加速度的大小：</a:t>
            </a:r>
          </a:p>
        </p:txBody>
      </p:sp>
      <p:graphicFrame>
        <p:nvGraphicFramePr>
          <p:cNvPr id="95248" name="Object 16"/>
          <p:cNvGraphicFramePr>
            <a:graphicFrameLocks noChangeAspect="1"/>
          </p:cNvGraphicFramePr>
          <p:nvPr/>
        </p:nvGraphicFramePr>
        <p:xfrm>
          <a:off x="4591050" y="5868988"/>
          <a:ext cx="2681288" cy="755650"/>
        </p:xfrm>
        <a:graphic>
          <a:graphicData uri="http://schemas.openxmlformats.org/presentationml/2006/ole">
            <p:oleObj spid="_x0000_s35846" name="公式" r:id="rId7" imgW="1485720" imgH="41904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5234"/>
                                        </p:tgtEl>
                                        <p:attrNameLst>
                                          <p:attrName>style.visibility</p:attrName>
                                        </p:attrNameLst>
                                      </p:cBhvr>
                                      <p:to>
                                        <p:strVal val="visible"/>
                                      </p:to>
                                    </p:set>
                                    <p:animEffect transition="in" filter="wipe(left)">
                                      <p:cBhvr>
                                        <p:cTn id="7" dur="500"/>
                                        <p:tgtEl>
                                          <p:spTgt spid="952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5235"/>
                                        </p:tgtEl>
                                        <p:attrNameLst>
                                          <p:attrName>style.visibility</p:attrName>
                                        </p:attrNameLst>
                                      </p:cBhvr>
                                      <p:to>
                                        <p:strVal val="visible"/>
                                      </p:to>
                                    </p:set>
                                    <p:animEffect transition="in" filter="wipe(left)">
                                      <p:cBhvr>
                                        <p:cTn id="12" dur="500"/>
                                        <p:tgtEl>
                                          <p:spTgt spid="9523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5236"/>
                                        </p:tgtEl>
                                        <p:attrNameLst>
                                          <p:attrName>style.visibility</p:attrName>
                                        </p:attrNameLst>
                                      </p:cBhvr>
                                      <p:to>
                                        <p:strVal val="visible"/>
                                      </p:to>
                                    </p:set>
                                    <p:animEffect transition="in" filter="wipe(left)">
                                      <p:cBhvr>
                                        <p:cTn id="17" dur="500"/>
                                        <p:tgtEl>
                                          <p:spTgt spid="9523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5237"/>
                                        </p:tgtEl>
                                        <p:attrNameLst>
                                          <p:attrName>style.visibility</p:attrName>
                                        </p:attrNameLst>
                                      </p:cBhvr>
                                      <p:to>
                                        <p:strVal val="visible"/>
                                      </p:to>
                                    </p:set>
                                    <p:animEffect transition="in" filter="wipe(left)">
                                      <p:cBhvr>
                                        <p:cTn id="22" dur="500"/>
                                        <p:tgtEl>
                                          <p:spTgt spid="9523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5238"/>
                                        </p:tgtEl>
                                        <p:attrNameLst>
                                          <p:attrName>style.visibility</p:attrName>
                                        </p:attrNameLst>
                                      </p:cBhvr>
                                      <p:to>
                                        <p:strVal val="visible"/>
                                      </p:to>
                                    </p:set>
                                    <p:animEffect transition="in" filter="wipe(left)">
                                      <p:cBhvr>
                                        <p:cTn id="27" dur="500"/>
                                        <p:tgtEl>
                                          <p:spTgt spid="9523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5239"/>
                                        </p:tgtEl>
                                        <p:attrNameLst>
                                          <p:attrName>style.visibility</p:attrName>
                                        </p:attrNameLst>
                                      </p:cBhvr>
                                      <p:to>
                                        <p:strVal val="visible"/>
                                      </p:to>
                                    </p:set>
                                    <p:animEffect transition="in" filter="wipe(left)">
                                      <p:cBhvr>
                                        <p:cTn id="32" dur="500"/>
                                        <p:tgtEl>
                                          <p:spTgt spid="95239"/>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95240"/>
                                        </p:tgtEl>
                                        <p:attrNameLst>
                                          <p:attrName>style.visibility</p:attrName>
                                        </p:attrNameLst>
                                      </p:cBhvr>
                                      <p:to>
                                        <p:strVal val="visible"/>
                                      </p:to>
                                    </p:set>
                                    <p:anim calcmode="lin" valueType="num">
                                      <p:cBhvr additive="base">
                                        <p:cTn id="37" dur="500" fill="hold"/>
                                        <p:tgtEl>
                                          <p:spTgt spid="95240"/>
                                        </p:tgtEl>
                                        <p:attrNameLst>
                                          <p:attrName>ppt_x</p:attrName>
                                        </p:attrNameLst>
                                      </p:cBhvr>
                                      <p:tavLst>
                                        <p:tav tm="0">
                                          <p:val>
                                            <p:strVal val="1+#ppt_w/2"/>
                                          </p:val>
                                        </p:tav>
                                        <p:tav tm="100000">
                                          <p:val>
                                            <p:strVal val="#ppt_x"/>
                                          </p:val>
                                        </p:tav>
                                      </p:tavLst>
                                    </p:anim>
                                    <p:anim calcmode="lin" valueType="num">
                                      <p:cBhvr additive="base">
                                        <p:cTn id="38" dur="500" fill="hold"/>
                                        <p:tgtEl>
                                          <p:spTgt spid="9524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95241"/>
                                        </p:tgtEl>
                                        <p:attrNameLst>
                                          <p:attrName>style.visibility</p:attrName>
                                        </p:attrNameLst>
                                      </p:cBhvr>
                                      <p:to>
                                        <p:strVal val="visible"/>
                                      </p:to>
                                    </p:set>
                                    <p:animEffect transition="in" filter="wipe(left)">
                                      <p:cBhvr>
                                        <p:cTn id="43" dur="500"/>
                                        <p:tgtEl>
                                          <p:spTgt spid="9524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95242"/>
                                        </p:tgtEl>
                                        <p:attrNameLst>
                                          <p:attrName>style.visibility</p:attrName>
                                        </p:attrNameLst>
                                      </p:cBhvr>
                                      <p:to>
                                        <p:strVal val="visible"/>
                                      </p:to>
                                    </p:set>
                                    <p:animEffect transition="in" filter="wipe(left)">
                                      <p:cBhvr>
                                        <p:cTn id="48" dur="500"/>
                                        <p:tgtEl>
                                          <p:spTgt spid="9524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95244"/>
                                        </p:tgtEl>
                                        <p:attrNameLst>
                                          <p:attrName>style.visibility</p:attrName>
                                        </p:attrNameLst>
                                      </p:cBhvr>
                                      <p:to>
                                        <p:strVal val="visible"/>
                                      </p:to>
                                    </p:set>
                                    <p:animEffect transition="in" filter="wipe(left)">
                                      <p:cBhvr>
                                        <p:cTn id="53" dur="500"/>
                                        <p:tgtEl>
                                          <p:spTgt spid="95244"/>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95243"/>
                                        </p:tgtEl>
                                        <p:attrNameLst>
                                          <p:attrName>style.visibility</p:attrName>
                                        </p:attrNameLst>
                                      </p:cBhvr>
                                      <p:to>
                                        <p:strVal val="visible"/>
                                      </p:to>
                                    </p:set>
                                    <p:animEffect transition="in" filter="wipe(left)">
                                      <p:cBhvr>
                                        <p:cTn id="58" dur="500"/>
                                        <p:tgtEl>
                                          <p:spTgt spid="95243"/>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95245"/>
                                        </p:tgtEl>
                                        <p:attrNameLst>
                                          <p:attrName>style.visibility</p:attrName>
                                        </p:attrNameLst>
                                      </p:cBhvr>
                                      <p:to>
                                        <p:strVal val="visible"/>
                                      </p:to>
                                    </p:set>
                                    <p:animEffect transition="in" filter="wipe(left)">
                                      <p:cBhvr>
                                        <p:cTn id="63" dur="500"/>
                                        <p:tgtEl>
                                          <p:spTgt spid="95245"/>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2" fill="hold" nodeType="clickEffect">
                                  <p:stCondLst>
                                    <p:cond delay="0"/>
                                  </p:stCondLst>
                                  <p:childTnLst>
                                    <p:set>
                                      <p:cBhvr>
                                        <p:cTn id="67" dur="1" fill="hold">
                                          <p:stCondLst>
                                            <p:cond delay="0"/>
                                          </p:stCondLst>
                                        </p:cTn>
                                        <p:tgtEl>
                                          <p:spTgt spid="95246"/>
                                        </p:tgtEl>
                                        <p:attrNameLst>
                                          <p:attrName>style.visibility</p:attrName>
                                        </p:attrNameLst>
                                      </p:cBhvr>
                                      <p:to>
                                        <p:strVal val="visible"/>
                                      </p:to>
                                    </p:set>
                                    <p:anim calcmode="lin" valueType="num">
                                      <p:cBhvr additive="base">
                                        <p:cTn id="68" dur="500" fill="hold"/>
                                        <p:tgtEl>
                                          <p:spTgt spid="95246"/>
                                        </p:tgtEl>
                                        <p:attrNameLst>
                                          <p:attrName>ppt_x</p:attrName>
                                        </p:attrNameLst>
                                      </p:cBhvr>
                                      <p:tavLst>
                                        <p:tav tm="0">
                                          <p:val>
                                            <p:strVal val="1+#ppt_w/2"/>
                                          </p:val>
                                        </p:tav>
                                        <p:tav tm="100000">
                                          <p:val>
                                            <p:strVal val="#ppt_x"/>
                                          </p:val>
                                        </p:tav>
                                      </p:tavLst>
                                    </p:anim>
                                    <p:anim calcmode="lin" valueType="num">
                                      <p:cBhvr additive="base">
                                        <p:cTn id="69" dur="500" fill="hold"/>
                                        <p:tgtEl>
                                          <p:spTgt spid="95246"/>
                                        </p:tgtEl>
                                        <p:attrNameLst>
                                          <p:attrName>ppt_y</p:attrName>
                                        </p:attrNameLst>
                                      </p:cBhvr>
                                      <p:tavLst>
                                        <p:tav tm="0">
                                          <p:val>
                                            <p:strVal val="#ppt_y"/>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95247"/>
                                        </p:tgtEl>
                                        <p:attrNameLst>
                                          <p:attrName>style.visibility</p:attrName>
                                        </p:attrNameLst>
                                      </p:cBhvr>
                                      <p:to>
                                        <p:strVal val="visible"/>
                                      </p:to>
                                    </p:set>
                                    <p:animEffect transition="in" filter="wipe(left)">
                                      <p:cBhvr>
                                        <p:cTn id="74" dur="500"/>
                                        <p:tgtEl>
                                          <p:spTgt spid="95247"/>
                                        </p:tgtEl>
                                      </p:cBhvr>
                                    </p:animEffect>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95248"/>
                                        </p:tgtEl>
                                        <p:attrNameLst>
                                          <p:attrName>style.visibility</p:attrName>
                                        </p:attrNameLst>
                                      </p:cBhvr>
                                      <p:to>
                                        <p:strVal val="visible"/>
                                      </p:to>
                                    </p:set>
                                    <p:anim calcmode="lin" valueType="num">
                                      <p:cBhvr additive="base">
                                        <p:cTn id="79" dur="500" fill="hold"/>
                                        <p:tgtEl>
                                          <p:spTgt spid="95248"/>
                                        </p:tgtEl>
                                        <p:attrNameLst>
                                          <p:attrName>ppt_x</p:attrName>
                                        </p:attrNameLst>
                                      </p:cBhvr>
                                      <p:tavLst>
                                        <p:tav tm="0">
                                          <p:val>
                                            <p:strVal val="#ppt_x"/>
                                          </p:val>
                                        </p:tav>
                                        <p:tav tm="100000">
                                          <p:val>
                                            <p:strVal val="#ppt_x"/>
                                          </p:val>
                                        </p:tav>
                                      </p:tavLst>
                                    </p:anim>
                                    <p:anim calcmode="lin" valueType="num">
                                      <p:cBhvr additive="base">
                                        <p:cTn id="80" dur="500" fill="hold"/>
                                        <p:tgtEl>
                                          <p:spTgt spid="952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4" grpId="0"/>
      <p:bldP spid="95235" grpId="0"/>
      <p:bldP spid="95236" grpId="0"/>
      <p:bldP spid="95237" grpId="0"/>
      <p:bldP spid="95238" grpId="0"/>
      <p:bldP spid="95239" grpId="0"/>
      <p:bldP spid="95241" grpId="0"/>
      <p:bldP spid="95243" grpId="0"/>
      <p:bldP spid="95245" grpId="0"/>
      <p:bldP spid="9524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2"/>
          <p:cNvSpPr txBox="1">
            <a:spLocks noChangeArrowheads="1"/>
          </p:cNvSpPr>
          <p:nvPr/>
        </p:nvSpPr>
        <p:spPr bwMode="auto">
          <a:xfrm>
            <a:off x="225425" y="458788"/>
            <a:ext cx="836613" cy="457200"/>
          </a:xfrm>
          <a:prstGeom prst="rect">
            <a:avLst/>
          </a:prstGeom>
          <a:noFill/>
          <a:ln w="9525" algn="ctr">
            <a:noFill/>
            <a:miter lim="800000"/>
            <a:headEnd/>
            <a:tailEnd/>
          </a:ln>
        </p:spPr>
        <p:txBody>
          <a:bodyPr>
            <a:spAutoFit/>
          </a:bodyPr>
          <a:lstStyle/>
          <a:p>
            <a:pPr>
              <a:spcBef>
                <a:spcPct val="50000"/>
              </a:spcBef>
            </a:pPr>
            <a:r>
              <a:rPr kumimoji="1" lang="zh-CN" altLang="en-US" sz="2400">
                <a:solidFill>
                  <a:srgbClr val="FF0000"/>
                </a:solidFill>
                <a:latin typeface="Times New Roman" pitchFamily="18" charset="0"/>
              </a:rPr>
              <a:t>例</a:t>
            </a:r>
          </a:p>
        </p:txBody>
      </p:sp>
      <p:sp>
        <p:nvSpPr>
          <p:cNvPr id="96259" name="Text Box 3"/>
          <p:cNvSpPr txBox="1">
            <a:spLocks noChangeArrowheads="1"/>
          </p:cNvSpPr>
          <p:nvPr/>
        </p:nvSpPr>
        <p:spPr bwMode="auto">
          <a:xfrm>
            <a:off x="746125" y="458788"/>
            <a:ext cx="8020050" cy="1200150"/>
          </a:xfrm>
          <a:prstGeom prst="rect">
            <a:avLst/>
          </a:prstGeom>
          <a:noFill/>
          <a:ln w="9525">
            <a:noFill/>
            <a:miter lim="800000"/>
            <a:headEnd/>
            <a:tailEnd/>
          </a:ln>
        </p:spPr>
        <p:txBody>
          <a:bodyPr>
            <a:spAutoFit/>
          </a:bodyPr>
          <a:lstStyle/>
          <a:p>
            <a:pPr>
              <a:spcBef>
                <a:spcPct val="50000"/>
              </a:spcBef>
            </a:pPr>
            <a:r>
              <a:rPr lang="zh-CN" altLang="en-US" sz="2400">
                <a:latin typeface="Times New Roman" pitchFamily="18" charset="0"/>
              </a:rPr>
              <a:t>一半径</a:t>
            </a:r>
            <a:r>
              <a:rPr lang="en-US" altLang="zh-CN" sz="2400" i="1">
                <a:solidFill>
                  <a:srgbClr val="FF6600"/>
                </a:solidFill>
                <a:latin typeface="Times New Roman" pitchFamily="18" charset="0"/>
              </a:rPr>
              <a:t>R </a:t>
            </a:r>
            <a:r>
              <a:rPr lang="en-US" altLang="zh-CN" sz="2400">
                <a:solidFill>
                  <a:srgbClr val="FF6600"/>
                </a:solidFill>
                <a:latin typeface="Times New Roman" pitchFamily="18" charset="0"/>
              </a:rPr>
              <a:t>= 1m </a:t>
            </a:r>
            <a:r>
              <a:rPr lang="zh-CN" altLang="en-US" sz="2400">
                <a:latin typeface="Times New Roman" pitchFamily="18" charset="0"/>
              </a:rPr>
              <a:t>的飞轮以 </a:t>
            </a:r>
            <a:r>
              <a:rPr lang="en-US" altLang="zh-CN" sz="2400">
                <a:solidFill>
                  <a:srgbClr val="FF6600"/>
                </a:solidFill>
                <a:latin typeface="Times New Roman" pitchFamily="18" charset="0"/>
              </a:rPr>
              <a:t>1500 r/min </a:t>
            </a:r>
            <a:r>
              <a:rPr lang="zh-CN" altLang="en-US" sz="2400">
                <a:latin typeface="Times New Roman" pitchFamily="18" charset="0"/>
              </a:rPr>
              <a:t>的转速绕定轴逆时针转动。在制动力矩作用下，飞轮均匀减速，经时间 </a:t>
            </a:r>
            <a:r>
              <a:rPr lang="en-US" altLang="zh-CN" sz="2400" i="1">
                <a:solidFill>
                  <a:srgbClr val="FF6600"/>
                </a:solidFill>
                <a:latin typeface="Times New Roman" pitchFamily="18" charset="0"/>
              </a:rPr>
              <a:t>t </a:t>
            </a:r>
            <a:r>
              <a:rPr lang="en-US" altLang="zh-CN" sz="2400">
                <a:solidFill>
                  <a:srgbClr val="FF6600"/>
                </a:solidFill>
                <a:latin typeface="Times New Roman" pitchFamily="18" charset="0"/>
              </a:rPr>
              <a:t>= 50 s</a:t>
            </a:r>
            <a:r>
              <a:rPr lang="zh-CN" altLang="en-US" sz="2400">
                <a:latin typeface="Times New Roman" pitchFamily="18" charset="0"/>
              </a:rPr>
              <a:t>后静止。</a:t>
            </a:r>
            <a:endParaRPr lang="zh-CN" altLang="en-US" sz="2400" i="1">
              <a:latin typeface="Times New Roman" pitchFamily="18" charset="0"/>
            </a:endParaRPr>
          </a:p>
        </p:txBody>
      </p:sp>
      <p:sp>
        <p:nvSpPr>
          <p:cNvPr id="96260" name="Text Box 4"/>
          <p:cNvSpPr txBox="1">
            <a:spLocks noChangeArrowheads="1"/>
          </p:cNvSpPr>
          <p:nvPr/>
        </p:nvSpPr>
        <p:spPr bwMode="auto">
          <a:xfrm>
            <a:off x="225425" y="1673225"/>
            <a:ext cx="836613" cy="457200"/>
          </a:xfrm>
          <a:prstGeom prst="rect">
            <a:avLst/>
          </a:prstGeom>
          <a:noFill/>
          <a:ln w="9525" algn="ctr">
            <a:noFill/>
            <a:miter lim="800000"/>
            <a:headEnd/>
            <a:tailEnd/>
          </a:ln>
        </p:spPr>
        <p:txBody>
          <a:bodyPr>
            <a:spAutoFit/>
          </a:bodyPr>
          <a:lstStyle/>
          <a:p>
            <a:pPr>
              <a:spcBef>
                <a:spcPct val="50000"/>
              </a:spcBef>
            </a:pPr>
            <a:r>
              <a:rPr kumimoji="1" lang="zh-CN" altLang="en-US" sz="2400">
                <a:solidFill>
                  <a:srgbClr val="FF0000"/>
                </a:solidFill>
                <a:latin typeface="Times New Roman" pitchFamily="18" charset="0"/>
              </a:rPr>
              <a:t>求</a:t>
            </a:r>
          </a:p>
        </p:txBody>
      </p:sp>
      <p:sp>
        <p:nvSpPr>
          <p:cNvPr id="96261" name="Text Box 5"/>
          <p:cNvSpPr txBox="1">
            <a:spLocks noChangeArrowheads="1"/>
          </p:cNvSpPr>
          <p:nvPr/>
        </p:nvSpPr>
        <p:spPr bwMode="auto">
          <a:xfrm>
            <a:off x="782638" y="1655763"/>
            <a:ext cx="8020050" cy="1200150"/>
          </a:xfrm>
          <a:prstGeom prst="rect">
            <a:avLst/>
          </a:prstGeom>
          <a:noFill/>
          <a:ln w="9525">
            <a:noFill/>
            <a:miter lim="800000"/>
            <a:headEnd/>
            <a:tailEnd/>
          </a:ln>
        </p:spPr>
        <p:txBody>
          <a:bodyPr>
            <a:spAutoFit/>
          </a:bodyPr>
          <a:lstStyle/>
          <a:p>
            <a:pPr>
              <a:spcBef>
                <a:spcPct val="50000"/>
              </a:spcBef>
            </a:pPr>
            <a:r>
              <a:rPr lang="en-US" altLang="zh-CN" sz="2400">
                <a:latin typeface="Times New Roman" pitchFamily="18" charset="0"/>
                <a:sym typeface="Wingdings" pitchFamily="2" charset="2"/>
              </a:rPr>
              <a:t>(1) </a:t>
            </a:r>
            <a:r>
              <a:rPr lang="zh-CN" altLang="en-US" sz="2400">
                <a:latin typeface="Times New Roman" pitchFamily="18" charset="0"/>
                <a:sym typeface="Wingdings" pitchFamily="2" charset="2"/>
              </a:rPr>
              <a:t>制动开始后角加速度 </a:t>
            </a:r>
            <a:r>
              <a:rPr lang="en-US" altLang="zh-CN" sz="2400" i="1">
                <a:solidFill>
                  <a:srgbClr val="FF6600"/>
                </a:solidFill>
                <a:latin typeface="Times New Roman" pitchFamily="18" charset="0"/>
                <a:sym typeface="Symbol" pitchFamily="18" charset="2"/>
              </a:rPr>
              <a:t>β</a:t>
            </a:r>
            <a:r>
              <a:rPr lang="en-US" altLang="zh-CN" sz="2400" i="1">
                <a:solidFill>
                  <a:srgbClr val="FF6600"/>
                </a:solidFill>
                <a:latin typeface="Times New Roman" pitchFamily="18" charset="0"/>
                <a:sym typeface="Wingdings" pitchFamily="2" charset="2"/>
              </a:rPr>
              <a:t> </a:t>
            </a:r>
            <a:r>
              <a:rPr lang="zh-CN" altLang="en-US" sz="2400">
                <a:latin typeface="Times New Roman" pitchFamily="18" charset="0"/>
              </a:rPr>
              <a:t>；</a:t>
            </a:r>
            <a:r>
              <a:rPr lang="en-US" altLang="zh-CN" sz="2400">
                <a:latin typeface="Times New Roman" pitchFamily="18" charset="0"/>
              </a:rPr>
              <a:t>(2) </a:t>
            </a:r>
            <a:r>
              <a:rPr lang="zh-CN" altLang="en-US" sz="2400">
                <a:latin typeface="Times New Roman" pitchFamily="18" charset="0"/>
              </a:rPr>
              <a:t>从开始制动到静止飞轮转过的转数 </a:t>
            </a:r>
            <a:r>
              <a:rPr lang="en-US" altLang="zh-CN" sz="2400" i="1">
                <a:solidFill>
                  <a:srgbClr val="FF6600"/>
                </a:solidFill>
                <a:latin typeface="Times New Roman" pitchFamily="18" charset="0"/>
              </a:rPr>
              <a:t>N </a:t>
            </a:r>
            <a:r>
              <a:rPr lang="zh-CN" altLang="en-US" sz="2400">
                <a:latin typeface="Times New Roman" pitchFamily="18" charset="0"/>
              </a:rPr>
              <a:t>；</a:t>
            </a:r>
            <a:r>
              <a:rPr lang="en-US" altLang="zh-CN" sz="2400">
                <a:latin typeface="Times New Roman" pitchFamily="18" charset="0"/>
              </a:rPr>
              <a:t>(3) </a:t>
            </a:r>
            <a:r>
              <a:rPr lang="zh-CN" altLang="en-US" sz="2400">
                <a:latin typeface="Times New Roman" pitchFamily="18" charset="0"/>
              </a:rPr>
              <a:t>制动开始后 </a:t>
            </a:r>
            <a:r>
              <a:rPr lang="en-US" altLang="zh-CN" sz="2400" i="1">
                <a:solidFill>
                  <a:srgbClr val="FF6600"/>
                </a:solidFill>
                <a:latin typeface="Times New Roman" pitchFamily="18" charset="0"/>
              </a:rPr>
              <a:t>t </a:t>
            </a:r>
            <a:r>
              <a:rPr lang="en-US" altLang="zh-CN" sz="2400">
                <a:solidFill>
                  <a:srgbClr val="FF6600"/>
                </a:solidFill>
                <a:latin typeface="Times New Roman" pitchFamily="18" charset="0"/>
              </a:rPr>
              <a:t>= 25 s </a:t>
            </a:r>
            <a:r>
              <a:rPr lang="zh-CN" altLang="en-US" sz="2400">
                <a:latin typeface="Times New Roman" pitchFamily="18" charset="0"/>
              </a:rPr>
              <a:t>时飞轮的角速度 </a:t>
            </a:r>
            <a:r>
              <a:rPr lang="en-US" altLang="zh-CN" sz="2400" i="1">
                <a:solidFill>
                  <a:srgbClr val="FF6600"/>
                </a:solidFill>
                <a:latin typeface="Times New Roman" pitchFamily="18" charset="0"/>
              </a:rPr>
              <a:t>w</a:t>
            </a:r>
            <a:r>
              <a:rPr lang="en-US" altLang="zh-CN" sz="2400">
                <a:solidFill>
                  <a:srgbClr val="FF6600"/>
                </a:solidFill>
                <a:latin typeface="Times New Roman" pitchFamily="18" charset="0"/>
              </a:rPr>
              <a:t> </a:t>
            </a:r>
            <a:r>
              <a:rPr lang="zh-CN" altLang="en-US" sz="2400">
                <a:latin typeface="Times New Roman" pitchFamily="18" charset="0"/>
              </a:rPr>
              <a:t>，以及此时飞轮边缘上一点的速度和加速度的大小。 </a:t>
            </a:r>
          </a:p>
        </p:txBody>
      </p:sp>
      <p:sp>
        <p:nvSpPr>
          <p:cNvPr id="96262" name="Text Box 6"/>
          <p:cNvSpPr txBox="1">
            <a:spLocks noChangeArrowheads="1"/>
          </p:cNvSpPr>
          <p:nvPr/>
        </p:nvSpPr>
        <p:spPr bwMode="auto">
          <a:xfrm>
            <a:off x="231775" y="3062288"/>
            <a:ext cx="649288" cy="457200"/>
          </a:xfrm>
          <a:prstGeom prst="rect">
            <a:avLst/>
          </a:prstGeom>
          <a:noFill/>
          <a:ln w="9525">
            <a:noFill/>
            <a:miter lim="800000"/>
            <a:headEnd/>
            <a:tailEnd/>
          </a:ln>
        </p:spPr>
        <p:txBody>
          <a:bodyPr>
            <a:spAutoFit/>
          </a:bodyPr>
          <a:lstStyle/>
          <a:p>
            <a:pPr>
              <a:spcBef>
                <a:spcPct val="50000"/>
              </a:spcBef>
            </a:pPr>
            <a:r>
              <a:rPr lang="zh-CN" altLang="en-US" sz="2400">
                <a:solidFill>
                  <a:srgbClr val="FF0000"/>
                </a:solidFill>
                <a:latin typeface="Times New Roman" pitchFamily="18" charset="0"/>
              </a:rPr>
              <a:t>解</a:t>
            </a:r>
          </a:p>
        </p:txBody>
      </p:sp>
      <p:sp>
        <p:nvSpPr>
          <p:cNvPr id="96263" name="Text Box 7"/>
          <p:cNvSpPr txBox="1">
            <a:spLocks noChangeArrowheads="1"/>
          </p:cNvSpPr>
          <p:nvPr/>
        </p:nvSpPr>
        <p:spPr bwMode="auto">
          <a:xfrm>
            <a:off x="746125" y="3062288"/>
            <a:ext cx="2700338" cy="457200"/>
          </a:xfrm>
          <a:prstGeom prst="rect">
            <a:avLst/>
          </a:prstGeom>
          <a:noFill/>
          <a:ln w="9525">
            <a:noFill/>
            <a:miter lim="800000"/>
            <a:headEnd/>
            <a:tailEnd/>
          </a:ln>
        </p:spPr>
        <p:txBody>
          <a:bodyPr>
            <a:spAutoFit/>
          </a:bodyPr>
          <a:lstStyle/>
          <a:p>
            <a:pPr>
              <a:spcBef>
                <a:spcPct val="50000"/>
              </a:spcBef>
            </a:pPr>
            <a:r>
              <a:rPr lang="en-US" altLang="zh-CN" sz="2400">
                <a:latin typeface="Times New Roman" pitchFamily="18" charset="0"/>
              </a:rPr>
              <a:t>(1)</a:t>
            </a:r>
            <a:r>
              <a:rPr lang="en-US" altLang="zh-CN" sz="2400">
                <a:solidFill>
                  <a:srgbClr val="006600"/>
                </a:solidFill>
                <a:latin typeface="Times New Roman" pitchFamily="18" charset="0"/>
              </a:rPr>
              <a:t> </a:t>
            </a:r>
            <a:r>
              <a:rPr lang="zh-CN" altLang="en-US" sz="2400">
                <a:latin typeface="Times New Roman" pitchFamily="18" charset="0"/>
              </a:rPr>
              <a:t>初始时刻，</a:t>
            </a:r>
          </a:p>
        </p:txBody>
      </p:sp>
      <p:graphicFrame>
        <p:nvGraphicFramePr>
          <p:cNvPr id="96264" name="Object 8"/>
          <p:cNvGraphicFramePr>
            <a:graphicFrameLocks noChangeAspect="1"/>
          </p:cNvGraphicFramePr>
          <p:nvPr/>
        </p:nvGraphicFramePr>
        <p:xfrm>
          <a:off x="2816225" y="3159125"/>
          <a:ext cx="1922463" cy="320675"/>
        </p:xfrm>
        <a:graphic>
          <a:graphicData uri="http://schemas.openxmlformats.org/presentationml/2006/ole">
            <p:oleObj spid="_x0000_s36866" name="公式" r:id="rId3" imgW="1066680" imgH="177480" progId="Equation.3">
              <p:embed/>
            </p:oleObj>
          </a:graphicData>
        </a:graphic>
      </p:graphicFrame>
      <p:sp>
        <p:nvSpPr>
          <p:cNvPr id="96265" name="Text Box 9"/>
          <p:cNvSpPr txBox="1">
            <a:spLocks noChangeArrowheads="1"/>
          </p:cNvSpPr>
          <p:nvPr/>
        </p:nvSpPr>
        <p:spPr bwMode="auto">
          <a:xfrm>
            <a:off x="4806950" y="3048000"/>
            <a:ext cx="936625" cy="457200"/>
          </a:xfrm>
          <a:prstGeom prst="rect">
            <a:avLst/>
          </a:prstGeom>
          <a:noFill/>
          <a:ln w="9525">
            <a:noFill/>
            <a:miter lim="800000"/>
            <a:headEnd/>
            <a:tailEnd/>
          </a:ln>
        </p:spPr>
        <p:txBody>
          <a:bodyPr>
            <a:spAutoFit/>
          </a:bodyPr>
          <a:lstStyle/>
          <a:p>
            <a:pPr>
              <a:spcBef>
                <a:spcPct val="50000"/>
              </a:spcBef>
            </a:pPr>
            <a:r>
              <a:rPr lang="zh-CN" altLang="en-US" sz="2400">
                <a:latin typeface="Times New Roman" pitchFamily="18" charset="0"/>
              </a:rPr>
              <a:t>则</a:t>
            </a:r>
          </a:p>
        </p:txBody>
      </p:sp>
      <p:graphicFrame>
        <p:nvGraphicFramePr>
          <p:cNvPr id="96266" name="Object 10"/>
          <p:cNvGraphicFramePr>
            <a:graphicFrameLocks noChangeAspect="1"/>
          </p:cNvGraphicFramePr>
          <p:nvPr/>
        </p:nvGraphicFramePr>
        <p:xfrm>
          <a:off x="5337175" y="2889250"/>
          <a:ext cx="2786063" cy="730250"/>
        </p:xfrm>
        <a:graphic>
          <a:graphicData uri="http://schemas.openxmlformats.org/presentationml/2006/ole">
            <p:oleObj spid="_x0000_s36867" name="公式" r:id="rId4" imgW="1549080" imgH="406080" progId="Equation.3">
              <p:embed/>
            </p:oleObj>
          </a:graphicData>
        </a:graphic>
      </p:graphicFrame>
      <p:sp>
        <p:nvSpPr>
          <p:cNvPr id="96267" name="Text Box 11"/>
          <p:cNvSpPr txBox="1">
            <a:spLocks noChangeArrowheads="1"/>
          </p:cNvSpPr>
          <p:nvPr/>
        </p:nvSpPr>
        <p:spPr bwMode="auto">
          <a:xfrm>
            <a:off x="1177925" y="3654425"/>
            <a:ext cx="7354888" cy="457200"/>
          </a:xfrm>
          <a:prstGeom prst="rect">
            <a:avLst/>
          </a:prstGeom>
          <a:noFill/>
          <a:ln w="9525">
            <a:noFill/>
            <a:miter lim="800000"/>
            <a:headEnd/>
            <a:tailEnd/>
          </a:ln>
        </p:spPr>
        <p:txBody>
          <a:bodyPr>
            <a:spAutoFit/>
          </a:bodyPr>
          <a:lstStyle/>
          <a:p>
            <a:pPr>
              <a:spcBef>
                <a:spcPct val="50000"/>
              </a:spcBef>
            </a:pPr>
            <a:r>
              <a:rPr lang="zh-CN" altLang="en-US" sz="2400">
                <a:latin typeface="Times New Roman" pitchFamily="18" charset="0"/>
              </a:rPr>
              <a:t>在制动力矩的作用下，飞轮均匀减速，则：</a:t>
            </a:r>
          </a:p>
        </p:txBody>
      </p:sp>
      <p:graphicFrame>
        <p:nvGraphicFramePr>
          <p:cNvPr id="96268" name="Object 12"/>
          <p:cNvGraphicFramePr>
            <a:graphicFrameLocks noChangeAspect="1"/>
          </p:cNvGraphicFramePr>
          <p:nvPr/>
        </p:nvGraphicFramePr>
        <p:xfrm>
          <a:off x="3503613" y="4194175"/>
          <a:ext cx="1500187" cy="458788"/>
        </p:xfrm>
        <a:graphic>
          <a:graphicData uri="http://schemas.openxmlformats.org/presentationml/2006/ole">
            <p:oleObj spid="_x0000_s36868" name="Equation" r:id="rId5" imgW="749160" imgH="228600" progId="Equation.DSMT4">
              <p:embed/>
            </p:oleObj>
          </a:graphicData>
        </a:graphic>
      </p:graphicFrame>
      <p:graphicFrame>
        <p:nvGraphicFramePr>
          <p:cNvPr id="96269" name="Object 13"/>
          <p:cNvGraphicFramePr>
            <a:graphicFrameLocks noChangeAspect="1"/>
          </p:cNvGraphicFramePr>
          <p:nvPr/>
        </p:nvGraphicFramePr>
        <p:xfrm>
          <a:off x="1423988" y="4779963"/>
          <a:ext cx="2112962" cy="368300"/>
        </p:xfrm>
        <a:graphic>
          <a:graphicData uri="http://schemas.openxmlformats.org/presentationml/2006/ole">
            <p:oleObj spid="_x0000_s36869" name="公式" r:id="rId6" imgW="1168200" imgH="203040" progId="Equation.3">
              <p:embed/>
            </p:oleObj>
          </a:graphicData>
        </a:graphic>
      </p:graphicFrame>
      <p:sp>
        <p:nvSpPr>
          <p:cNvPr id="96270" name="Text Box 14"/>
          <p:cNvSpPr txBox="1">
            <a:spLocks noChangeArrowheads="1"/>
          </p:cNvSpPr>
          <p:nvPr/>
        </p:nvSpPr>
        <p:spPr bwMode="auto">
          <a:xfrm>
            <a:off x="4265613" y="4732338"/>
            <a:ext cx="936625" cy="457200"/>
          </a:xfrm>
          <a:prstGeom prst="rect">
            <a:avLst/>
          </a:prstGeom>
          <a:noFill/>
          <a:ln w="9525">
            <a:noFill/>
            <a:miter lim="800000"/>
            <a:headEnd/>
            <a:tailEnd/>
          </a:ln>
        </p:spPr>
        <p:txBody>
          <a:bodyPr>
            <a:spAutoFit/>
          </a:bodyPr>
          <a:lstStyle/>
          <a:p>
            <a:pPr>
              <a:spcBef>
                <a:spcPct val="50000"/>
              </a:spcBef>
            </a:pPr>
            <a:r>
              <a:rPr lang="zh-CN" altLang="en-US" sz="2400">
                <a:latin typeface="Times New Roman" pitchFamily="18" charset="0"/>
              </a:rPr>
              <a:t>得：</a:t>
            </a:r>
          </a:p>
        </p:txBody>
      </p:sp>
      <p:graphicFrame>
        <p:nvGraphicFramePr>
          <p:cNvPr id="96271" name="Object 15"/>
          <p:cNvGraphicFramePr>
            <a:graphicFrameLocks noChangeAspect="1"/>
          </p:cNvGraphicFramePr>
          <p:nvPr/>
        </p:nvGraphicFramePr>
        <p:xfrm>
          <a:off x="5133975" y="4610100"/>
          <a:ext cx="1300163" cy="708025"/>
        </p:xfrm>
        <a:graphic>
          <a:graphicData uri="http://schemas.openxmlformats.org/presentationml/2006/ole">
            <p:oleObj spid="_x0000_s36870" name="Equation" r:id="rId7" imgW="723600" imgH="393480" progId="Equation.DSMT4">
              <p:embed/>
            </p:oleObj>
          </a:graphicData>
        </a:graphic>
      </p:graphicFrame>
      <p:sp>
        <p:nvSpPr>
          <p:cNvPr id="96272" name="Text Box 16"/>
          <p:cNvSpPr txBox="1">
            <a:spLocks noChangeArrowheads="1"/>
          </p:cNvSpPr>
          <p:nvPr/>
        </p:nvSpPr>
        <p:spPr bwMode="auto">
          <a:xfrm>
            <a:off x="890588" y="5716588"/>
            <a:ext cx="4941887" cy="457200"/>
          </a:xfrm>
          <a:prstGeom prst="rect">
            <a:avLst/>
          </a:prstGeom>
          <a:noFill/>
          <a:ln w="9525">
            <a:noFill/>
            <a:miter lim="800000"/>
            <a:headEnd/>
            <a:tailEnd/>
          </a:ln>
        </p:spPr>
        <p:txBody>
          <a:bodyPr>
            <a:spAutoFit/>
          </a:bodyPr>
          <a:lstStyle/>
          <a:p>
            <a:pPr>
              <a:spcBef>
                <a:spcPct val="50000"/>
              </a:spcBef>
            </a:pPr>
            <a:r>
              <a:rPr lang="en-US" altLang="zh-CN" sz="2400">
                <a:latin typeface="Times New Roman" pitchFamily="18" charset="0"/>
              </a:rPr>
              <a:t>(2)</a:t>
            </a:r>
            <a:r>
              <a:rPr lang="en-US" altLang="zh-CN" sz="2400">
                <a:solidFill>
                  <a:srgbClr val="006600"/>
                </a:solidFill>
                <a:latin typeface="Times New Roman" pitchFamily="18" charset="0"/>
              </a:rPr>
              <a:t> </a:t>
            </a:r>
            <a:r>
              <a:rPr lang="zh-CN" altLang="en-US" sz="2400">
                <a:latin typeface="Times New Roman" pitchFamily="18" charset="0"/>
              </a:rPr>
              <a:t>飞轮在作匀变速转动，则</a:t>
            </a:r>
          </a:p>
        </p:txBody>
      </p:sp>
      <p:graphicFrame>
        <p:nvGraphicFramePr>
          <p:cNvPr id="96273" name="Object 17"/>
          <p:cNvGraphicFramePr>
            <a:graphicFrameLocks noChangeAspect="1"/>
          </p:cNvGraphicFramePr>
          <p:nvPr/>
        </p:nvGraphicFramePr>
        <p:xfrm>
          <a:off x="5246688" y="5600700"/>
          <a:ext cx="2098675" cy="708025"/>
        </p:xfrm>
        <a:graphic>
          <a:graphicData uri="http://schemas.openxmlformats.org/presentationml/2006/ole">
            <p:oleObj spid="_x0000_s36871" name="Equation" r:id="rId8" imgW="1168200" imgH="393480" progId="Equation.DSMT4">
              <p:embed/>
            </p:oleObj>
          </a:graphicData>
        </a:graphic>
      </p:graphicFrame>
      <p:graphicFrame>
        <p:nvGraphicFramePr>
          <p:cNvPr id="96274" name="Object 18"/>
          <p:cNvGraphicFramePr>
            <a:graphicFrameLocks noChangeAspect="1"/>
          </p:cNvGraphicFramePr>
          <p:nvPr/>
        </p:nvGraphicFramePr>
        <p:xfrm>
          <a:off x="6527800" y="4778375"/>
          <a:ext cx="1689100" cy="411163"/>
        </p:xfrm>
        <a:graphic>
          <a:graphicData uri="http://schemas.openxmlformats.org/presentationml/2006/ole">
            <p:oleObj spid="_x0000_s36872" name="公式" r:id="rId9" imgW="939600" imgH="2286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6258"/>
                                        </p:tgtEl>
                                        <p:attrNameLst>
                                          <p:attrName>style.visibility</p:attrName>
                                        </p:attrNameLst>
                                      </p:cBhvr>
                                      <p:to>
                                        <p:strVal val="visible"/>
                                      </p:to>
                                    </p:set>
                                    <p:animEffect transition="in" filter="wipe(left)">
                                      <p:cBhvr>
                                        <p:cTn id="7" dur="500"/>
                                        <p:tgtEl>
                                          <p:spTgt spid="962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6259"/>
                                        </p:tgtEl>
                                        <p:attrNameLst>
                                          <p:attrName>style.visibility</p:attrName>
                                        </p:attrNameLst>
                                      </p:cBhvr>
                                      <p:to>
                                        <p:strVal val="visible"/>
                                      </p:to>
                                    </p:set>
                                    <p:animEffect transition="in" filter="wipe(left)">
                                      <p:cBhvr>
                                        <p:cTn id="12" dur="500"/>
                                        <p:tgtEl>
                                          <p:spTgt spid="9625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6260"/>
                                        </p:tgtEl>
                                        <p:attrNameLst>
                                          <p:attrName>style.visibility</p:attrName>
                                        </p:attrNameLst>
                                      </p:cBhvr>
                                      <p:to>
                                        <p:strVal val="visible"/>
                                      </p:to>
                                    </p:set>
                                    <p:animEffect transition="in" filter="wipe(left)">
                                      <p:cBhvr>
                                        <p:cTn id="17" dur="500"/>
                                        <p:tgtEl>
                                          <p:spTgt spid="9626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6261"/>
                                        </p:tgtEl>
                                        <p:attrNameLst>
                                          <p:attrName>style.visibility</p:attrName>
                                        </p:attrNameLst>
                                      </p:cBhvr>
                                      <p:to>
                                        <p:strVal val="visible"/>
                                      </p:to>
                                    </p:set>
                                    <p:animEffect transition="in" filter="wipe(left)">
                                      <p:cBhvr>
                                        <p:cTn id="22" dur="500"/>
                                        <p:tgtEl>
                                          <p:spTgt spid="9626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6262"/>
                                        </p:tgtEl>
                                        <p:attrNameLst>
                                          <p:attrName>style.visibility</p:attrName>
                                        </p:attrNameLst>
                                      </p:cBhvr>
                                      <p:to>
                                        <p:strVal val="visible"/>
                                      </p:to>
                                    </p:set>
                                    <p:animEffect transition="in" filter="wipe(left)">
                                      <p:cBhvr>
                                        <p:cTn id="27" dur="500"/>
                                        <p:tgtEl>
                                          <p:spTgt spid="9626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6263"/>
                                        </p:tgtEl>
                                        <p:attrNameLst>
                                          <p:attrName>style.visibility</p:attrName>
                                        </p:attrNameLst>
                                      </p:cBhvr>
                                      <p:to>
                                        <p:strVal val="visible"/>
                                      </p:to>
                                    </p:set>
                                    <p:animEffect transition="in" filter="wipe(left)">
                                      <p:cBhvr>
                                        <p:cTn id="32" dur="500"/>
                                        <p:tgtEl>
                                          <p:spTgt spid="9626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96264"/>
                                        </p:tgtEl>
                                        <p:attrNameLst>
                                          <p:attrName>style.visibility</p:attrName>
                                        </p:attrNameLst>
                                      </p:cBhvr>
                                      <p:to>
                                        <p:strVal val="visible"/>
                                      </p:to>
                                    </p:set>
                                    <p:animEffect transition="in" filter="blinds(horizontal)">
                                      <p:cBhvr>
                                        <p:cTn id="37" dur="500"/>
                                        <p:tgtEl>
                                          <p:spTgt spid="9626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6265"/>
                                        </p:tgtEl>
                                        <p:attrNameLst>
                                          <p:attrName>style.visibility</p:attrName>
                                        </p:attrNameLst>
                                      </p:cBhvr>
                                      <p:to>
                                        <p:strVal val="visible"/>
                                      </p:to>
                                    </p:set>
                                    <p:animEffect transition="in" filter="wipe(left)">
                                      <p:cBhvr>
                                        <p:cTn id="42" dur="500"/>
                                        <p:tgtEl>
                                          <p:spTgt spid="96265"/>
                                        </p:tgtEl>
                                      </p:cBhvr>
                                    </p:animEffect>
                                  </p:childTnLst>
                                </p:cTn>
                              </p:par>
                            </p:childTnLst>
                          </p:cTn>
                        </p:par>
                      </p:childTnLst>
                    </p:cTn>
                  </p:par>
                  <p:par>
                    <p:cTn id="43" fill="hold">
                      <p:stCondLst>
                        <p:cond delay="indefinite"/>
                      </p:stCondLst>
                      <p:childTnLst>
                        <p:par>
                          <p:cTn id="44" fill="hold">
                            <p:stCondLst>
                              <p:cond delay="0"/>
                            </p:stCondLst>
                            <p:childTnLst>
                              <p:par>
                                <p:cTn id="45" presetID="8" presetClass="entr" presetSubtype="16" fill="hold" nodeType="clickEffect">
                                  <p:stCondLst>
                                    <p:cond delay="0"/>
                                  </p:stCondLst>
                                  <p:childTnLst>
                                    <p:set>
                                      <p:cBhvr>
                                        <p:cTn id="46" dur="1" fill="hold">
                                          <p:stCondLst>
                                            <p:cond delay="0"/>
                                          </p:stCondLst>
                                        </p:cTn>
                                        <p:tgtEl>
                                          <p:spTgt spid="96266"/>
                                        </p:tgtEl>
                                        <p:attrNameLst>
                                          <p:attrName>style.visibility</p:attrName>
                                        </p:attrNameLst>
                                      </p:cBhvr>
                                      <p:to>
                                        <p:strVal val="visible"/>
                                      </p:to>
                                    </p:set>
                                    <p:animEffect transition="in" filter="diamond(in)">
                                      <p:cBhvr>
                                        <p:cTn id="47" dur="2000"/>
                                        <p:tgtEl>
                                          <p:spTgt spid="9626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96267"/>
                                        </p:tgtEl>
                                        <p:attrNameLst>
                                          <p:attrName>style.visibility</p:attrName>
                                        </p:attrNameLst>
                                      </p:cBhvr>
                                      <p:to>
                                        <p:strVal val="visible"/>
                                      </p:to>
                                    </p:set>
                                    <p:animEffect transition="in" filter="wipe(left)">
                                      <p:cBhvr>
                                        <p:cTn id="52" dur="500"/>
                                        <p:tgtEl>
                                          <p:spTgt spid="96267"/>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2" fill="hold" nodeType="clickEffect">
                                  <p:stCondLst>
                                    <p:cond delay="0"/>
                                  </p:stCondLst>
                                  <p:childTnLst>
                                    <p:set>
                                      <p:cBhvr>
                                        <p:cTn id="56" dur="1" fill="hold">
                                          <p:stCondLst>
                                            <p:cond delay="0"/>
                                          </p:stCondLst>
                                        </p:cTn>
                                        <p:tgtEl>
                                          <p:spTgt spid="96268"/>
                                        </p:tgtEl>
                                        <p:attrNameLst>
                                          <p:attrName>style.visibility</p:attrName>
                                        </p:attrNameLst>
                                      </p:cBhvr>
                                      <p:to>
                                        <p:strVal val="visible"/>
                                      </p:to>
                                    </p:set>
                                    <p:anim calcmode="lin" valueType="num">
                                      <p:cBhvr additive="base">
                                        <p:cTn id="57" dur="500" fill="hold"/>
                                        <p:tgtEl>
                                          <p:spTgt spid="96268"/>
                                        </p:tgtEl>
                                        <p:attrNameLst>
                                          <p:attrName>ppt_x</p:attrName>
                                        </p:attrNameLst>
                                      </p:cBhvr>
                                      <p:tavLst>
                                        <p:tav tm="0">
                                          <p:val>
                                            <p:strVal val="1+#ppt_w/2"/>
                                          </p:val>
                                        </p:tav>
                                        <p:tav tm="100000">
                                          <p:val>
                                            <p:strVal val="#ppt_x"/>
                                          </p:val>
                                        </p:tav>
                                      </p:tavLst>
                                    </p:anim>
                                    <p:anim calcmode="lin" valueType="num">
                                      <p:cBhvr additive="base">
                                        <p:cTn id="58" dur="500" fill="hold"/>
                                        <p:tgtEl>
                                          <p:spTgt spid="96268"/>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96269"/>
                                        </p:tgtEl>
                                        <p:attrNameLst>
                                          <p:attrName>style.visibility</p:attrName>
                                        </p:attrNameLst>
                                      </p:cBhvr>
                                      <p:to>
                                        <p:strVal val="visible"/>
                                      </p:to>
                                    </p:set>
                                    <p:animEffect transition="in" filter="wipe(left)">
                                      <p:cBhvr>
                                        <p:cTn id="63" dur="500"/>
                                        <p:tgtEl>
                                          <p:spTgt spid="96269"/>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96270"/>
                                        </p:tgtEl>
                                        <p:attrNameLst>
                                          <p:attrName>style.visibility</p:attrName>
                                        </p:attrNameLst>
                                      </p:cBhvr>
                                      <p:to>
                                        <p:strVal val="visible"/>
                                      </p:to>
                                    </p:set>
                                    <p:animEffect transition="in" filter="wipe(left)">
                                      <p:cBhvr>
                                        <p:cTn id="68" dur="500"/>
                                        <p:tgtEl>
                                          <p:spTgt spid="96270"/>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96271"/>
                                        </p:tgtEl>
                                        <p:attrNameLst>
                                          <p:attrName>style.visibility</p:attrName>
                                        </p:attrNameLst>
                                      </p:cBhvr>
                                      <p:to>
                                        <p:strVal val="visible"/>
                                      </p:to>
                                    </p:set>
                                    <p:anim calcmode="lin" valueType="num">
                                      <p:cBhvr additive="base">
                                        <p:cTn id="73" dur="500" fill="hold"/>
                                        <p:tgtEl>
                                          <p:spTgt spid="96271"/>
                                        </p:tgtEl>
                                        <p:attrNameLst>
                                          <p:attrName>ppt_x</p:attrName>
                                        </p:attrNameLst>
                                      </p:cBhvr>
                                      <p:tavLst>
                                        <p:tav tm="0">
                                          <p:val>
                                            <p:strVal val="#ppt_x"/>
                                          </p:val>
                                        </p:tav>
                                        <p:tav tm="100000">
                                          <p:val>
                                            <p:strVal val="#ppt_x"/>
                                          </p:val>
                                        </p:tav>
                                      </p:tavLst>
                                    </p:anim>
                                    <p:anim calcmode="lin" valueType="num">
                                      <p:cBhvr additive="base">
                                        <p:cTn id="74" dur="500" fill="hold"/>
                                        <p:tgtEl>
                                          <p:spTgt spid="96271"/>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96274"/>
                                        </p:tgtEl>
                                        <p:attrNameLst>
                                          <p:attrName>style.visibility</p:attrName>
                                        </p:attrNameLst>
                                      </p:cBhvr>
                                      <p:to>
                                        <p:strVal val="visible"/>
                                      </p:to>
                                    </p:set>
                                    <p:anim calcmode="lin" valueType="num">
                                      <p:cBhvr additive="base">
                                        <p:cTn id="79" dur="500" fill="hold"/>
                                        <p:tgtEl>
                                          <p:spTgt spid="96274"/>
                                        </p:tgtEl>
                                        <p:attrNameLst>
                                          <p:attrName>ppt_x</p:attrName>
                                        </p:attrNameLst>
                                      </p:cBhvr>
                                      <p:tavLst>
                                        <p:tav tm="0">
                                          <p:val>
                                            <p:strVal val="#ppt_x"/>
                                          </p:val>
                                        </p:tav>
                                        <p:tav tm="100000">
                                          <p:val>
                                            <p:strVal val="#ppt_x"/>
                                          </p:val>
                                        </p:tav>
                                      </p:tavLst>
                                    </p:anim>
                                    <p:anim calcmode="lin" valueType="num">
                                      <p:cBhvr additive="base">
                                        <p:cTn id="80" dur="500" fill="hold"/>
                                        <p:tgtEl>
                                          <p:spTgt spid="96274"/>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96272"/>
                                        </p:tgtEl>
                                        <p:attrNameLst>
                                          <p:attrName>style.visibility</p:attrName>
                                        </p:attrNameLst>
                                      </p:cBhvr>
                                      <p:to>
                                        <p:strVal val="visible"/>
                                      </p:to>
                                    </p:set>
                                    <p:animEffect transition="in" filter="wipe(left)">
                                      <p:cBhvr>
                                        <p:cTn id="85" dur="500"/>
                                        <p:tgtEl>
                                          <p:spTgt spid="96272"/>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2" fill="hold" nodeType="clickEffect">
                                  <p:stCondLst>
                                    <p:cond delay="0"/>
                                  </p:stCondLst>
                                  <p:childTnLst>
                                    <p:set>
                                      <p:cBhvr>
                                        <p:cTn id="89" dur="1" fill="hold">
                                          <p:stCondLst>
                                            <p:cond delay="0"/>
                                          </p:stCondLst>
                                        </p:cTn>
                                        <p:tgtEl>
                                          <p:spTgt spid="96273"/>
                                        </p:tgtEl>
                                        <p:attrNameLst>
                                          <p:attrName>style.visibility</p:attrName>
                                        </p:attrNameLst>
                                      </p:cBhvr>
                                      <p:to>
                                        <p:strVal val="visible"/>
                                      </p:to>
                                    </p:set>
                                    <p:animEffect transition="in" filter="wipe(right)">
                                      <p:cBhvr>
                                        <p:cTn id="90" dur="500"/>
                                        <p:tgtEl>
                                          <p:spTgt spid="962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8" grpId="0"/>
      <p:bldP spid="96259" grpId="0"/>
      <p:bldP spid="96260" grpId="0"/>
      <p:bldP spid="96261" grpId="0"/>
      <p:bldP spid="96262" grpId="0"/>
      <p:bldP spid="96263" grpId="0"/>
      <p:bldP spid="96265" grpId="0"/>
      <p:bldP spid="96267" grpId="0"/>
      <p:bldP spid="96270" grpId="0"/>
      <p:bldP spid="9627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2"/>
          <p:cNvSpPr txBox="1">
            <a:spLocks noChangeArrowheads="1"/>
          </p:cNvSpPr>
          <p:nvPr/>
        </p:nvSpPr>
        <p:spPr bwMode="auto">
          <a:xfrm>
            <a:off x="603250" y="469900"/>
            <a:ext cx="5903913" cy="457200"/>
          </a:xfrm>
          <a:prstGeom prst="rect">
            <a:avLst/>
          </a:prstGeom>
          <a:noFill/>
          <a:ln w="9525">
            <a:noFill/>
            <a:miter lim="800000"/>
            <a:headEnd/>
            <a:tailEnd/>
          </a:ln>
        </p:spPr>
        <p:txBody>
          <a:bodyPr>
            <a:spAutoFit/>
          </a:bodyPr>
          <a:lstStyle/>
          <a:p>
            <a:pPr>
              <a:spcBef>
                <a:spcPct val="50000"/>
              </a:spcBef>
            </a:pPr>
            <a:r>
              <a:rPr lang="zh-CN" altLang="en-US" sz="2400">
                <a:latin typeface="Times New Roman" pitchFamily="18" charset="0"/>
              </a:rPr>
              <a:t>从开始制动到静止飞轮转过的角位移为：</a:t>
            </a:r>
          </a:p>
        </p:txBody>
      </p:sp>
      <p:graphicFrame>
        <p:nvGraphicFramePr>
          <p:cNvPr id="97283" name="Object 3"/>
          <p:cNvGraphicFramePr>
            <a:graphicFrameLocks noChangeAspect="1"/>
          </p:cNvGraphicFramePr>
          <p:nvPr/>
        </p:nvGraphicFramePr>
        <p:xfrm>
          <a:off x="1785938" y="1000125"/>
          <a:ext cx="2714625" cy="706438"/>
        </p:xfrm>
        <a:graphic>
          <a:graphicData uri="http://schemas.openxmlformats.org/presentationml/2006/ole">
            <p:oleObj spid="_x0000_s37890" name="Equation" r:id="rId3" imgW="1511280" imgH="393480" progId="Equation.DSMT4">
              <p:embed/>
            </p:oleObj>
          </a:graphicData>
        </a:graphic>
      </p:graphicFrame>
      <p:graphicFrame>
        <p:nvGraphicFramePr>
          <p:cNvPr id="97284" name="Object 4"/>
          <p:cNvGraphicFramePr>
            <a:graphicFrameLocks noChangeAspect="1"/>
          </p:cNvGraphicFramePr>
          <p:nvPr/>
        </p:nvGraphicFramePr>
        <p:xfrm>
          <a:off x="4610100" y="1214438"/>
          <a:ext cx="1735138" cy="365125"/>
        </p:xfrm>
        <a:graphic>
          <a:graphicData uri="http://schemas.openxmlformats.org/presentationml/2006/ole">
            <p:oleObj spid="_x0000_s37891" name="公式" r:id="rId4" imgW="965160" imgH="203040" progId="Equation.3">
              <p:embed/>
            </p:oleObj>
          </a:graphicData>
        </a:graphic>
      </p:graphicFrame>
      <p:sp>
        <p:nvSpPr>
          <p:cNvPr id="97285" name="Text Box 5"/>
          <p:cNvSpPr txBox="1">
            <a:spLocks noChangeArrowheads="1"/>
          </p:cNvSpPr>
          <p:nvPr/>
        </p:nvSpPr>
        <p:spPr bwMode="auto">
          <a:xfrm>
            <a:off x="647700" y="1757363"/>
            <a:ext cx="5903913" cy="457200"/>
          </a:xfrm>
          <a:prstGeom prst="rect">
            <a:avLst/>
          </a:prstGeom>
          <a:noFill/>
          <a:ln w="9525">
            <a:noFill/>
            <a:miter lim="800000"/>
            <a:headEnd/>
            <a:tailEnd/>
          </a:ln>
        </p:spPr>
        <p:txBody>
          <a:bodyPr>
            <a:spAutoFit/>
          </a:bodyPr>
          <a:lstStyle/>
          <a:p>
            <a:pPr>
              <a:spcBef>
                <a:spcPct val="50000"/>
              </a:spcBef>
            </a:pPr>
            <a:r>
              <a:rPr lang="zh-CN" altLang="en-US" sz="2400">
                <a:latin typeface="Times New Roman" pitchFamily="18" charset="0"/>
              </a:rPr>
              <a:t>则从开始制动到静止飞轮转过的转数为：</a:t>
            </a:r>
          </a:p>
        </p:txBody>
      </p:sp>
      <p:graphicFrame>
        <p:nvGraphicFramePr>
          <p:cNvPr id="97286" name="Object 6"/>
          <p:cNvGraphicFramePr>
            <a:graphicFrameLocks noChangeAspect="1"/>
          </p:cNvGraphicFramePr>
          <p:nvPr/>
        </p:nvGraphicFramePr>
        <p:xfrm>
          <a:off x="2141538" y="2259013"/>
          <a:ext cx="1028700" cy="731837"/>
        </p:xfrm>
        <a:graphic>
          <a:graphicData uri="http://schemas.openxmlformats.org/presentationml/2006/ole">
            <p:oleObj spid="_x0000_s37892" name="公式" r:id="rId5" imgW="571320" imgH="406080" progId="Equation.3">
              <p:embed/>
            </p:oleObj>
          </a:graphicData>
        </a:graphic>
      </p:graphicFrame>
      <p:graphicFrame>
        <p:nvGraphicFramePr>
          <p:cNvPr id="97287" name="Object 7"/>
          <p:cNvGraphicFramePr>
            <a:graphicFrameLocks noChangeAspect="1"/>
          </p:cNvGraphicFramePr>
          <p:nvPr/>
        </p:nvGraphicFramePr>
        <p:xfrm>
          <a:off x="3176588" y="2438400"/>
          <a:ext cx="1074737" cy="365125"/>
        </p:xfrm>
        <a:graphic>
          <a:graphicData uri="http://schemas.openxmlformats.org/presentationml/2006/ole">
            <p:oleObj spid="_x0000_s37893" name="公式" r:id="rId6" imgW="596880" imgH="203040" progId="Equation.3">
              <p:embed/>
            </p:oleObj>
          </a:graphicData>
        </a:graphic>
      </p:graphicFrame>
      <p:sp>
        <p:nvSpPr>
          <p:cNvPr id="97288" name="Text Box 8"/>
          <p:cNvSpPr txBox="1">
            <a:spLocks noChangeArrowheads="1"/>
          </p:cNvSpPr>
          <p:nvPr/>
        </p:nvSpPr>
        <p:spPr bwMode="auto">
          <a:xfrm>
            <a:off x="206375" y="3114675"/>
            <a:ext cx="720725" cy="457200"/>
          </a:xfrm>
          <a:prstGeom prst="rect">
            <a:avLst/>
          </a:prstGeom>
          <a:noFill/>
          <a:ln w="9525">
            <a:noFill/>
            <a:miter lim="800000"/>
            <a:headEnd/>
            <a:tailEnd/>
          </a:ln>
        </p:spPr>
        <p:txBody>
          <a:bodyPr>
            <a:spAutoFit/>
          </a:bodyPr>
          <a:lstStyle/>
          <a:p>
            <a:pPr>
              <a:spcBef>
                <a:spcPct val="50000"/>
              </a:spcBef>
            </a:pPr>
            <a:r>
              <a:rPr lang="en-US" altLang="zh-CN" sz="2400">
                <a:latin typeface="Times New Roman" pitchFamily="18" charset="0"/>
              </a:rPr>
              <a:t>(3)</a:t>
            </a:r>
          </a:p>
        </p:txBody>
      </p:sp>
      <p:graphicFrame>
        <p:nvGraphicFramePr>
          <p:cNvPr id="97289" name="Object 9"/>
          <p:cNvGraphicFramePr>
            <a:graphicFrameLocks noChangeAspect="1"/>
          </p:cNvGraphicFramePr>
          <p:nvPr/>
        </p:nvGraphicFramePr>
        <p:xfrm>
          <a:off x="881063" y="3195638"/>
          <a:ext cx="1377950" cy="368300"/>
        </p:xfrm>
        <a:graphic>
          <a:graphicData uri="http://schemas.openxmlformats.org/presentationml/2006/ole">
            <p:oleObj spid="_x0000_s37894" name="公式" r:id="rId7" imgW="761760" imgH="203040" progId="Equation.3">
              <p:embed/>
            </p:oleObj>
          </a:graphicData>
        </a:graphic>
      </p:graphicFrame>
      <p:graphicFrame>
        <p:nvGraphicFramePr>
          <p:cNvPr id="97290" name="Object 10"/>
          <p:cNvGraphicFramePr>
            <a:graphicFrameLocks noChangeAspect="1"/>
          </p:cNvGraphicFramePr>
          <p:nvPr/>
        </p:nvGraphicFramePr>
        <p:xfrm>
          <a:off x="2557463" y="3197225"/>
          <a:ext cx="1346200" cy="411163"/>
        </p:xfrm>
        <a:graphic>
          <a:graphicData uri="http://schemas.openxmlformats.org/presentationml/2006/ole">
            <p:oleObj spid="_x0000_s37895" name="Equation" r:id="rId8" imgW="749160" imgH="228600" progId="Equation.DSMT4">
              <p:embed/>
            </p:oleObj>
          </a:graphicData>
        </a:graphic>
      </p:graphicFrame>
      <p:graphicFrame>
        <p:nvGraphicFramePr>
          <p:cNvPr id="97291" name="Object 11"/>
          <p:cNvGraphicFramePr>
            <a:graphicFrameLocks noChangeAspect="1"/>
          </p:cNvGraphicFramePr>
          <p:nvPr/>
        </p:nvGraphicFramePr>
        <p:xfrm>
          <a:off x="3986213" y="3243263"/>
          <a:ext cx="1755775" cy="365125"/>
        </p:xfrm>
        <a:graphic>
          <a:graphicData uri="http://schemas.openxmlformats.org/presentationml/2006/ole">
            <p:oleObj spid="_x0000_s37896" name="公式" r:id="rId9" imgW="977760" imgH="203040" progId="Equation.3">
              <p:embed/>
            </p:oleObj>
          </a:graphicData>
        </a:graphic>
      </p:graphicFrame>
      <p:graphicFrame>
        <p:nvGraphicFramePr>
          <p:cNvPr id="97292" name="Object 12"/>
          <p:cNvGraphicFramePr>
            <a:graphicFrameLocks noChangeAspect="1"/>
          </p:cNvGraphicFramePr>
          <p:nvPr/>
        </p:nvGraphicFramePr>
        <p:xfrm>
          <a:off x="2603500" y="3698875"/>
          <a:ext cx="892175" cy="320675"/>
        </p:xfrm>
        <a:graphic>
          <a:graphicData uri="http://schemas.openxmlformats.org/presentationml/2006/ole">
            <p:oleObj spid="_x0000_s37897" name="Equation" r:id="rId10" imgW="495000" imgH="177480" progId="Equation.DSMT4">
              <p:embed/>
            </p:oleObj>
          </a:graphicData>
        </a:graphic>
      </p:graphicFrame>
      <p:graphicFrame>
        <p:nvGraphicFramePr>
          <p:cNvPr id="97293" name="Object 13"/>
          <p:cNvGraphicFramePr>
            <a:graphicFrameLocks noChangeAspect="1"/>
          </p:cNvGraphicFramePr>
          <p:nvPr/>
        </p:nvGraphicFramePr>
        <p:xfrm>
          <a:off x="3581400" y="3670300"/>
          <a:ext cx="1555750" cy="388938"/>
        </p:xfrm>
        <a:graphic>
          <a:graphicData uri="http://schemas.openxmlformats.org/presentationml/2006/ole">
            <p:oleObj spid="_x0000_s37898" name="公式" r:id="rId11" imgW="863280" imgH="215640" progId="Equation.3">
              <p:embed/>
            </p:oleObj>
          </a:graphicData>
        </a:graphic>
      </p:graphicFrame>
      <p:graphicFrame>
        <p:nvGraphicFramePr>
          <p:cNvPr id="97294" name="Object 14"/>
          <p:cNvGraphicFramePr>
            <a:graphicFrameLocks noChangeAspect="1"/>
          </p:cNvGraphicFramePr>
          <p:nvPr/>
        </p:nvGraphicFramePr>
        <p:xfrm>
          <a:off x="2479675" y="4284663"/>
          <a:ext cx="984250" cy="412750"/>
        </p:xfrm>
        <a:graphic>
          <a:graphicData uri="http://schemas.openxmlformats.org/presentationml/2006/ole">
            <p:oleObj spid="_x0000_s37899" name="Equation" r:id="rId12" imgW="545760" imgH="228600" progId="Equation.DSMT4">
              <p:embed/>
            </p:oleObj>
          </a:graphicData>
        </a:graphic>
      </p:graphicFrame>
      <p:graphicFrame>
        <p:nvGraphicFramePr>
          <p:cNvPr id="97295" name="Object 15"/>
          <p:cNvGraphicFramePr>
            <a:graphicFrameLocks noChangeAspect="1"/>
          </p:cNvGraphicFramePr>
          <p:nvPr/>
        </p:nvGraphicFramePr>
        <p:xfrm>
          <a:off x="3581400" y="4278313"/>
          <a:ext cx="1579563" cy="411162"/>
        </p:xfrm>
        <a:graphic>
          <a:graphicData uri="http://schemas.openxmlformats.org/presentationml/2006/ole">
            <p:oleObj spid="_x0000_s37900" name="公式" r:id="rId13" imgW="876240" imgH="228600" progId="Equation.3">
              <p:embed/>
            </p:oleObj>
          </a:graphicData>
        </a:graphic>
      </p:graphicFrame>
      <p:graphicFrame>
        <p:nvGraphicFramePr>
          <p:cNvPr id="97296" name="Object 16"/>
          <p:cNvGraphicFramePr>
            <a:graphicFrameLocks noChangeAspect="1"/>
          </p:cNvGraphicFramePr>
          <p:nvPr/>
        </p:nvGraphicFramePr>
        <p:xfrm>
          <a:off x="2436813" y="4868863"/>
          <a:ext cx="1144587" cy="434975"/>
        </p:xfrm>
        <a:graphic>
          <a:graphicData uri="http://schemas.openxmlformats.org/presentationml/2006/ole">
            <p:oleObj spid="_x0000_s37901" name="公式" r:id="rId14" imgW="634680" imgH="241200" progId="Equation.3">
              <p:embed/>
            </p:oleObj>
          </a:graphicData>
        </a:graphic>
      </p:graphicFrame>
      <p:graphicFrame>
        <p:nvGraphicFramePr>
          <p:cNvPr id="97297" name="Object 17"/>
          <p:cNvGraphicFramePr>
            <a:graphicFrameLocks noChangeAspect="1"/>
          </p:cNvGraphicFramePr>
          <p:nvPr/>
        </p:nvGraphicFramePr>
        <p:xfrm>
          <a:off x="3716338" y="4862513"/>
          <a:ext cx="1946275" cy="411162"/>
        </p:xfrm>
        <a:graphic>
          <a:graphicData uri="http://schemas.openxmlformats.org/presentationml/2006/ole">
            <p:oleObj spid="_x0000_s37902" name="公式" r:id="rId15" imgW="1079280" imgH="228600" progId="Equation.3">
              <p:embed/>
            </p:oleObj>
          </a:graphicData>
        </a:graphic>
      </p:graphicFrame>
      <p:graphicFrame>
        <p:nvGraphicFramePr>
          <p:cNvPr id="97298" name="Object 18"/>
          <p:cNvGraphicFramePr>
            <a:graphicFrameLocks noChangeAspect="1"/>
          </p:cNvGraphicFramePr>
          <p:nvPr/>
        </p:nvGraphicFramePr>
        <p:xfrm>
          <a:off x="1196975" y="5408613"/>
          <a:ext cx="1697038" cy="550862"/>
        </p:xfrm>
        <a:graphic>
          <a:graphicData uri="http://schemas.openxmlformats.org/presentationml/2006/ole">
            <p:oleObj spid="_x0000_s37903" name="公式" r:id="rId16" imgW="939600" imgH="304560" progId="Equation.3">
              <p:embed/>
            </p:oleObj>
          </a:graphicData>
        </a:graphic>
      </p:graphicFrame>
      <p:graphicFrame>
        <p:nvGraphicFramePr>
          <p:cNvPr id="97299" name="Object 19"/>
          <p:cNvGraphicFramePr>
            <a:graphicFrameLocks noChangeAspect="1"/>
          </p:cNvGraphicFramePr>
          <p:nvPr/>
        </p:nvGraphicFramePr>
        <p:xfrm>
          <a:off x="2997200" y="5454650"/>
          <a:ext cx="4106863" cy="482600"/>
        </p:xfrm>
        <a:graphic>
          <a:graphicData uri="http://schemas.openxmlformats.org/presentationml/2006/ole">
            <p:oleObj spid="_x0000_s37904" name="公式" r:id="rId17" imgW="2273040" imgH="266400" progId="Equation.3">
              <p:embed/>
            </p:oleObj>
          </a:graphicData>
        </a:graphic>
      </p:graphicFrame>
      <p:sp>
        <p:nvSpPr>
          <p:cNvPr id="97300" name="AutoShape 20">
            <a:hlinkClick r:id="rId18" action="ppaction://hlinksldjump" highlightClick="1"/>
          </p:cNvPr>
          <p:cNvSpPr>
            <a:spLocks noChangeAspect="1" noChangeArrowheads="1"/>
          </p:cNvSpPr>
          <p:nvPr/>
        </p:nvSpPr>
        <p:spPr bwMode="auto">
          <a:xfrm>
            <a:off x="8720138" y="6280150"/>
            <a:ext cx="244475" cy="244475"/>
          </a:xfrm>
          <a:prstGeom prst="actionButtonBeginning">
            <a:avLst/>
          </a:prstGeom>
          <a:solidFill>
            <a:schemeClr val="accent1"/>
          </a:solidFill>
          <a:ln w="19050">
            <a:no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7282"/>
                                        </p:tgtEl>
                                        <p:attrNameLst>
                                          <p:attrName>style.visibility</p:attrName>
                                        </p:attrNameLst>
                                      </p:cBhvr>
                                      <p:to>
                                        <p:strVal val="visible"/>
                                      </p:to>
                                    </p:set>
                                    <p:animEffect transition="in" filter="wipe(left)">
                                      <p:cBhvr>
                                        <p:cTn id="7" dur="500"/>
                                        <p:tgtEl>
                                          <p:spTgt spid="97282"/>
                                        </p:tgtEl>
                                      </p:cBhvr>
                                    </p:animEffect>
                                  </p:childTnLst>
                                </p:cTn>
                              </p:par>
                            </p:childTnLst>
                          </p:cTn>
                        </p:par>
                      </p:childTnLst>
                    </p:cTn>
                  </p:par>
                  <p:par>
                    <p:cTn id="8" fill="hold">
                      <p:stCondLst>
                        <p:cond delay="indefinite"/>
                      </p:stCondLst>
                      <p:childTnLst>
                        <p:par>
                          <p:cTn id="9" fill="hold">
                            <p:stCondLst>
                              <p:cond delay="0"/>
                            </p:stCondLst>
                            <p:childTnLst>
                              <p:par>
                                <p:cTn id="10" presetID="7" presetClass="entr" presetSubtype="4" fill="hold" nodeType="clickEffect">
                                  <p:stCondLst>
                                    <p:cond delay="0"/>
                                  </p:stCondLst>
                                  <p:childTnLst>
                                    <p:set>
                                      <p:cBhvr>
                                        <p:cTn id="11" dur="1" fill="hold">
                                          <p:stCondLst>
                                            <p:cond delay="0"/>
                                          </p:stCondLst>
                                        </p:cTn>
                                        <p:tgtEl>
                                          <p:spTgt spid="97283"/>
                                        </p:tgtEl>
                                        <p:attrNameLst>
                                          <p:attrName>style.visibility</p:attrName>
                                        </p:attrNameLst>
                                      </p:cBhvr>
                                      <p:to>
                                        <p:strVal val="visible"/>
                                      </p:to>
                                    </p:set>
                                    <p:anim calcmode="lin" valueType="num">
                                      <p:cBhvr additive="base">
                                        <p:cTn id="12" dur="1000" fill="hold"/>
                                        <p:tgtEl>
                                          <p:spTgt spid="97283"/>
                                        </p:tgtEl>
                                        <p:attrNameLst>
                                          <p:attrName>ppt_x</p:attrName>
                                        </p:attrNameLst>
                                      </p:cBhvr>
                                      <p:tavLst>
                                        <p:tav tm="0">
                                          <p:val>
                                            <p:strVal val="#ppt_x"/>
                                          </p:val>
                                        </p:tav>
                                        <p:tav tm="100000">
                                          <p:val>
                                            <p:strVal val="#ppt_x"/>
                                          </p:val>
                                        </p:tav>
                                      </p:tavLst>
                                    </p:anim>
                                    <p:anim calcmode="lin" valueType="num">
                                      <p:cBhvr additive="base">
                                        <p:cTn id="13" dur="1000" fill="hold"/>
                                        <p:tgtEl>
                                          <p:spTgt spid="9728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7" presetClass="entr" presetSubtype="4" fill="hold" nodeType="clickEffect">
                                  <p:stCondLst>
                                    <p:cond delay="0"/>
                                  </p:stCondLst>
                                  <p:childTnLst>
                                    <p:set>
                                      <p:cBhvr>
                                        <p:cTn id="17" dur="1" fill="hold">
                                          <p:stCondLst>
                                            <p:cond delay="0"/>
                                          </p:stCondLst>
                                        </p:cTn>
                                        <p:tgtEl>
                                          <p:spTgt spid="97284"/>
                                        </p:tgtEl>
                                        <p:attrNameLst>
                                          <p:attrName>style.visibility</p:attrName>
                                        </p:attrNameLst>
                                      </p:cBhvr>
                                      <p:to>
                                        <p:strVal val="visible"/>
                                      </p:to>
                                    </p:set>
                                    <p:anim calcmode="lin" valueType="num">
                                      <p:cBhvr additive="base">
                                        <p:cTn id="18" dur="1000" fill="hold"/>
                                        <p:tgtEl>
                                          <p:spTgt spid="97284"/>
                                        </p:tgtEl>
                                        <p:attrNameLst>
                                          <p:attrName>ppt_x</p:attrName>
                                        </p:attrNameLst>
                                      </p:cBhvr>
                                      <p:tavLst>
                                        <p:tav tm="0">
                                          <p:val>
                                            <p:strVal val="#ppt_x"/>
                                          </p:val>
                                        </p:tav>
                                        <p:tav tm="100000">
                                          <p:val>
                                            <p:strVal val="#ppt_x"/>
                                          </p:val>
                                        </p:tav>
                                      </p:tavLst>
                                    </p:anim>
                                    <p:anim calcmode="lin" valueType="num">
                                      <p:cBhvr additive="base">
                                        <p:cTn id="19" dur="1000" fill="hold"/>
                                        <p:tgtEl>
                                          <p:spTgt spid="97284"/>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97285"/>
                                        </p:tgtEl>
                                        <p:attrNameLst>
                                          <p:attrName>style.visibility</p:attrName>
                                        </p:attrNameLst>
                                      </p:cBhvr>
                                      <p:to>
                                        <p:strVal val="visible"/>
                                      </p:to>
                                    </p:set>
                                    <p:animEffect transition="in" filter="wipe(left)">
                                      <p:cBhvr>
                                        <p:cTn id="24" dur="500"/>
                                        <p:tgtEl>
                                          <p:spTgt spid="97285"/>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97286"/>
                                        </p:tgtEl>
                                        <p:attrNameLst>
                                          <p:attrName>style.visibility</p:attrName>
                                        </p:attrNameLst>
                                      </p:cBhvr>
                                      <p:to>
                                        <p:strVal val="visible"/>
                                      </p:to>
                                    </p:set>
                                    <p:anim calcmode="lin" valueType="num">
                                      <p:cBhvr additive="base">
                                        <p:cTn id="29" dur="500" fill="hold"/>
                                        <p:tgtEl>
                                          <p:spTgt spid="97286"/>
                                        </p:tgtEl>
                                        <p:attrNameLst>
                                          <p:attrName>ppt_x</p:attrName>
                                        </p:attrNameLst>
                                      </p:cBhvr>
                                      <p:tavLst>
                                        <p:tav tm="0">
                                          <p:val>
                                            <p:strVal val="0-#ppt_w/2"/>
                                          </p:val>
                                        </p:tav>
                                        <p:tav tm="100000">
                                          <p:val>
                                            <p:strVal val="#ppt_x"/>
                                          </p:val>
                                        </p:tav>
                                      </p:tavLst>
                                    </p:anim>
                                    <p:anim calcmode="lin" valueType="num">
                                      <p:cBhvr additive="base">
                                        <p:cTn id="30" dur="500" fill="hold"/>
                                        <p:tgtEl>
                                          <p:spTgt spid="97286"/>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97287"/>
                                        </p:tgtEl>
                                        <p:attrNameLst>
                                          <p:attrName>style.visibility</p:attrName>
                                        </p:attrNameLst>
                                      </p:cBhvr>
                                      <p:to>
                                        <p:strVal val="visible"/>
                                      </p:to>
                                    </p:set>
                                    <p:anim calcmode="lin" valueType="num">
                                      <p:cBhvr additive="base">
                                        <p:cTn id="35" dur="500" fill="hold"/>
                                        <p:tgtEl>
                                          <p:spTgt spid="97287"/>
                                        </p:tgtEl>
                                        <p:attrNameLst>
                                          <p:attrName>ppt_x</p:attrName>
                                        </p:attrNameLst>
                                      </p:cBhvr>
                                      <p:tavLst>
                                        <p:tav tm="0">
                                          <p:val>
                                            <p:strVal val="0-#ppt_w/2"/>
                                          </p:val>
                                        </p:tav>
                                        <p:tav tm="100000">
                                          <p:val>
                                            <p:strVal val="#ppt_x"/>
                                          </p:val>
                                        </p:tav>
                                      </p:tavLst>
                                    </p:anim>
                                    <p:anim calcmode="lin" valueType="num">
                                      <p:cBhvr additive="base">
                                        <p:cTn id="36" dur="500" fill="hold"/>
                                        <p:tgtEl>
                                          <p:spTgt spid="97287"/>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97288"/>
                                        </p:tgtEl>
                                        <p:attrNameLst>
                                          <p:attrName>style.visibility</p:attrName>
                                        </p:attrNameLst>
                                      </p:cBhvr>
                                      <p:to>
                                        <p:strVal val="visible"/>
                                      </p:to>
                                    </p:set>
                                    <p:animEffect transition="in" filter="wipe(left)">
                                      <p:cBhvr>
                                        <p:cTn id="41" dur="500"/>
                                        <p:tgtEl>
                                          <p:spTgt spid="97288"/>
                                        </p:tgtEl>
                                      </p:cBhvr>
                                    </p:animEffect>
                                  </p:childTnLst>
                                </p:cTn>
                              </p:par>
                              <p:par>
                                <p:cTn id="42" presetID="22" presetClass="entr" presetSubtype="8" fill="hold" nodeType="withEffect">
                                  <p:stCondLst>
                                    <p:cond delay="0"/>
                                  </p:stCondLst>
                                  <p:childTnLst>
                                    <p:set>
                                      <p:cBhvr>
                                        <p:cTn id="43" dur="1" fill="hold">
                                          <p:stCondLst>
                                            <p:cond delay="0"/>
                                          </p:stCondLst>
                                        </p:cTn>
                                        <p:tgtEl>
                                          <p:spTgt spid="97289"/>
                                        </p:tgtEl>
                                        <p:attrNameLst>
                                          <p:attrName>style.visibility</p:attrName>
                                        </p:attrNameLst>
                                      </p:cBhvr>
                                      <p:to>
                                        <p:strVal val="visible"/>
                                      </p:to>
                                    </p:set>
                                    <p:animEffect transition="in" filter="wipe(left)">
                                      <p:cBhvr>
                                        <p:cTn id="44" dur="500"/>
                                        <p:tgtEl>
                                          <p:spTgt spid="97289"/>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nodeType="clickEffect">
                                  <p:stCondLst>
                                    <p:cond delay="0"/>
                                  </p:stCondLst>
                                  <p:childTnLst>
                                    <p:set>
                                      <p:cBhvr>
                                        <p:cTn id="48" dur="1" fill="hold">
                                          <p:stCondLst>
                                            <p:cond delay="0"/>
                                          </p:stCondLst>
                                        </p:cTn>
                                        <p:tgtEl>
                                          <p:spTgt spid="97290"/>
                                        </p:tgtEl>
                                        <p:attrNameLst>
                                          <p:attrName>style.visibility</p:attrName>
                                        </p:attrNameLst>
                                      </p:cBhvr>
                                      <p:to>
                                        <p:strVal val="visible"/>
                                      </p:to>
                                    </p:set>
                                    <p:anim calcmode="lin" valueType="num">
                                      <p:cBhvr additive="base">
                                        <p:cTn id="49" dur="500" fill="hold"/>
                                        <p:tgtEl>
                                          <p:spTgt spid="97290"/>
                                        </p:tgtEl>
                                        <p:attrNameLst>
                                          <p:attrName>ppt_x</p:attrName>
                                        </p:attrNameLst>
                                      </p:cBhvr>
                                      <p:tavLst>
                                        <p:tav tm="0">
                                          <p:val>
                                            <p:strVal val="1+#ppt_w/2"/>
                                          </p:val>
                                        </p:tav>
                                        <p:tav tm="100000">
                                          <p:val>
                                            <p:strVal val="#ppt_x"/>
                                          </p:val>
                                        </p:tav>
                                      </p:tavLst>
                                    </p:anim>
                                    <p:anim calcmode="lin" valueType="num">
                                      <p:cBhvr additive="base">
                                        <p:cTn id="50" dur="500" fill="hold"/>
                                        <p:tgtEl>
                                          <p:spTgt spid="97290"/>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nodeType="clickEffect">
                                  <p:stCondLst>
                                    <p:cond delay="0"/>
                                  </p:stCondLst>
                                  <p:childTnLst>
                                    <p:set>
                                      <p:cBhvr>
                                        <p:cTn id="54" dur="1" fill="hold">
                                          <p:stCondLst>
                                            <p:cond delay="0"/>
                                          </p:stCondLst>
                                        </p:cTn>
                                        <p:tgtEl>
                                          <p:spTgt spid="97291"/>
                                        </p:tgtEl>
                                        <p:attrNameLst>
                                          <p:attrName>style.visibility</p:attrName>
                                        </p:attrNameLst>
                                      </p:cBhvr>
                                      <p:to>
                                        <p:strVal val="visible"/>
                                      </p:to>
                                    </p:set>
                                    <p:anim calcmode="lin" valueType="num">
                                      <p:cBhvr additive="base">
                                        <p:cTn id="55" dur="500" fill="hold"/>
                                        <p:tgtEl>
                                          <p:spTgt spid="97291"/>
                                        </p:tgtEl>
                                        <p:attrNameLst>
                                          <p:attrName>ppt_x</p:attrName>
                                        </p:attrNameLst>
                                      </p:cBhvr>
                                      <p:tavLst>
                                        <p:tav tm="0">
                                          <p:val>
                                            <p:strVal val="1+#ppt_w/2"/>
                                          </p:val>
                                        </p:tav>
                                        <p:tav tm="100000">
                                          <p:val>
                                            <p:strVal val="#ppt_x"/>
                                          </p:val>
                                        </p:tav>
                                      </p:tavLst>
                                    </p:anim>
                                    <p:anim calcmode="lin" valueType="num">
                                      <p:cBhvr additive="base">
                                        <p:cTn id="56" dur="500" fill="hold"/>
                                        <p:tgtEl>
                                          <p:spTgt spid="97291"/>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97292"/>
                                        </p:tgtEl>
                                        <p:attrNameLst>
                                          <p:attrName>style.visibility</p:attrName>
                                        </p:attrNameLst>
                                      </p:cBhvr>
                                      <p:to>
                                        <p:strVal val="visible"/>
                                      </p:to>
                                    </p:set>
                                    <p:anim calcmode="lin" valueType="num">
                                      <p:cBhvr additive="base">
                                        <p:cTn id="61" dur="500" fill="hold"/>
                                        <p:tgtEl>
                                          <p:spTgt spid="97292"/>
                                        </p:tgtEl>
                                        <p:attrNameLst>
                                          <p:attrName>ppt_x</p:attrName>
                                        </p:attrNameLst>
                                      </p:cBhvr>
                                      <p:tavLst>
                                        <p:tav tm="0">
                                          <p:val>
                                            <p:strVal val="0-#ppt_w/2"/>
                                          </p:val>
                                        </p:tav>
                                        <p:tav tm="100000">
                                          <p:val>
                                            <p:strVal val="#ppt_x"/>
                                          </p:val>
                                        </p:tav>
                                      </p:tavLst>
                                    </p:anim>
                                    <p:anim calcmode="lin" valueType="num">
                                      <p:cBhvr additive="base">
                                        <p:cTn id="62" dur="500" fill="hold"/>
                                        <p:tgtEl>
                                          <p:spTgt spid="97292"/>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97293"/>
                                        </p:tgtEl>
                                        <p:attrNameLst>
                                          <p:attrName>style.visibility</p:attrName>
                                        </p:attrNameLst>
                                      </p:cBhvr>
                                      <p:to>
                                        <p:strVal val="visible"/>
                                      </p:to>
                                    </p:set>
                                    <p:anim calcmode="lin" valueType="num">
                                      <p:cBhvr additive="base">
                                        <p:cTn id="67" dur="500" fill="hold"/>
                                        <p:tgtEl>
                                          <p:spTgt spid="97293"/>
                                        </p:tgtEl>
                                        <p:attrNameLst>
                                          <p:attrName>ppt_x</p:attrName>
                                        </p:attrNameLst>
                                      </p:cBhvr>
                                      <p:tavLst>
                                        <p:tav tm="0">
                                          <p:val>
                                            <p:strVal val="#ppt_x"/>
                                          </p:val>
                                        </p:tav>
                                        <p:tav tm="100000">
                                          <p:val>
                                            <p:strVal val="#ppt_x"/>
                                          </p:val>
                                        </p:tav>
                                      </p:tavLst>
                                    </p:anim>
                                    <p:anim calcmode="lin" valueType="num">
                                      <p:cBhvr additive="base">
                                        <p:cTn id="68" dur="500" fill="hold"/>
                                        <p:tgtEl>
                                          <p:spTgt spid="97293"/>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97294"/>
                                        </p:tgtEl>
                                        <p:attrNameLst>
                                          <p:attrName>style.visibility</p:attrName>
                                        </p:attrNameLst>
                                      </p:cBhvr>
                                      <p:to>
                                        <p:strVal val="visible"/>
                                      </p:to>
                                    </p:set>
                                    <p:anim calcmode="lin" valueType="num">
                                      <p:cBhvr additive="base">
                                        <p:cTn id="73" dur="500" fill="hold"/>
                                        <p:tgtEl>
                                          <p:spTgt spid="97294"/>
                                        </p:tgtEl>
                                        <p:attrNameLst>
                                          <p:attrName>ppt_x</p:attrName>
                                        </p:attrNameLst>
                                      </p:cBhvr>
                                      <p:tavLst>
                                        <p:tav tm="0">
                                          <p:val>
                                            <p:strVal val="#ppt_x"/>
                                          </p:val>
                                        </p:tav>
                                        <p:tav tm="100000">
                                          <p:val>
                                            <p:strVal val="#ppt_x"/>
                                          </p:val>
                                        </p:tav>
                                      </p:tavLst>
                                    </p:anim>
                                    <p:anim calcmode="lin" valueType="num">
                                      <p:cBhvr additive="base">
                                        <p:cTn id="74" dur="500" fill="hold"/>
                                        <p:tgtEl>
                                          <p:spTgt spid="97294"/>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97295"/>
                                        </p:tgtEl>
                                        <p:attrNameLst>
                                          <p:attrName>style.visibility</p:attrName>
                                        </p:attrNameLst>
                                      </p:cBhvr>
                                      <p:to>
                                        <p:strVal val="visible"/>
                                      </p:to>
                                    </p:set>
                                    <p:anim calcmode="lin" valueType="num">
                                      <p:cBhvr additive="base">
                                        <p:cTn id="79" dur="500" fill="hold"/>
                                        <p:tgtEl>
                                          <p:spTgt spid="97295"/>
                                        </p:tgtEl>
                                        <p:attrNameLst>
                                          <p:attrName>ppt_x</p:attrName>
                                        </p:attrNameLst>
                                      </p:cBhvr>
                                      <p:tavLst>
                                        <p:tav tm="0">
                                          <p:val>
                                            <p:strVal val="#ppt_x"/>
                                          </p:val>
                                        </p:tav>
                                        <p:tav tm="100000">
                                          <p:val>
                                            <p:strVal val="#ppt_x"/>
                                          </p:val>
                                        </p:tav>
                                      </p:tavLst>
                                    </p:anim>
                                    <p:anim calcmode="lin" valueType="num">
                                      <p:cBhvr additive="base">
                                        <p:cTn id="80" dur="500" fill="hold"/>
                                        <p:tgtEl>
                                          <p:spTgt spid="97295"/>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97296"/>
                                        </p:tgtEl>
                                        <p:attrNameLst>
                                          <p:attrName>style.visibility</p:attrName>
                                        </p:attrNameLst>
                                      </p:cBhvr>
                                      <p:to>
                                        <p:strVal val="visible"/>
                                      </p:to>
                                    </p:set>
                                    <p:anim calcmode="lin" valueType="num">
                                      <p:cBhvr additive="base">
                                        <p:cTn id="85" dur="500" fill="hold"/>
                                        <p:tgtEl>
                                          <p:spTgt spid="97296"/>
                                        </p:tgtEl>
                                        <p:attrNameLst>
                                          <p:attrName>ppt_x</p:attrName>
                                        </p:attrNameLst>
                                      </p:cBhvr>
                                      <p:tavLst>
                                        <p:tav tm="0">
                                          <p:val>
                                            <p:strVal val="#ppt_x"/>
                                          </p:val>
                                        </p:tav>
                                        <p:tav tm="100000">
                                          <p:val>
                                            <p:strVal val="#ppt_x"/>
                                          </p:val>
                                        </p:tav>
                                      </p:tavLst>
                                    </p:anim>
                                    <p:anim calcmode="lin" valueType="num">
                                      <p:cBhvr additive="base">
                                        <p:cTn id="86" dur="500" fill="hold"/>
                                        <p:tgtEl>
                                          <p:spTgt spid="97296"/>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97297"/>
                                        </p:tgtEl>
                                        <p:attrNameLst>
                                          <p:attrName>style.visibility</p:attrName>
                                        </p:attrNameLst>
                                      </p:cBhvr>
                                      <p:to>
                                        <p:strVal val="visible"/>
                                      </p:to>
                                    </p:set>
                                    <p:anim calcmode="lin" valueType="num">
                                      <p:cBhvr additive="base">
                                        <p:cTn id="91" dur="500" fill="hold"/>
                                        <p:tgtEl>
                                          <p:spTgt spid="97297"/>
                                        </p:tgtEl>
                                        <p:attrNameLst>
                                          <p:attrName>ppt_x</p:attrName>
                                        </p:attrNameLst>
                                      </p:cBhvr>
                                      <p:tavLst>
                                        <p:tav tm="0">
                                          <p:val>
                                            <p:strVal val="#ppt_x"/>
                                          </p:val>
                                        </p:tav>
                                        <p:tav tm="100000">
                                          <p:val>
                                            <p:strVal val="#ppt_x"/>
                                          </p:val>
                                        </p:tav>
                                      </p:tavLst>
                                    </p:anim>
                                    <p:anim calcmode="lin" valueType="num">
                                      <p:cBhvr additive="base">
                                        <p:cTn id="92" dur="500" fill="hold"/>
                                        <p:tgtEl>
                                          <p:spTgt spid="97297"/>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97298"/>
                                        </p:tgtEl>
                                        <p:attrNameLst>
                                          <p:attrName>style.visibility</p:attrName>
                                        </p:attrNameLst>
                                      </p:cBhvr>
                                      <p:to>
                                        <p:strVal val="visible"/>
                                      </p:to>
                                    </p:set>
                                    <p:animEffect transition="in" filter="blinds(horizontal)">
                                      <p:cBhvr>
                                        <p:cTn id="97" dur="500"/>
                                        <p:tgtEl>
                                          <p:spTgt spid="97298"/>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nodeType="clickEffect">
                                  <p:stCondLst>
                                    <p:cond delay="0"/>
                                  </p:stCondLst>
                                  <p:childTnLst>
                                    <p:set>
                                      <p:cBhvr>
                                        <p:cTn id="101" dur="1" fill="hold">
                                          <p:stCondLst>
                                            <p:cond delay="0"/>
                                          </p:stCondLst>
                                        </p:cTn>
                                        <p:tgtEl>
                                          <p:spTgt spid="97299"/>
                                        </p:tgtEl>
                                        <p:attrNameLst>
                                          <p:attrName>style.visibility</p:attrName>
                                        </p:attrNameLst>
                                      </p:cBhvr>
                                      <p:to>
                                        <p:strVal val="visible"/>
                                      </p:to>
                                    </p:set>
                                    <p:animEffect transition="in" filter="blinds(horizontal)">
                                      <p:cBhvr>
                                        <p:cTn id="102" dur="500"/>
                                        <p:tgtEl>
                                          <p:spTgt spid="97299"/>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97300"/>
                                        </p:tgtEl>
                                        <p:attrNameLst>
                                          <p:attrName>style.visibility</p:attrName>
                                        </p:attrNameLst>
                                      </p:cBhvr>
                                      <p:to>
                                        <p:strVal val="visible"/>
                                      </p:to>
                                    </p:set>
                                    <p:animEffect transition="in" filter="wipe(left)">
                                      <p:cBhvr>
                                        <p:cTn id="107" dur="500"/>
                                        <p:tgtEl>
                                          <p:spTgt spid="97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2" grpId="0"/>
      <p:bldP spid="97285" grpId="0"/>
      <p:bldP spid="97288" grpId="0"/>
      <p:bldP spid="97300"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580063" y="3052763"/>
            <a:ext cx="1441450" cy="736600"/>
            <a:chOff x="2381" y="698"/>
            <a:chExt cx="908" cy="464"/>
          </a:xfrm>
        </p:grpSpPr>
        <p:grpSp>
          <p:nvGrpSpPr>
            <p:cNvPr id="38986" name="Group 3"/>
            <p:cNvGrpSpPr>
              <a:grpSpLocks/>
            </p:cNvGrpSpPr>
            <p:nvPr/>
          </p:nvGrpSpPr>
          <p:grpSpPr bwMode="auto">
            <a:xfrm>
              <a:off x="2381" y="845"/>
              <a:ext cx="908" cy="317"/>
              <a:chOff x="2472" y="1008"/>
              <a:chExt cx="726" cy="284"/>
            </a:xfrm>
          </p:grpSpPr>
          <p:sp>
            <p:nvSpPr>
              <p:cNvPr id="38987" name="Freeform 4" descr="再生纸"/>
              <p:cNvSpPr>
                <a:spLocks/>
              </p:cNvSpPr>
              <p:nvPr/>
            </p:nvSpPr>
            <p:spPr bwMode="auto">
              <a:xfrm flipH="1">
                <a:off x="2965" y="1008"/>
                <a:ext cx="233" cy="225"/>
              </a:xfrm>
              <a:custGeom>
                <a:avLst/>
                <a:gdLst>
                  <a:gd name="T0" fmla="*/ 85 w 635"/>
                  <a:gd name="T1" fmla="*/ 0 h 544"/>
                  <a:gd name="T2" fmla="*/ 61 w 635"/>
                  <a:gd name="T3" fmla="*/ 0 h 544"/>
                  <a:gd name="T4" fmla="*/ 37 w 635"/>
                  <a:gd name="T5" fmla="*/ 47 h 544"/>
                  <a:gd name="T6" fmla="*/ 0 w 635"/>
                  <a:gd name="T7" fmla="*/ 47 h 544"/>
                  <a:gd name="T8" fmla="*/ 0 w 635"/>
                  <a:gd name="T9" fmla="*/ 93 h 544"/>
                  <a:gd name="T10" fmla="*/ 85 w 635"/>
                  <a:gd name="T11" fmla="*/ 93 h 544"/>
                  <a:gd name="T12" fmla="*/ 85 w 635"/>
                  <a:gd name="T13" fmla="*/ 0 h 544"/>
                  <a:gd name="T14" fmla="*/ 0 60000 65536"/>
                  <a:gd name="T15" fmla="*/ 0 60000 65536"/>
                  <a:gd name="T16" fmla="*/ 0 60000 65536"/>
                  <a:gd name="T17" fmla="*/ 0 60000 65536"/>
                  <a:gd name="T18" fmla="*/ 0 60000 65536"/>
                  <a:gd name="T19" fmla="*/ 0 60000 65536"/>
                  <a:gd name="T20" fmla="*/ 0 60000 65536"/>
                  <a:gd name="T21" fmla="*/ 0 w 635"/>
                  <a:gd name="T22" fmla="*/ 0 h 544"/>
                  <a:gd name="T23" fmla="*/ 635 w 635"/>
                  <a:gd name="T24" fmla="*/ 544 h 5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35" h="544">
                    <a:moveTo>
                      <a:pt x="635" y="0"/>
                    </a:moveTo>
                    <a:lnTo>
                      <a:pt x="453" y="0"/>
                    </a:lnTo>
                    <a:lnTo>
                      <a:pt x="272" y="272"/>
                    </a:lnTo>
                    <a:lnTo>
                      <a:pt x="0" y="272"/>
                    </a:lnTo>
                    <a:lnTo>
                      <a:pt x="0" y="544"/>
                    </a:lnTo>
                    <a:lnTo>
                      <a:pt x="635" y="544"/>
                    </a:lnTo>
                    <a:lnTo>
                      <a:pt x="635" y="0"/>
                    </a:lnTo>
                    <a:close/>
                  </a:path>
                </a:pathLst>
              </a:custGeom>
              <a:blipFill dpi="0" rotWithShape="1">
                <a:blip r:embed="rId3"/>
                <a:srcRect/>
                <a:tile tx="0" ty="0" sx="100000" sy="100000" flip="none" algn="tl"/>
              </a:blipFill>
              <a:ln w="9525">
                <a:solidFill>
                  <a:schemeClr val="tx1"/>
                </a:solidFill>
                <a:round/>
                <a:headEnd/>
                <a:tailEnd/>
              </a:ln>
            </p:spPr>
            <p:txBody>
              <a:bodyPr/>
              <a:lstStyle/>
              <a:p>
                <a:endParaRPr lang="zh-CN" altLang="en-US"/>
              </a:p>
            </p:txBody>
          </p:sp>
          <p:sp>
            <p:nvSpPr>
              <p:cNvPr id="38988" name="Rectangle 5" descr="信纸"/>
              <p:cNvSpPr>
                <a:spLocks noChangeArrowheads="1"/>
              </p:cNvSpPr>
              <p:nvPr/>
            </p:nvSpPr>
            <p:spPr bwMode="auto">
              <a:xfrm flipH="1">
                <a:off x="2472" y="1162"/>
                <a:ext cx="493" cy="71"/>
              </a:xfrm>
              <a:prstGeom prst="rect">
                <a:avLst/>
              </a:prstGeom>
              <a:blipFill dpi="0" rotWithShape="1">
                <a:blip r:embed="rId4"/>
                <a:srcRect/>
                <a:tile tx="0" ty="0" sx="100000" sy="100000" flip="none" algn="tl"/>
              </a:blipFill>
              <a:ln w="9525">
                <a:solidFill>
                  <a:srgbClr val="006666"/>
                </a:solidFill>
                <a:miter lim="800000"/>
                <a:headEnd/>
                <a:tailEnd/>
              </a:ln>
            </p:spPr>
            <p:txBody>
              <a:bodyPr wrap="none" anchor="ctr"/>
              <a:lstStyle/>
              <a:p>
                <a:pPr algn="ctr"/>
                <a:endParaRPr kumimoji="1" lang="zh-CN" altLang="en-US" sz="2400" b="0">
                  <a:latin typeface="宋体" pitchFamily="2" charset="-122"/>
                </a:endParaRPr>
              </a:p>
            </p:txBody>
          </p:sp>
          <p:grpSp>
            <p:nvGrpSpPr>
              <p:cNvPr id="38989" name="Group 6"/>
              <p:cNvGrpSpPr>
                <a:grpSpLocks/>
              </p:cNvGrpSpPr>
              <p:nvPr/>
            </p:nvGrpSpPr>
            <p:grpSpPr bwMode="auto">
              <a:xfrm flipH="1">
                <a:off x="2947" y="1014"/>
                <a:ext cx="246" cy="278"/>
                <a:chOff x="3552" y="1392"/>
                <a:chExt cx="672" cy="672"/>
              </a:xfrm>
            </p:grpSpPr>
            <p:sp>
              <p:nvSpPr>
                <p:cNvPr id="38991" name="Line 7"/>
                <p:cNvSpPr>
                  <a:spLocks noChangeShapeType="1"/>
                </p:cNvSpPr>
                <p:nvPr/>
              </p:nvSpPr>
              <p:spPr bwMode="auto">
                <a:xfrm>
                  <a:off x="3984" y="1392"/>
                  <a:ext cx="192" cy="0"/>
                </a:xfrm>
                <a:prstGeom prst="line">
                  <a:avLst/>
                </a:prstGeom>
                <a:noFill/>
                <a:ln w="9525">
                  <a:solidFill>
                    <a:srgbClr val="006666"/>
                  </a:solidFill>
                  <a:round/>
                  <a:headEnd/>
                  <a:tailEnd/>
                </a:ln>
              </p:spPr>
              <p:txBody>
                <a:bodyPr wrap="none" anchor="ctr"/>
                <a:lstStyle/>
                <a:p>
                  <a:endParaRPr lang="zh-CN" altLang="en-US"/>
                </a:p>
              </p:txBody>
            </p:sp>
            <p:sp>
              <p:nvSpPr>
                <p:cNvPr id="38992" name="Line 8"/>
                <p:cNvSpPr>
                  <a:spLocks noChangeShapeType="1"/>
                </p:cNvSpPr>
                <p:nvPr/>
              </p:nvSpPr>
              <p:spPr bwMode="auto">
                <a:xfrm flipH="1">
                  <a:off x="3840" y="1392"/>
                  <a:ext cx="144" cy="240"/>
                </a:xfrm>
                <a:prstGeom prst="line">
                  <a:avLst/>
                </a:prstGeom>
                <a:noFill/>
                <a:ln w="9525">
                  <a:solidFill>
                    <a:srgbClr val="006666"/>
                  </a:solidFill>
                  <a:round/>
                  <a:headEnd/>
                  <a:tailEnd/>
                </a:ln>
              </p:spPr>
              <p:txBody>
                <a:bodyPr wrap="none" anchor="ctr"/>
                <a:lstStyle/>
                <a:p>
                  <a:endParaRPr lang="zh-CN" altLang="en-US"/>
                </a:p>
              </p:txBody>
            </p:sp>
            <p:sp>
              <p:nvSpPr>
                <p:cNvPr id="38993" name="Line 9"/>
                <p:cNvSpPr>
                  <a:spLocks noChangeShapeType="1"/>
                </p:cNvSpPr>
                <p:nvPr/>
              </p:nvSpPr>
              <p:spPr bwMode="auto">
                <a:xfrm>
                  <a:off x="3552" y="1632"/>
                  <a:ext cx="288" cy="0"/>
                </a:xfrm>
                <a:prstGeom prst="line">
                  <a:avLst/>
                </a:prstGeom>
                <a:noFill/>
                <a:ln w="9525">
                  <a:solidFill>
                    <a:srgbClr val="006666"/>
                  </a:solidFill>
                  <a:round/>
                  <a:headEnd/>
                  <a:tailEnd/>
                </a:ln>
              </p:spPr>
              <p:txBody>
                <a:bodyPr wrap="none" anchor="ctr"/>
                <a:lstStyle/>
                <a:p>
                  <a:endParaRPr lang="zh-CN" altLang="en-US"/>
                </a:p>
              </p:txBody>
            </p:sp>
            <p:sp>
              <p:nvSpPr>
                <p:cNvPr id="38994" name="Line 10"/>
                <p:cNvSpPr>
                  <a:spLocks noChangeShapeType="1"/>
                </p:cNvSpPr>
                <p:nvPr/>
              </p:nvSpPr>
              <p:spPr bwMode="auto">
                <a:xfrm>
                  <a:off x="3552" y="1632"/>
                  <a:ext cx="0" cy="288"/>
                </a:xfrm>
                <a:prstGeom prst="line">
                  <a:avLst/>
                </a:prstGeom>
                <a:noFill/>
                <a:ln w="9525">
                  <a:solidFill>
                    <a:srgbClr val="006666"/>
                  </a:solidFill>
                  <a:round/>
                  <a:headEnd/>
                  <a:tailEnd/>
                </a:ln>
              </p:spPr>
              <p:txBody>
                <a:bodyPr wrap="none" anchor="ctr"/>
                <a:lstStyle/>
                <a:p>
                  <a:endParaRPr lang="zh-CN" altLang="en-US"/>
                </a:p>
              </p:txBody>
            </p:sp>
            <p:sp>
              <p:nvSpPr>
                <p:cNvPr id="38995" name="Line 11"/>
                <p:cNvSpPr>
                  <a:spLocks noChangeShapeType="1"/>
                </p:cNvSpPr>
                <p:nvPr/>
              </p:nvSpPr>
              <p:spPr bwMode="auto">
                <a:xfrm>
                  <a:off x="3552" y="1920"/>
                  <a:ext cx="672" cy="0"/>
                </a:xfrm>
                <a:prstGeom prst="line">
                  <a:avLst/>
                </a:prstGeom>
                <a:noFill/>
                <a:ln w="9525">
                  <a:solidFill>
                    <a:srgbClr val="006666"/>
                  </a:solidFill>
                  <a:round/>
                  <a:headEnd/>
                  <a:tailEnd/>
                </a:ln>
              </p:spPr>
              <p:txBody>
                <a:bodyPr wrap="none" anchor="ctr"/>
                <a:lstStyle/>
                <a:p>
                  <a:endParaRPr lang="zh-CN" altLang="en-US"/>
                </a:p>
              </p:txBody>
            </p:sp>
            <p:sp>
              <p:nvSpPr>
                <p:cNvPr id="38996" name="Rectangle 12"/>
                <p:cNvSpPr>
                  <a:spLocks noChangeArrowheads="1"/>
                </p:cNvSpPr>
                <p:nvPr/>
              </p:nvSpPr>
              <p:spPr bwMode="auto">
                <a:xfrm>
                  <a:off x="3984" y="1488"/>
                  <a:ext cx="144" cy="144"/>
                </a:xfrm>
                <a:prstGeom prst="rect">
                  <a:avLst/>
                </a:prstGeom>
                <a:solidFill>
                  <a:srgbClr val="66CCFF"/>
                </a:solidFill>
                <a:ln w="9525">
                  <a:solidFill>
                    <a:srgbClr val="006666"/>
                  </a:solidFill>
                  <a:miter lim="800000"/>
                  <a:headEnd/>
                  <a:tailEnd/>
                </a:ln>
              </p:spPr>
              <p:txBody>
                <a:bodyPr wrap="none" anchor="ctr"/>
                <a:lstStyle/>
                <a:p>
                  <a:endParaRPr lang="zh-CN" altLang="en-US"/>
                </a:p>
              </p:txBody>
            </p:sp>
            <p:sp>
              <p:nvSpPr>
                <p:cNvPr id="38997" name="Oval 13"/>
                <p:cNvSpPr>
                  <a:spLocks noChangeArrowheads="1"/>
                </p:cNvSpPr>
                <p:nvPr/>
              </p:nvSpPr>
              <p:spPr bwMode="auto">
                <a:xfrm>
                  <a:off x="3792" y="1824"/>
                  <a:ext cx="240" cy="240"/>
                </a:xfrm>
                <a:prstGeom prst="ellipse">
                  <a:avLst/>
                </a:prstGeom>
                <a:gradFill rotWithShape="1">
                  <a:gsLst>
                    <a:gs pos="0">
                      <a:srgbClr val="FFFF99"/>
                    </a:gs>
                    <a:gs pos="100000">
                      <a:srgbClr val="4D4D4D"/>
                    </a:gs>
                  </a:gsLst>
                  <a:path path="shape">
                    <a:fillToRect l="50000" t="50000" r="50000" b="50000"/>
                  </a:path>
                </a:gradFill>
                <a:ln w="9525">
                  <a:solidFill>
                    <a:srgbClr val="006666"/>
                  </a:solidFill>
                  <a:round/>
                  <a:headEnd/>
                  <a:tailEnd/>
                </a:ln>
              </p:spPr>
              <p:txBody>
                <a:bodyPr wrap="none" anchor="ctr"/>
                <a:lstStyle/>
                <a:p>
                  <a:endParaRPr lang="zh-CN" altLang="en-US"/>
                </a:p>
              </p:txBody>
            </p:sp>
          </p:grpSp>
          <p:sp>
            <p:nvSpPr>
              <p:cNvPr id="38990" name="Oval 14"/>
              <p:cNvSpPr>
                <a:spLocks noChangeArrowheads="1"/>
              </p:cNvSpPr>
              <p:nvPr/>
            </p:nvSpPr>
            <p:spPr bwMode="auto">
              <a:xfrm flipH="1">
                <a:off x="2648" y="1193"/>
                <a:ext cx="88" cy="99"/>
              </a:xfrm>
              <a:prstGeom prst="ellipse">
                <a:avLst/>
              </a:prstGeom>
              <a:gradFill rotWithShape="1">
                <a:gsLst>
                  <a:gs pos="0">
                    <a:srgbClr val="FFFF99"/>
                  </a:gs>
                  <a:gs pos="100000">
                    <a:srgbClr val="4D4D4D"/>
                  </a:gs>
                </a:gsLst>
                <a:path path="shape">
                  <a:fillToRect l="50000" t="50000" r="50000" b="50000"/>
                </a:path>
              </a:gradFill>
              <a:ln w="9525">
                <a:solidFill>
                  <a:schemeClr val="tx1"/>
                </a:solidFill>
                <a:round/>
                <a:headEnd/>
                <a:tailEnd/>
              </a:ln>
            </p:spPr>
            <p:txBody>
              <a:bodyPr wrap="none" anchor="ctr"/>
              <a:lstStyle/>
              <a:p>
                <a:endParaRPr lang="zh-CN" altLang="en-US"/>
              </a:p>
            </p:txBody>
          </p:sp>
        </p:grpSp>
        <p:graphicFrame>
          <p:nvGraphicFramePr>
            <p:cNvPr id="38939" name="Object 15"/>
            <p:cNvGraphicFramePr>
              <a:graphicFrameLocks noChangeAspect="1"/>
            </p:cNvGraphicFramePr>
            <p:nvPr/>
          </p:nvGraphicFramePr>
          <p:xfrm>
            <a:off x="2472" y="698"/>
            <a:ext cx="224" cy="328"/>
          </p:xfrm>
          <a:graphic>
            <a:graphicData uri="http://schemas.openxmlformats.org/presentationml/2006/ole">
              <p:oleObj spid="_x0000_s38939" name="剪辑" r:id="rId5" imgW="1996560" imgH="2302920" progId="MS_ClipArt_Gallery.2">
                <p:embed/>
              </p:oleObj>
            </a:graphicData>
          </a:graphic>
        </p:graphicFrame>
      </p:grpSp>
      <p:grpSp>
        <p:nvGrpSpPr>
          <p:cNvPr id="5" name="Group 16"/>
          <p:cNvGrpSpPr>
            <a:grpSpLocks/>
          </p:cNvGrpSpPr>
          <p:nvPr/>
        </p:nvGrpSpPr>
        <p:grpSpPr bwMode="auto">
          <a:xfrm>
            <a:off x="5580063" y="3068638"/>
            <a:ext cx="1441450" cy="736600"/>
            <a:chOff x="2381" y="698"/>
            <a:chExt cx="908" cy="464"/>
          </a:xfrm>
        </p:grpSpPr>
        <p:grpSp>
          <p:nvGrpSpPr>
            <p:cNvPr id="38974" name="Group 17"/>
            <p:cNvGrpSpPr>
              <a:grpSpLocks/>
            </p:cNvGrpSpPr>
            <p:nvPr/>
          </p:nvGrpSpPr>
          <p:grpSpPr bwMode="auto">
            <a:xfrm>
              <a:off x="2381" y="845"/>
              <a:ext cx="908" cy="317"/>
              <a:chOff x="2472" y="1008"/>
              <a:chExt cx="726" cy="284"/>
            </a:xfrm>
          </p:grpSpPr>
          <p:sp>
            <p:nvSpPr>
              <p:cNvPr id="38975" name="Freeform 18" descr="再生纸"/>
              <p:cNvSpPr>
                <a:spLocks/>
              </p:cNvSpPr>
              <p:nvPr/>
            </p:nvSpPr>
            <p:spPr bwMode="auto">
              <a:xfrm flipH="1">
                <a:off x="2965" y="1008"/>
                <a:ext cx="233" cy="225"/>
              </a:xfrm>
              <a:custGeom>
                <a:avLst/>
                <a:gdLst>
                  <a:gd name="T0" fmla="*/ 85 w 635"/>
                  <a:gd name="T1" fmla="*/ 0 h 544"/>
                  <a:gd name="T2" fmla="*/ 61 w 635"/>
                  <a:gd name="T3" fmla="*/ 0 h 544"/>
                  <a:gd name="T4" fmla="*/ 37 w 635"/>
                  <a:gd name="T5" fmla="*/ 47 h 544"/>
                  <a:gd name="T6" fmla="*/ 0 w 635"/>
                  <a:gd name="T7" fmla="*/ 47 h 544"/>
                  <a:gd name="T8" fmla="*/ 0 w 635"/>
                  <a:gd name="T9" fmla="*/ 93 h 544"/>
                  <a:gd name="T10" fmla="*/ 85 w 635"/>
                  <a:gd name="T11" fmla="*/ 93 h 544"/>
                  <a:gd name="T12" fmla="*/ 85 w 635"/>
                  <a:gd name="T13" fmla="*/ 0 h 544"/>
                  <a:gd name="T14" fmla="*/ 0 60000 65536"/>
                  <a:gd name="T15" fmla="*/ 0 60000 65536"/>
                  <a:gd name="T16" fmla="*/ 0 60000 65536"/>
                  <a:gd name="T17" fmla="*/ 0 60000 65536"/>
                  <a:gd name="T18" fmla="*/ 0 60000 65536"/>
                  <a:gd name="T19" fmla="*/ 0 60000 65536"/>
                  <a:gd name="T20" fmla="*/ 0 60000 65536"/>
                  <a:gd name="T21" fmla="*/ 0 w 635"/>
                  <a:gd name="T22" fmla="*/ 0 h 544"/>
                  <a:gd name="T23" fmla="*/ 635 w 635"/>
                  <a:gd name="T24" fmla="*/ 544 h 5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35" h="544">
                    <a:moveTo>
                      <a:pt x="635" y="0"/>
                    </a:moveTo>
                    <a:lnTo>
                      <a:pt x="453" y="0"/>
                    </a:lnTo>
                    <a:lnTo>
                      <a:pt x="272" y="272"/>
                    </a:lnTo>
                    <a:lnTo>
                      <a:pt x="0" y="272"/>
                    </a:lnTo>
                    <a:lnTo>
                      <a:pt x="0" y="544"/>
                    </a:lnTo>
                    <a:lnTo>
                      <a:pt x="635" y="544"/>
                    </a:lnTo>
                    <a:lnTo>
                      <a:pt x="635" y="0"/>
                    </a:lnTo>
                    <a:close/>
                  </a:path>
                </a:pathLst>
              </a:custGeom>
              <a:blipFill dpi="0" rotWithShape="1">
                <a:blip r:embed="rId3"/>
                <a:srcRect/>
                <a:tile tx="0" ty="0" sx="100000" sy="100000" flip="none" algn="tl"/>
              </a:blipFill>
              <a:ln w="9525">
                <a:solidFill>
                  <a:schemeClr val="tx1"/>
                </a:solidFill>
                <a:round/>
                <a:headEnd/>
                <a:tailEnd/>
              </a:ln>
            </p:spPr>
            <p:txBody>
              <a:bodyPr/>
              <a:lstStyle/>
              <a:p>
                <a:endParaRPr lang="zh-CN" altLang="en-US"/>
              </a:p>
            </p:txBody>
          </p:sp>
          <p:sp>
            <p:nvSpPr>
              <p:cNvPr id="38976" name="Rectangle 19" descr="信纸"/>
              <p:cNvSpPr>
                <a:spLocks noChangeArrowheads="1"/>
              </p:cNvSpPr>
              <p:nvPr/>
            </p:nvSpPr>
            <p:spPr bwMode="auto">
              <a:xfrm flipH="1">
                <a:off x="2472" y="1162"/>
                <a:ext cx="493" cy="71"/>
              </a:xfrm>
              <a:prstGeom prst="rect">
                <a:avLst/>
              </a:prstGeom>
              <a:blipFill dpi="0" rotWithShape="1">
                <a:blip r:embed="rId4"/>
                <a:srcRect/>
                <a:tile tx="0" ty="0" sx="100000" sy="100000" flip="none" algn="tl"/>
              </a:blipFill>
              <a:ln w="9525">
                <a:solidFill>
                  <a:srgbClr val="006666"/>
                </a:solidFill>
                <a:miter lim="800000"/>
                <a:headEnd/>
                <a:tailEnd/>
              </a:ln>
            </p:spPr>
            <p:txBody>
              <a:bodyPr wrap="none" anchor="ctr"/>
              <a:lstStyle/>
              <a:p>
                <a:pPr algn="ctr"/>
                <a:endParaRPr kumimoji="1" lang="zh-CN" altLang="en-US" sz="2400" b="0">
                  <a:latin typeface="宋体" pitchFamily="2" charset="-122"/>
                </a:endParaRPr>
              </a:p>
            </p:txBody>
          </p:sp>
          <p:grpSp>
            <p:nvGrpSpPr>
              <p:cNvPr id="38977" name="Group 20"/>
              <p:cNvGrpSpPr>
                <a:grpSpLocks/>
              </p:cNvGrpSpPr>
              <p:nvPr/>
            </p:nvGrpSpPr>
            <p:grpSpPr bwMode="auto">
              <a:xfrm flipH="1">
                <a:off x="2947" y="1014"/>
                <a:ext cx="246" cy="278"/>
                <a:chOff x="3552" y="1392"/>
                <a:chExt cx="672" cy="672"/>
              </a:xfrm>
            </p:grpSpPr>
            <p:sp>
              <p:nvSpPr>
                <p:cNvPr id="38979" name="Line 21"/>
                <p:cNvSpPr>
                  <a:spLocks noChangeShapeType="1"/>
                </p:cNvSpPr>
                <p:nvPr/>
              </p:nvSpPr>
              <p:spPr bwMode="auto">
                <a:xfrm>
                  <a:off x="3984" y="1392"/>
                  <a:ext cx="192" cy="0"/>
                </a:xfrm>
                <a:prstGeom prst="line">
                  <a:avLst/>
                </a:prstGeom>
                <a:noFill/>
                <a:ln w="9525">
                  <a:solidFill>
                    <a:srgbClr val="006666"/>
                  </a:solidFill>
                  <a:round/>
                  <a:headEnd/>
                  <a:tailEnd/>
                </a:ln>
              </p:spPr>
              <p:txBody>
                <a:bodyPr wrap="none" anchor="ctr"/>
                <a:lstStyle/>
                <a:p>
                  <a:endParaRPr lang="zh-CN" altLang="en-US"/>
                </a:p>
              </p:txBody>
            </p:sp>
            <p:sp>
              <p:nvSpPr>
                <p:cNvPr id="38980" name="Line 22"/>
                <p:cNvSpPr>
                  <a:spLocks noChangeShapeType="1"/>
                </p:cNvSpPr>
                <p:nvPr/>
              </p:nvSpPr>
              <p:spPr bwMode="auto">
                <a:xfrm flipH="1">
                  <a:off x="3840" y="1392"/>
                  <a:ext cx="144" cy="240"/>
                </a:xfrm>
                <a:prstGeom prst="line">
                  <a:avLst/>
                </a:prstGeom>
                <a:noFill/>
                <a:ln w="9525">
                  <a:solidFill>
                    <a:srgbClr val="006666"/>
                  </a:solidFill>
                  <a:round/>
                  <a:headEnd/>
                  <a:tailEnd/>
                </a:ln>
              </p:spPr>
              <p:txBody>
                <a:bodyPr wrap="none" anchor="ctr"/>
                <a:lstStyle/>
                <a:p>
                  <a:endParaRPr lang="zh-CN" altLang="en-US"/>
                </a:p>
              </p:txBody>
            </p:sp>
            <p:sp>
              <p:nvSpPr>
                <p:cNvPr id="38981" name="Line 23"/>
                <p:cNvSpPr>
                  <a:spLocks noChangeShapeType="1"/>
                </p:cNvSpPr>
                <p:nvPr/>
              </p:nvSpPr>
              <p:spPr bwMode="auto">
                <a:xfrm>
                  <a:off x="3552" y="1632"/>
                  <a:ext cx="288" cy="0"/>
                </a:xfrm>
                <a:prstGeom prst="line">
                  <a:avLst/>
                </a:prstGeom>
                <a:noFill/>
                <a:ln w="9525">
                  <a:solidFill>
                    <a:srgbClr val="006666"/>
                  </a:solidFill>
                  <a:round/>
                  <a:headEnd/>
                  <a:tailEnd/>
                </a:ln>
              </p:spPr>
              <p:txBody>
                <a:bodyPr wrap="none" anchor="ctr"/>
                <a:lstStyle/>
                <a:p>
                  <a:endParaRPr lang="zh-CN" altLang="en-US"/>
                </a:p>
              </p:txBody>
            </p:sp>
            <p:sp>
              <p:nvSpPr>
                <p:cNvPr id="38982" name="Line 24"/>
                <p:cNvSpPr>
                  <a:spLocks noChangeShapeType="1"/>
                </p:cNvSpPr>
                <p:nvPr/>
              </p:nvSpPr>
              <p:spPr bwMode="auto">
                <a:xfrm>
                  <a:off x="3552" y="1632"/>
                  <a:ext cx="0" cy="288"/>
                </a:xfrm>
                <a:prstGeom prst="line">
                  <a:avLst/>
                </a:prstGeom>
                <a:noFill/>
                <a:ln w="9525">
                  <a:solidFill>
                    <a:srgbClr val="006666"/>
                  </a:solidFill>
                  <a:round/>
                  <a:headEnd/>
                  <a:tailEnd/>
                </a:ln>
              </p:spPr>
              <p:txBody>
                <a:bodyPr wrap="none" anchor="ctr"/>
                <a:lstStyle/>
                <a:p>
                  <a:endParaRPr lang="zh-CN" altLang="en-US"/>
                </a:p>
              </p:txBody>
            </p:sp>
            <p:sp>
              <p:nvSpPr>
                <p:cNvPr id="38983" name="Line 25"/>
                <p:cNvSpPr>
                  <a:spLocks noChangeShapeType="1"/>
                </p:cNvSpPr>
                <p:nvPr/>
              </p:nvSpPr>
              <p:spPr bwMode="auto">
                <a:xfrm>
                  <a:off x="3552" y="1920"/>
                  <a:ext cx="672" cy="0"/>
                </a:xfrm>
                <a:prstGeom prst="line">
                  <a:avLst/>
                </a:prstGeom>
                <a:noFill/>
                <a:ln w="9525">
                  <a:solidFill>
                    <a:srgbClr val="006666"/>
                  </a:solidFill>
                  <a:round/>
                  <a:headEnd/>
                  <a:tailEnd/>
                </a:ln>
              </p:spPr>
              <p:txBody>
                <a:bodyPr wrap="none" anchor="ctr"/>
                <a:lstStyle/>
                <a:p>
                  <a:endParaRPr lang="zh-CN" altLang="en-US"/>
                </a:p>
              </p:txBody>
            </p:sp>
            <p:sp>
              <p:nvSpPr>
                <p:cNvPr id="38984" name="Rectangle 26"/>
                <p:cNvSpPr>
                  <a:spLocks noChangeArrowheads="1"/>
                </p:cNvSpPr>
                <p:nvPr/>
              </p:nvSpPr>
              <p:spPr bwMode="auto">
                <a:xfrm>
                  <a:off x="3984" y="1488"/>
                  <a:ext cx="144" cy="144"/>
                </a:xfrm>
                <a:prstGeom prst="rect">
                  <a:avLst/>
                </a:prstGeom>
                <a:solidFill>
                  <a:srgbClr val="66CCFF"/>
                </a:solidFill>
                <a:ln w="9525">
                  <a:solidFill>
                    <a:srgbClr val="006666"/>
                  </a:solidFill>
                  <a:miter lim="800000"/>
                  <a:headEnd/>
                  <a:tailEnd/>
                </a:ln>
              </p:spPr>
              <p:txBody>
                <a:bodyPr wrap="none" anchor="ctr"/>
                <a:lstStyle/>
                <a:p>
                  <a:endParaRPr lang="zh-CN" altLang="en-US"/>
                </a:p>
              </p:txBody>
            </p:sp>
            <p:sp>
              <p:nvSpPr>
                <p:cNvPr id="38985" name="Oval 27"/>
                <p:cNvSpPr>
                  <a:spLocks noChangeArrowheads="1"/>
                </p:cNvSpPr>
                <p:nvPr/>
              </p:nvSpPr>
              <p:spPr bwMode="auto">
                <a:xfrm>
                  <a:off x="3792" y="1824"/>
                  <a:ext cx="240" cy="240"/>
                </a:xfrm>
                <a:prstGeom prst="ellipse">
                  <a:avLst/>
                </a:prstGeom>
                <a:gradFill rotWithShape="1">
                  <a:gsLst>
                    <a:gs pos="0">
                      <a:srgbClr val="FFFF99"/>
                    </a:gs>
                    <a:gs pos="100000">
                      <a:srgbClr val="4D4D4D"/>
                    </a:gs>
                  </a:gsLst>
                  <a:path path="shape">
                    <a:fillToRect l="50000" t="50000" r="50000" b="50000"/>
                  </a:path>
                </a:gradFill>
                <a:ln w="9525">
                  <a:solidFill>
                    <a:srgbClr val="006666"/>
                  </a:solidFill>
                  <a:round/>
                  <a:headEnd/>
                  <a:tailEnd/>
                </a:ln>
              </p:spPr>
              <p:txBody>
                <a:bodyPr wrap="none" anchor="ctr"/>
                <a:lstStyle/>
                <a:p>
                  <a:endParaRPr lang="zh-CN" altLang="en-US"/>
                </a:p>
              </p:txBody>
            </p:sp>
          </p:grpSp>
          <p:sp>
            <p:nvSpPr>
              <p:cNvPr id="38978" name="Oval 28"/>
              <p:cNvSpPr>
                <a:spLocks noChangeArrowheads="1"/>
              </p:cNvSpPr>
              <p:nvPr/>
            </p:nvSpPr>
            <p:spPr bwMode="auto">
              <a:xfrm flipH="1">
                <a:off x="2648" y="1193"/>
                <a:ext cx="88" cy="99"/>
              </a:xfrm>
              <a:prstGeom prst="ellipse">
                <a:avLst/>
              </a:prstGeom>
              <a:gradFill rotWithShape="1">
                <a:gsLst>
                  <a:gs pos="0">
                    <a:srgbClr val="FFFF99"/>
                  </a:gs>
                  <a:gs pos="100000">
                    <a:srgbClr val="4D4D4D"/>
                  </a:gs>
                </a:gsLst>
                <a:path path="shape">
                  <a:fillToRect l="50000" t="50000" r="50000" b="50000"/>
                </a:path>
              </a:gradFill>
              <a:ln w="9525">
                <a:solidFill>
                  <a:schemeClr val="tx1"/>
                </a:solidFill>
                <a:round/>
                <a:headEnd/>
                <a:tailEnd/>
              </a:ln>
            </p:spPr>
            <p:txBody>
              <a:bodyPr wrap="none" anchor="ctr"/>
              <a:lstStyle/>
              <a:p>
                <a:endParaRPr lang="zh-CN" altLang="en-US"/>
              </a:p>
            </p:txBody>
          </p:sp>
        </p:grpSp>
        <p:graphicFrame>
          <p:nvGraphicFramePr>
            <p:cNvPr id="38938" name="Object 29"/>
            <p:cNvGraphicFramePr>
              <a:graphicFrameLocks noChangeAspect="1"/>
            </p:cNvGraphicFramePr>
            <p:nvPr/>
          </p:nvGraphicFramePr>
          <p:xfrm>
            <a:off x="2472" y="698"/>
            <a:ext cx="224" cy="328"/>
          </p:xfrm>
          <a:graphic>
            <a:graphicData uri="http://schemas.openxmlformats.org/presentationml/2006/ole">
              <p:oleObj spid="_x0000_s38938" name="剪辑" r:id="rId6" imgW="1996560" imgH="2302920" progId="MS_ClipArt_Gallery.2">
                <p:embed/>
              </p:oleObj>
            </a:graphicData>
          </a:graphic>
        </p:graphicFrame>
      </p:grpSp>
      <p:sp>
        <p:nvSpPr>
          <p:cNvPr id="102430" name="Line 30"/>
          <p:cNvSpPr>
            <a:spLocks noChangeShapeType="1"/>
          </p:cNvSpPr>
          <p:nvPr/>
        </p:nvSpPr>
        <p:spPr bwMode="auto">
          <a:xfrm flipH="1" flipV="1">
            <a:off x="5141913" y="1341438"/>
            <a:ext cx="6350" cy="2784475"/>
          </a:xfrm>
          <a:prstGeom prst="line">
            <a:avLst/>
          </a:prstGeom>
          <a:noFill/>
          <a:ln w="28575">
            <a:solidFill>
              <a:srgbClr val="000099"/>
            </a:solidFill>
            <a:round/>
            <a:headEnd/>
            <a:tailEnd type="stealth" w="med" len="lg"/>
          </a:ln>
        </p:spPr>
        <p:txBody>
          <a:bodyPr/>
          <a:lstStyle/>
          <a:p>
            <a:endParaRPr lang="zh-CN" altLang="en-US"/>
          </a:p>
        </p:txBody>
      </p:sp>
      <p:sp>
        <p:nvSpPr>
          <p:cNvPr id="102431" name="Line 31"/>
          <p:cNvSpPr>
            <a:spLocks noChangeShapeType="1"/>
          </p:cNvSpPr>
          <p:nvPr/>
        </p:nvSpPr>
        <p:spPr bwMode="auto">
          <a:xfrm>
            <a:off x="5119688" y="4144963"/>
            <a:ext cx="3773487" cy="0"/>
          </a:xfrm>
          <a:prstGeom prst="line">
            <a:avLst/>
          </a:prstGeom>
          <a:noFill/>
          <a:ln w="28575">
            <a:solidFill>
              <a:srgbClr val="000099"/>
            </a:solidFill>
            <a:round/>
            <a:headEnd/>
            <a:tailEnd type="stealth" w="med" len="lg"/>
          </a:ln>
        </p:spPr>
        <p:txBody>
          <a:bodyPr/>
          <a:lstStyle/>
          <a:p>
            <a:endParaRPr lang="zh-CN" altLang="en-US"/>
          </a:p>
        </p:txBody>
      </p:sp>
      <p:sp>
        <p:nvSpPr>
          <p:cNvPr id="102432" name="Line 32"/>
          <p:cNvSpPr>
            <a:spLocks noChangeShapeType="1"/>
          </p:cNvSpPr>
          <p:nvPr/>
        </p:nvSpPr>
        <p:spPr bwMode="auto">
          <a:xfrm rot="21124976" flipV="1">
            <a:off x="6230938" y="1592263"/>
            <a:ext cx="2057400" cy="939800"/>
          </a:xfrm>
          <a:prstGeom prst="line">
            <a:avLst/>
          </a:prstGeom>
          <a:noFill/>
          <a:ln w="38100">
            <a:solidFill>
              <a:srgbClr val="660066"/>
            </a:solidFill>
            <a:round/>
            <a:headEnd/>
            <a:tailEnd type="triangle" w="sm" len="lg"/>
          </a:ln>
        </p:spPr>
        <p:txBody>
          <a:bodyPr/>
          <a:lstStyle/>
          <a:p>
            <a:endParaRPr lang="zh-CN" altLang="en-US"/>
          </a:p>
        </p:txBody>
      </p:sp>
      <p:sp>
        <p:nvSpPr>
          <p:cNvPr id="102433" name="Line 33"/>
          <p:cNvSpPr>
            <a:spLocks noChangeShapeType="1"/>
          </p:cNvSpPr>
          <p:nvPr/>
        </p:nvSpPr>
        <p:spPr bwMode="auto">
          <a:xfrm rot="21378022" flipV="1">
            <a:off x="6380163" y="2298700"/>
            <a:ext cx="1524000" cy="304800"/>
          </a:xfrm>
          <a:prstGeom prst="line">
            <a:avLst/>
          </a:prstGeom>
          <a:noFill/>
          <a:ln w="38100">
            <a:solidFill>
              <a:srgbClr val="000099"/>
            </a:solidFill>
            <a:round/>
            <a:headEnd/>
            <a:tailEnd type="triangle" w="sm" len="lg"/>
          </a:ln>
        </p:spPr>
        <p:txBody>
          <a:bodyPr/>
          <a:lstStyle/>
          <a:p>
            <a:endParaRPr lang="zh-CN" altLang="en-US"/>
          </a:p>
        </p:txBody>
      </p:sp>
      <p:sp>
        <p:nvSpPr>
          <p:cNvPr id="102434" name="Line 34"/>
          <p:cNvSpPr>
            <a:spLocks noChangeShapeType="1"/>
          </p:cNvSpPr>
          <p:nvPr/>
        </p:nvSpPr>
        <p:spPr bwMode="auto">
          <a:xfrm rot="1866101" flipV="1">
            <a:off x="7064375" y="3287713"/>
            <a:ext cx="541338" cy="530225"/>
          </a:xfrm>
          <a:prstGeom prst="line">
            <a:avLst/>
          </a:prstGeom>
          <a:noFill/>
          <a:ln w="38100">
            <a:solidFill>
              <a:srgbClr val="000099"/>
            </a:solidFill>
            <a:round/>
            <a:headEnd/>
            <a:tailEnd type="triangle" w="sm" len="med"/>
          </a:ln>
        </p:spPr>
        <p:txBody>
          <a:bodyPr/>
          <a:lstStyle/>
          <a:p>
            <a:endParaRPr lang="zh-CN" altLang="en-US"/>
          </a:p>
        </p:txBody>
      </p:sp>
      <p:sp>
        <p:nvSpPr>
          <p:cNvPr id="102435" name="Line 35"/>
          <p:cNvSpPr>
            <a:spLocks noChangeShapeType="1"/>
          </p:cNvSpPr>
          <p:nvPr/>
        </p:nvSpPr>
        <p:spPr bwMode="auto">
          <a:xfrm rot="20740995" flipV="1">
            <a:off x="7870825" y="1455738"/>
            <a:ext cx="527050" cy="706437"/>
          </a:xfrm>
          <a:prstGeom prst="line">
            <a:avLst/>
          </a:prstGeom>
          <a:noFill/>
          <a:ln w="38100">
            <a:solidFill>
              <a:srgbClr val="CC0000"/>
            </a:solidFill>
            <a:round/>
            <a:headEnd/>
            <a:tailEnd type="triangle" w="sm" len="lg"/>
          </a:ln>
        </p:spPr>
        <p:txBody>
          <a:bodyPr lIns="0" tIns="0" rIns="0" bIns="0"/>
          <a:lstStyle/>
          <a:p>
            <a:endParaRPr lang="zh-CN" altLang="en-US"/>
          </a:p>
        </p:txBody>
      </p:sp>
      <p:sp>
        <p:nvSpPr>
          <p:cNvPr id="102436" name="Oval 36"/>
          <p:cNvSpPr>
            <a:spLocks noChangeArrowheads="1"/>
          </p:cNvSpPr>
          <p:nvPr/>
        </p:nvSpPr>
        <p:spPr bwMode="auto">
          <a:xfrm>
            <a:off x="7902575" y="2217738"/>
            <a:ext cx="90488" cy="90487"/>
          </a:xfrm>
          <a:prstGeom prst="ellipse">
            <a:avLst/>
          </a:prstGeom>
          <a:solidFill>
            <a:schemeClr val="accent2"/>
          </a:solidFill>
          <a:ln w="9525">
            <a:solidFill>
              <a:schemeClr val="accent2"/>
            </a:solidFill>
            <a:round/>
            <a:headEnd/>
            <a:tailEnd/>
          </a:ln>
        </p:spPr>
        <p:txBody>
          <a:bodyPr wrap="none" lIns="0" tIns="0" rIns="0" bIns="0" anchor="ctr"/>
          <a:lstStyle/>
          <a:p>
            <a:endParaRPr lang="zh-CN" altLang="en-US"/>
          </a:p>
        </p:txBody>
      </p:sp>
      <p:sp>
        <p:nvSpPr>
          <p:cNvPr id="102437" name="Oval 37"/>
          <p:cNvSpPr>
            <a:spLocks noChangeArrowheads="1"/>
          </p:cNvSpPr>
          <p:nvPr/>
        </p:nvSpPr>
        <p:spPr bwMode="auto">
          <a:xfrm>
            <a:off x="8207375" y="1379538"/>
            <a:ext cx="90488" cy="100012"/>
          </a:xfrm>
          <a:prstGeom prst="ellipse">
            <a:avLst/>
          </a:prstGeom>
          <a:solidFill>
            <a:schemeClr val="accent2"/>
          </a:solidFill>
          <a:ln w="9525">
            <a:solidFill>
              <a:schemeClr val="accent2"/>
            </a:solidFill>
            <a:round/>
            <a:headEnd/>
            <a:tailEnd/>
          </a:ln>
        </p:spPr>
        <p:txBody>
          <a:bodyPr wrap="none" lIns="0" tIns="0" rIns="0" bIns="0" anchor="ctr"/>
          <a:lstStyle/>
          <a:p>
            <a:endParaRPr lang="zh-CN" altLang="en-US"/>
          </a:p>
        </p:txBody>
      </p:sp>
      <p:sp>
        <p:nvSpPr>
          <p:cNvPr id="102438" name="Line 38"/>
          <p:cNvSpPr>
            <a:spLocks noChangeShapeType="1"/>
          </p:cNvSpPr>
          <p:nvPr/>
        </p:nvSpPr>
        <p:spPr bwMode="auto">
          <a:xfrm flipH="1" flipV="1">
            <a:off x="6073775" y="1760538"/>
            <a:ext cx="3175" cy="1809750"/>
          </a:xfrm>
          <a:prstGeom prst="line">
            <a:avLst/>
          </a:prstGeom>
          <a:noFill/>
          <a:ln w="38100">
            <a:solidFill>
              <a:srgbClr val="800000"/>
            </a:solidFill>
            <a:round/>
            <a:headEnd/>
            <a:tailEnd type="stealth" w="med" len="lg"/>
          </a:ln>
        </p:spPr>
        <p:txBody>
          <a:bodyPr/>
          <a:lstStyle/>
          <a:p>
            <a:endParaRPr lang="zh-CN" altLang="en-US"/>
          </a:p>
        </p:txBody>
      </p:sp>
      <p:sp>
        <p:nvSpPr>
          <p:cNvPr id="102439" name="Line 39"/>
          <p:cNvSpPr>
            <a:spLocks noChangeShapeType="1"/>
          </p:cNvSpPr>
          <p:nvPr/>
        </p:nvSpPr>
        <p:spPr bwMode="auto">
          <a:xfrm>
            <a:off x="6073775" y="3556000"/>
            <a:ext cx="860425" cy="0"/>
          </a:xfrm>
          <a:prstGeom prst="line">
            <a:avLst/>
          </a:prstGeom>
          <a:noFill/>
          <a:ln w="38100">
            <a:solidFill>
              <a:srgbClr val="800000"/>
            </a:solidFill>
            <a:round/>
            <a:headEnd/>
            <a:tailEnd type="stealth" w="med" len="lg"/>
          </a:ln>
        </p:spPr>
        <p:txBody>
          <a:bodyPr/>
          <a:lstStyle/>
          <a:p>
            <a:endParaRPr lang="zh-CN" altLang="en-US"/>
          </a:p>
        </p:txBody>
      </p:sp>
      <p:sp>
        <p:nvSpPr>
          <p:cNvPr id="102440" name="Oval 40"/>
          <p:cNvSpPr>
            <a:spLocks noChangeArrowheads="1"/>
          </p:cNvSpPr>
          <p:nvPr/>
        </p:nvSpPr>
        <p:spPr bwMode="auto">
          <a:xfrm>
            <a:off x="6302375" y="2598738"/>
            <a:ext cx="90488" cy="90487"/>
          </a:xfrm>
          <a:prstGeom prst="ellipse">
            <a:avLst/>
          </a:prstGeom>
          <a:solidFill>
            <a:schemeClr val="accent2"/>
          </a:solidFill>
          <a:ln w="9525">
            <a:solidFill>
              <a:schemeClr val="accent2"/>
            </a:solidFill>
            <a:round/>
            <a:headEnd/>
            <a:tailEnd/>
          </a:ln>
        </p:spPr>
        <p:txBody>
          <a:bodyPr wrap="none" anchor="ctr"/>
          <a:lstStyle/>
          <a:p>
            <a:endParaRPr lang="zh-CN" altLang="en-US"/>
          </a:p>
        </p:txBody>
      </p:sp>
      <p:graphicFrame>
        <p:nvGraphicFramePr>
          <p:cNvPr id="102441" name="Object 41"/>
          <p:cNvGraphicFramePr>
            <a:graphicFrameLocks noChangeAspect="1"/>
          </p:cNvGraphicFramePr>
          <p:nvPr/>
        </p:nvGraphicFramePr>
        <p:xfrm>
          <a:off x="6934200" y="1684338"/>
          <a:ext cx="434975" cy="293687"/>
        </p:xfrm>
        <a:graphic>
          <a:graphicData uri="http://schemas.openxmlformats.org/presentationml/2006/ole">
            <p:oleObj spid="_x0000_s38914" name="Equation" r:id="rId7" imgW="431640" imgH="291960" progId="Equation.3">
              <p:embed/>
            </p:oleObj>
          </a:graphicData>
        </a:graphic>
      </p:graphicFrame>
      <p:graphicFrame>
        <p:nvGraphicFramePr>
          <p:cNvPr id="102442" name="Object 42"/>
          <p:cNvGraphicFramePr>
            <a:graphicFrameLocks noChangeAspect="1"/>
          </p:cNvGraphicFramePr>
          <p:nvPr/>
        </p:nvGraphicFramePr>
        <p:xfrm>
          <a:off x="8194675" y="1665288"/>
          <a:ext cx="457200" cy="279400"/>
        </p:xfrm>
        <a:graphic>
          <a:graphicData uri="http://schemas.openxmlformats.org/presentationml/2006/ole">
            <p:oleObj spid="_x0000_s38915" name="公式" r:id="rId8" imgW="457200" imgH="279360" progId="Equation.3">
              <p:embed/>
            </p:oleObj>
          </a:graphicData>
        </a:graphic>
      </p:graphicFrame>
      <p:graphicFrame>
        <p:nvGraphicFramePr>
          <p:cNvPr id="102443" name="Object 43"/>
          <p:cNvGraphicFramePr>
            <a:graphicFrameLocks noChangeAspect="1"/>
          </p:cNvGraphicFramePr>
          <p:nvPr/>
        </p:nvGraphicFramePr>
        <p:xfrm>
          <a:off x="6780213" y="2444750"/>
          <a:ext cx="631825" cy="438150"/>
        </p:xfrm>
        <a:graphic>
          <a:graphicData uri="http://schemas.openxmlformats.org/presentationml/2006/ole">
            <p:oleObj spid="_x0000_s38916" name="Equation" r:id="rId9" imgW="330120" imgH="228600" progId="Equation.DSMT4">
              <p:embed/>
            </p:oleObj>
          </a:graphicData>
        </a:graphic>
      </p:graphicFrame>
      <p:sp>
        <p:nvSpPr>
          <p:cNvPr id="102444" name="Text Box 44"/>
          <p:cNvSpPr txBox="1">
            <a:spLocks noChangeArrowheads="1"/>
          </p:cNvSpPr>
          <p:nvPr/>
        </p:nvSpPr>
        <p:spPr bwMode="auto">
          <a:xfrm>
            <a:off x="323850" y="908050"/>
            <a:ext cx="2362200" cy="457200"/>
          </a:xfrm>
          <a:prstGeom prst="rect">
            <a:avLst/>
          </a:prstGeom>
          <a:noFill/>
          <a:ln w="9525">
            <a:noFill/>
            <a:miter lim="800000"/>
            <a:headEnd/>
            <a:tailEnd/>
          </a:ln>
        </p:spPr>
        <p:txBody>
          <a:bodyPr>
            <a:spAutoFit/>
          </a:bodyPr>
          <a:lstStyle/>
          <a:p>
            <a:pPr>
              <a:spcBef>
                <a:spcPct val="50000"/>
              </a:spcBef>
            </a:pPr>
            <a:r>
              <a:rPr kumimoji="1" lang="zh-CN" altLang="en-US" sz="2400">
                <a:solidFill>
                  <a:srgbClr val="FF6600"/>
                </a:solidFill>
                <a:latin typeface="Times New Roman" pitchFamily="18" charset="0"/>
              </a:rPr>
              <a:t>基本概念</a:t>
            </a:r>
          </a:p>
        </p:txBody>
      </p:sp>
      <p:sp>
        <p:nvSpPr>
          <p:cNvPr id="102445" name="Text Box 45"/>
          <p:cNvSpPr txBox="1">
            <a:spLocks noChangeArrowheads="1"/>
          </p:cNvSpPr>
          <p:nvPr/>
        </p:nvSpPr>
        <p:spPr bwMode="auto">
          <a:xfrm>
            <a:off x="2268538" y="1989138"/>
            <a:ext cx="2305050" cy="1006475"/>
          </a:xfrm>
          <a:prstGeom prst="rect">
            <a:avLst/>
          </a:prstGeom>
          <a:noFill/>
          <a:ln w="9525">
            <a:noFill/>
            <a:miter lim="800000"/>
            <a:headEnd/>
            <a:tailEnd/>
          </a:ln>
        </p:spPr>
        <p:txBody>
          <a:bodyPr>
            <a:spAutoFit/>
          </a:bodyPr>
          <a:lstStyle/>
          <a:p>
            <a:pPr>
              <a:lnSpc>
                <a:spcPct val="125000"/>
              </a:lnSpc>
            </a:pPr>
            <a:r>
              <a:rPr kumimoji="1" lang="zh-CN" altLang="en-US" sz="2400">
                <a:latin typeface="Times New Roman" pitchFamily="18" charset="0"/>
              </a:rPr>
              <a:t>静止参照系</a:t>
            </a:r>
            <a:r>
              <a:rPr kumimoji="1" lang="en-US" altLang="zh-CN" sz="2400" i="1">
                <a:solidFill>
                  <a:schemeClr val="accent2"/>
                </a:solidFill>
                <a:latin typeface="Times New Roman" pitchFamily="18" charset="0"/>
              </a:rPr>
              <a:t>S</a:t>
            </a:r>
          </a:p>
          <a:p>
            <a:pPr>
              <a:lnSpc>
                <a:spcPct val="125000"/>
              </a:lnSpc>
            </a:pPr>
            <a:r>
              <a:rPr kumimoji="1" lang="zh-CN" altLang="en-US" sz="2400">
                <a:latin typeface="Times New Roman" pitchFamily="18" charset="0"/>
              </a:rPr>
              <a:t>运动参照系</a:t>
            </a:r>
            <a:r>
              <a:rPr kumimoji="1" lang="en-US" altLang="zh-CN" sz="2400" i="1">
                <a:solidFill>
                  <a:srgbClr val="CC0000"/>
                </a:solidFill>
                <a:latin typeface="Times New Roman" pitchFamily="18" charset="0"/>
              </a:rPr>
              <a:t>S'</a:t>
            </a:r>
            <a:r>
              <a:rPr kumimoji="1" lang="en-US" altLang="zh-CN" sz="2400">
                <a:solidFill>
                  <a:srgbClr val="CC0000"/>
                </a:solidFill>
                <a:latin typeface="Times New Roman" pitchFamily="18" charset="0"/>
              </a:rPr>
              <a:t> </a:t>
            </a:r>
          </a:p>
        </p:txBody>
      </p:sp>
      <p:sp>
        <p:nvSpPr>
          <p:cNvPr id="102446" name="Text Box 46"/>
          <p:cNvSpPr txBox="1">
            <a:spLocks noChangeArrowheads="1"/>
          </p:cNvSpPr>
          <p:nvPr/>
        </p:nvSpPr>
        <p:spPr bwMode="auto">
          <a:xfrm>
            <a:off x="339725" y="1484313"/>
            <a:ext cx="2232025" cy="457200"/>
          </a:xfrm>
          <a:prstGeom prst="rect">
            <a:avLst/>
          </a:prstGeom>
          <a:noFill/>
          <a:ln w="9525">
            <a:noFill/>
            <a:miter lim="800000"/>
            <a:headEnd/>
            <a:tailEnd/>
          </a:ln>
        </p:spPr>
        <p:txBody>
          <a:bodyPr>
            <a:spAutoFit/>
          </a:bodyPr>
          <a:lstStyle/>
          <a:p>
            <a:pPr>
              <a:spcBef>
                <a:spcPct val="50000"/>
              </a:spcBef>
            </a:pPr>
            <a:r>
              <a:rPr kumimoji="1" lang="zh-CN" altLang="en-US" sz="2400">
                <a:latin typeface="Times New Roman" pitchFamily="18" charset="0"/>
              </a:rPr>
              <a:t>研究对象：</a:t>
            </a:r>
          </a:p>
        </p:txBody>
      </p:sp>
      <p:sp>
        <p:nvSpPr>
          <p:cNvPr id="102447" name="Text Box 47"/>
          <p:cNvSpPr txBox="1">
            <a:spLocks noChangeArrowheads="1"/>
          </p:cNvSpPr>
          <p:nvPr/>
        </p:nvSpPr>
        <p:spPr bwMode="auto">
          <a:xfrm>
            <a:off x="395288" y="2852738"/>
            <a:ext cx="1800225" cy="457200"/>
          </a:xfrm>
          <a:prstGeom prst="rect">
            <a:avLst/>
          </a:prstGeom>
          <a:noFill/>
          <a:ln w="9525">
            <a:noFill/>
            <a:miter lim="800000"/>
            <a:headEnd/>
            <a:tailEnd/>
          </a:ln>
        </p:spPr>
        <p:txBody>
          <a:bodyPr>
            <a:spAutoFit/>
          </a:bodyPr>
          <a:lstStyle/>
          <a:p>
            <a:pPr>
              <a:spcBef>
                <a:spcPct val="50000"/>
              </a:spcBef>
            </a:pPr>
            <a:r>
              <a:rPr kumimoji="1" lang="zh-CN" altLang="en-US" sz="2400">
                <a:latin typeface="Times New Roman" pitchFamily="18" charset="0"/>
              </a:rPr>
              <a:t>三种运动</a:t>
            </a:r>
            <a:r>
              <a:rPr kumimoji="1" lang="en-US" altLang="zh-CN" sz="2400">
                <a:latin typeface="Times New Roman" pitchFamily="18" charset="0"/>
              </a:rPr>
              <a:t>:</a:t>
            </a:r>
            <a:endParaRPr kumimoji="1" lang="en-US" altLang="zh-CN" sz="2400" b="0">
              <a:latin typeface="Times New Roman" pitchFamily="18" charset="0"/>
            </a:endParaRPr>
          </a:p>
        </p:txBody>
      </p:sp>
      <p:sp>
        <p:nvSpPr>
          <p:cNvPr id="102448" name="Text Box 48"/>
          <p:cNvSpPr txBox="1">
            <a:spLocks noChangeArrowheads="1"/>
          </p:cNvSpPr>
          <p:nvPr/>
        </p:nvSpPr>
        <p:spPr bwMode="auto">
          <a:xfrm>
            <a:off x="1341438" y="4441825"/>
            <a:ext cx="4238625" cy="457200"/>
          </a:xfrm>
          <a:prstGeom prst="rect">
            <a:avLst/>
          </a:prstGeom>
          <a:noFill/>
          <a:ln w="9525">
            <a:noFill/>
            <a:miter lim="800000"/>
            <a:headEnd/>
            <a:tailEnd/>
          </a:ln>
        </p:spPr>
        <p:txBody>
          <a:bodyPr>
            <a:spAutoFit/>
          </a:bodyPr>
          <a:lstStyle/>
          <a:p>
            <a:pPr>
              <a:spcBef>
                <a:spcPct val="50000"/>
              </a:spcBef>
            </a:pPr>
            <a:r>
              <a:rPr kumimoji="1" lang="zh-CN" altLang="en-US" sz="2400" i="1">
                <a:latin typeface="Times New Roman" pitchFamily="18" charset="0"/>
              </a:rPr>
              <a:t> </a:t>
            </a:r>
            <a:r>
              <a:rPr kumimoji="1" lang="en-US" altLang="zh-CN" sz="2400" i="1">
                <a:solidFill>
                  <a:srgbClr val="CC0000"/>
                </a:solidFill>
                <a:latin typeface="Times New Roman" pitchFamily="18" charset="0"/>
              </a:rPr>
              <a:t>S'</a:t>
            </a:r>
            <a:r>
              <a:rPr kumimoji="1" lang="en-US" altLang="zh-CN" sz="2400" i="1">
                <a:latin typeface="Times New Roman" pitchFamily="18" charset="0"/>
              </a:rPr>
              <a:t> </a:t>
            </a:r>
            <a:r>
              <a:rPr kumimoji="1" lang="zh-CN" altLang="en-US" sz="2400">
                <a:latin typeface="Times New Roman" pitchFamily="18" charset="0"/>
              </a:rPr>
              <a:t>系相对于</a:t>
            </a:r>
            <a:r>
              <a:rPr kumimoji="1" lang="en-US" altLang="zh-CN" sz="2400" i="1">
                <a:solidFill>
                  <a:schemeClr val="accent2"/>
                </a:solidFill>
                <a:latin typeface="Times New Roman" pitchFamily="18" charset="0"/>
              </a:rPr>
              <a:t>S</a:t>
            </a:r>
            <a:r>
              <a:rPr kumimoji="1" lang="zh-CN" altLang="en-US" sz="2400">
                <a:latin typeface="Times New Roman" pitchFamily="18" charset="0"/>
              </a:rPr>
              <a:t>系的位移：</a:t>
            </a:r>
          </a:p>
        </p:txBody>
      </p:sp>
      <p:graphicFrame>
        <p:nvGraphicFramePr>
          <p:cNvPr id="102449" name="Object 49"/>
          <p:cNvGraphicFramePr>
            <a:graphicFrameLocks noChangeAspect="1"/>
          </p:cNvGraphicFramePr>
          <p:nvPr/>
        </p:nvGraphicFramePr>
        <p:xfrm>
          <a:off x="4902200" y="4448175"/>
          <a:ext cx="658813" cy="458788"/>
        </p:xfrm>
        <a:graphic>
          <a:graphicData uri="http://schemas.openxmlformats.org/presentationml/2006/ole">
            <p:oleObj spid="_x0000_s38917" name="Equation" r:id="rId10" imgW="330120" imgH="228600" progId="Equation.DSMT4">
              <p:embed/>
            </p:oleObj>
          </a:graphicData>
        </a:graphic>
      </p:graphicFrame>
      <p:sp>
        <p:nvSpPr>
          <p:cNvPr id="102450" name="Text Box 50"/>
          <p:cNvSpPr txBox="1">
            <a:spLocks noChangeArrowheads="1"/>
          </p:cNvSpPr>
          <p:nvPr/>
        </p:nvSpPr>
        <p:spPr bwMode="auto">
          <a:xfrm>
            <a:off x="1411288" y="5014913"/>
            <a:ext cx="3819525" cy="369887"/>
          </a:xfrm>
          <a:prstGeom prst="rect">
            <a:avLst/>
          </a:prstGeom>
          <a:noFill/>
          <a:ln w="9525">
            <a:noFill/>
            <a:miter lim="800000"/>
            <a:headEnd/>
            <a:tailEnd/>
          </a:ln>
        </p:spPr>
        <p:txBody>
          <a:bodyPr lIns="0" tIns="0" rIns="0" bIns="0">
            <a:spAutoFit/>
          </a:bodyPr>
          <a:lstStyle/>
          <a:p>
            <a:pPr>
              <a:spcBef>
                <a:spcPct val="50000"/>
              </a:spcBef>
            </a:pPr>
            <a:r>
              <a:rPr kumimoji="1" lang="zh-CN" altLang="en-US" sz="2400" i="1">
                <a:solidFill>
                  <a:schemeClr val="accent2"/>
                </a:solidFill>
                <a:latin typeface="Times New Roman" pitchFamily="18" charset="0"/>
              </a:rPr>
              <a:t> </a:t>
            </a:r>
            <a:r>
              <a:rPr kumimoji="1" lang="en-US" altLang="zh-CN" sz="2400" i="1">
                <a:solidFill>
                  <a:schemeClr val="accent2"/>
                </a:solidFill>
                <a:latin typeface="Times New Roman" pitchFamily="18" charset="0"/>
              </a:rPr>
              <a:t>P</a:t>
            </a:r>
            <a:r>
              <a:rPr kumimoji="1" lang="en-US" altLang="zh-CN" sz="2400" i="1">
                <a:latin typeface="Times New Roman" pitchFamily="18" charset="0"/>
              </a:rPr>
              <a:t> </a:t>
            </a:r>
            <a:r>
              <a:rPr kumimoji="1" lang="zh-CN" altLang="en-US" sz="2400">
                <a:latin typeface="Times New Roman" pitchFamily="18" charset="0"/>
              </a:rPr>
              <a:t>点相对于</a:t>
            </a:r>
            <a:r>
              <a:rPr kumimoji="1" lang="en-US" altLang="zh-CN" sz="2400" i="1">
                <a:solidFill>
                  <a:srgbClr val="CC0000"/>
                </a:solidFill>
                <a:latin typeface="Times New Roman" pitchFamily="18" charset="0"/>
              </a:rPr>
              <a:t>S'</a:t>
            </a:r>
            <a:r>
              <a:rPr kumimoji="1" lang="en-US" altLang="zh-CN" sz="2400" i="1">
                <a:latin typeface="Times New Roman" pitchFamily="18" charset="0"/>
              </a:rPr>
              <a:t> </a:t>
            </a:r>
            <a:r>
              <a:rPr kumimoji="1" lang="zh-CN" altLang="en-US" sz="2400">
                <a:latin typeface="Times New Roman" pitchFamily="18" charset="0"/>
              </a:rPr>
              <a:t>系的位移：</a:t>
            </a:r>
          </a:p>
        </p:txBody>
      </p:sp>
      <p:graphicFrame>
        <p:nvGraphicFramePr>
          <p:cNvPr id="102451" name="Object 51"/>
          <p:cNvGraphicFramePr>
            <a:graphicFrameLocks noChangeAspect="1"/>
          </p:cNvGraphicFramePr>
          <p:nvPr/>
        </p:nvGraphicFramePr>
        <p:xfrm>
          <a:off x="5003800" y="5013325"/>
          <a:ext cx="514350" cy="330200"/>
        </p:xfrm>
        <a:graphic>
          <a:graphicData uri="http://schemas.openxmlformats.org/presentationml/2006/ole">
            <p:oleObj spid="_x0000_s38918" name="公式" r:id="rId11" imgW="253800" imgH="164880" progId="Equation.3">
              <p:embed/>
            </p:oleObj>
          </a:graphicData>
        </a:graphic>
      </p:graphicFrame>
      <p:sp>
        <p:nvSpPr>
          <p:cNvPr id="102452" name="Text Box 52"/>
          <p:cNvSpPr txBox="1">
            <a:spLocks noChangeArrowheads="1"/>
          </p:cNvSpPr>
          <p:nvPr/>
        </p:nvSpPr>
        <p:spPr bwMode="auto">
          <a:xfrm>
            <a:off x="1403350" y="5472113"/>
            <a:ext cx="4392613" cy="457200"/>
          </a:xfrm>
          <a:prstGeom prst="rect">
            <a:avLst/>
          </a:prstGeom>
          <a:noFill/>
          <a:ln w="9525">
            <a:noFill/>
            <a:miter lim="800000"/>
            <a:headEnd/>
            <a:tailEnd/>
          </a:ln>
        </p:spPr>
        <p:txBody>
          <a:bodyPr>
            <a:spAutoFit/>
          </a:bodyPr>
          <a:lstStyle/>
          <a:p>
            <a:pPr>
              <a:spcBef>
                <a:spcPct val="50000"/>
              </a:spcBef>
            </a:pPr>
            <a:r>
              <a:rPr kumimoji="1" lang="en-US" altLang="zh-CN" sz="2400" i="1">
                <a:solidFill>
                  <a:schemeClr val="accent2"/>
                </a:solidFill>
                <a:latin typeface="Times New Roman" pitchFamily="18" charset="0"/>
              </a:rPr>
              <a:t>P </a:t>
            </a:r>
            <a:r>
              <a:rPr kumimoji="1" lang="zh-CN" altLang="en-US" sz="2400">
                <a:latin typeface="Times New Roman" pitchFamily="18" charset="0"/>
              </a:rPr>
              <a:t>点相对于</a:t>
            </a:r>
            <a:r>
              <a:rPr kumimoji="1" lang="en-US" altLang="zh-CN" sz="2400" i="1">
                <a:latin typeface="Times New Roman" pitchFamily="18" charset="0"/>
              </a:rPr>
              <a:t>S </a:t>
            </a:r>
            <a:r>
              <a:rPr kumimoji="1" lang="zh-CN" altLang="en-US" sz="2400">
                <a:latin typeface="Times New Roman" pitchFamily="18" charset="0"/>
              </a:rPr>
              <a:t>系的位移：</a:t>
            </a:r>
          </a:p>
        </p:txBody>
      </p:sp>
      <p:graphicFrame>
        <p:nvGraphicFramePr>
          <p:cNvPr id="102453" name="Object 53"/>
          <p:cNvGraphicFramePr>
            <a:graphicFrameLocks noChangeAspect="1"/>
          </p:cNvGraphicFramePr>
          <p:nvPr/>
        </p:nvGraphicFramePr>
        <p:xfrm>
          <a:off x="5003800" y="5516563"/>
          <a:ext cx="434975" cy="330200"/>
        </p:xfrm>
        <a:graphic>
          <a:graphicData uri="http://schemas.openxmlformats.org/presentationml/2006/ole">
            <p:oleObj spid="_x0000_s38919" name="公式" r:id="rId12" imgW="215640" imgH="164880" progId="Equation.3">
              <p:embed/>
            </p:oleObj>
          </a:graphicData>
        </a:graphic>
      </p:graphicFrame>
      <p:sp>
        <p:nvSpPr>
          <p:cNvPr id="102454" name="Rectangle 54"/>
          <p:cNvSpPr>
            <a:spLocks noChangeArrowheads="1"/>
          </p:cNvSpPr>
          <p:nvPr/>
        </p:nvSpPr>
        <p:spPr bwMode="auto">
          <a:xfrm>
            <a:off x="1116013" y="3357563"/>
            <a:ext cx="3887787" cy="457200"/>
          </a:xfrm>
          <a:prstGeom prst="rect">
            <a:avLst/>
          </a:prstGeom>
          <a:noFill/>
          <a:ln w="9525">
            <a:noFill/>
            <a:miter lim="800000"/>
            <a:headEnd/>
            <a:tailEnd/>
          </a:ln>
        </p:spPr>
        <p:txBody>
          <a:bodyPr anchor="ctr">
            <a:spAutoFit/>
          </a:bodyPr>
          <a:lstStyle/>
          <a:p>
            <a:pPr algn="ctr"/>
            <a:r>
              <a:rPr kumimoji="1" lang="zh-CN" altLang="en-US" sz="2400">
                <a:latin typeface="Times New Roman" pitchFamily="18" charset="0"/>
              </a:rPr>
              <a:t>绝对、相对和牵连运动</a:t>
            </a:r>
          </a:p>
        </p:txBody>
      </p:sp>
      <p:sp>
        <p:nvSpPr>
          <p:cNvPr id="102455" name="Rectangle 55"/>
          <p:cNvSpPr>
            <a:spLocks noChangeArrowheads="1"/>
          </p:cNvSpPr>
          <p:nvPr/>
        </p:nvSpPr>
        <p:spPr bwMode="auto">
          <a:xfrm>
            <a:off x="395288" y="2060575"/>
            <a:ext cx="2022475" cy="457200"/>
          </a:xfrm>
          <a:prstGeom prst="rect">
            <a:avLst/>
          </a:prstGeom>
          <a:noFill/>
          <a:ln w="9525">
            <a:noFill/>
            <a:miter lim="800000"/>
            <a:headEnd/>
            <a:tailEnd/>
          </a:ln>
        </p:spPr>
        <p:txBody>
          <a:bodyPr wrap="none" anchor="ctr">
            <a:spAutoFit/>
          </a:bodyPr>
          <a:lstStyle/>
          <a:p>
            <a:pPr algn="ctr"/>
            <a:r>
              <a:rPr kumimoji="1" lang="zh-CN" altLang="en-US" sz="2400">
                <a:latin typeface="Times New Roman" pitchFamily="18" charset="0"/>
              </a:rPr>
              <a:t>两个参照系：</a:t>
            </a:r>
          </a:p>
        </p:txBody>
      </p:sp>
      <p:graphicFrame>
        <p:nvGraphicFramePr>
          <p:cNvPr id="102456" name="Object 56"/>
          <p:cNvGraphicFramePr>
            <a:graphicFrameLocks noChangeAspect="1"/>
          </p:cNvGraphicFramePr>
          <p:nvPr/>
        </p:nvGraphicFramePr>
        <p:xfrm>
          <a:off x="5651500" y="2020888"/>
          <a:ext cx="385763" cy="446087"/>
        </p:xfrm>
        <a:graphic>
          <a:graphicData uri="http://schemas.openxmlformats.org/presentationml/2006/ole">
            <p:oleObj spid="_x0000_s38920" name="公式" r:id="rId13" imgW="152280" imgH="177480" progId="Equation.3">
              <p:embed/>
            </p:oleObj>
          </a:graphicData>
        </a:graphic>
      </p:graphicFrame>
      <p:graphicFrame>
        <p:nvGraphicFramePr>
          <p:cNvPr id="102457" name="Object 57"/>
          <p:cNvGraphicFramePr>
            <a:graphicFrameLocks noChangeAspect="1"/>
          </p:cNvGraphicFramePr>
          <p:nvPr/>
        </p:nvGraphicFramePr>
        <p:xfrm>
          <a:off x="6011863" y="3429000"/>
          <a:ext cx="433387" cy="504825"/>
        </p:xfrm>
        <a:graphic>
          <a:graphicData uri="http://schemas.openxmlformats.org/presentationml/2006/ole">
            <p:oleObj spid="_x0000_s38921" name="Equation" r:id="rId14" imgW="152280" imgH="177480" progId="Equation.DSMT4">
              <p:embed/>
            </p:oleObj>
          </a:graphicData>
        </a:graphic>
      </p:graphicFrame>
      <p:graphicFrame>
        <p:nvGraphicFramePr>
          <p:cNvPr id="102458" name="Object 58"/>
          <p:cNvGraphicFramePr>
            <a:graphicFrameLocks noChangeAspect="1"/>
          </p:cNvGraphicFramePr>
          <p:nvPr/>
        </p:nvGraphicFramePr>
        <p:xfrm>
          <a:off x="4932363" y="4144963"/>
          <a:ext cx="279400" cy="292100"/>
        </p:xfrm>
        <a:graphic>
          <a:graphicData uri="http://schemas.openxmlformats.org/presentationml/2006/ole">
            <p:oleObj spid="_x0000_s38922" name="公式" r:id="rId15" imgW="279360" imgH="291960" progId="Equation.3">
              <p:embed/>
            </p:oleObj>
          </a:graphicData>
        </a:graphic>
      </p:graphicFrame>
      <p:graphicFrame>
        <p:nvGraphicFramePr>
          <p:cNvPr id="102459" name="Object 59"/>
          <p:cNvGraphicFramePr>
            <a:graphicFrameLocks noChangeAspect="1"/>
          </p:cNvGraphicFramePr>
          <p:nvPr/>
        </p:nvGraphicFramePr>
        <p:xfrm>
          <a:off x="4716463" y="1539875"/>
          <a:ext cx="241300" cy="304800"/>
        </p:xfrm>
        <a:graphic>
          <a:graphicData uri="http://schemas.openxmlformats.org/presentationml/2006/ole">
            <p:oleObj spid="_x0000_s38923" name="Equation" r:id="rId16" imgW="241200" imgH="304560" progId="Equation.3">
              <p:embed/>
            </p:oleObj>
          </a:graphicData>
        </a:graphic>
      </p:graphicFrame>
      <p:graphicFrame>
        <p:nvGraphicFramePr>
          <p:cNvPr id="102460" name="Object 60"/>
          <p:cNvGraphicFramePr>
            <a:graphicFrameLocks noChangeAspect="1"/>
          </p:cNvGraphicFramePr>
          <p:nvPr/>
        </p:nvGraphicFramePr>
        <p:xfrm>
          <a:off x="8675688" y="3857625"/>
          <a:ext cx="212725" cy="227013"/>
        </p:xfrm>
        <a:graphic>
          <a:graphicData uri="http://schemas.openxmlformats.org/presentationml/2006/ole">
            <p:oleObj spid="_x0000_s38924" name="Equation" r:id="rId17" imgW="215640" imgH="228600" progId="Equation.3">
              <p:embed/>
            </p:oleObj>
          </a:graphicData>
        </a:graphic>
      </p:graphicFrame>
      <p:graphicFrame>
        <p:nvGraphicFramePr>
          <p:cNvPr id="102461" name="Object 61"/>
          <p:cNvGraphicFramePr>
            <a:graphicFrameLocks noChangeAspect="1"/>
          </p:cNvGraphicFramePr>
          <p:nvPr/>
        </p:nvGraphicFramePr>
        <p:xfrm>
          <a:off x="4824413" y="1985963"/>
          <a:ext cx="280987" cy="347662"/>
        </p:xfrm>
        <a:graphic>
          <a:graphicData uri="http://schemas.openxmlformats.org/presentationml/2006/ole">
            <p:oleObj spid="_x0000_s38925" name="公式" r:id="rId18" imgW="114120" imgH="139680" progId="Equation.3">
              <p:embed/>
            </p:oleObj>
          </a:graphicData>
        </a:graphic>
      </p:graphicFrame>
      <p:sp>
        <p:nvSpPr>
          <p:cNvPr id="102462" name="Line 62"/>
          <p:cNvSpPr>
            <a:spLocks noChangeShapeType="1"/>
          </p:cNvSpPr>
          <p:nvPr/>
        </p:nvSpPr>
        <p:spPr bwMode="auto">
          <a:xfrm flipH="1" flipV="1">
            <a:off x="7673975" y="1303338"/>
            <a:ext cx="3175" cy="1828800"/>
          </a:xfrm>
          <a:prstGeom prst="line">
            <a:avLst/>
          </a:prstGeom>
          <a:noFill/>
          <a:ln w="38100">
            <a:solidFill>
              <a:srgbClr val="800000"/>
            </a:solidFill>
            <a:round/>
            <a:headEnd/>
            <a:tailEnd type="stealth" w="med" len="lg"/>
          </a:ln>
        </p:spPr>
        <p:txBody>
          <a:bodyPr/>
          <a:lstStyle/>
          <a:p>
            <a:endParaRPr lang="zh-CN" altLang="en-US"/>
          </a:p>
        </p:txBody>
      </p:sp>
      <p:sp>
        <p:nvSpPr>
          <p:cNvPr id="102463" name="Line 63"/>
          <p:cNvSpPr>
            <a:spLocks noChangeShapeType="1"/>
          </p:cNvSpPr>
          <p:nvPr/>
        </p:nvSpPr>
        <p:spPr bwMode="auto">
          <a:xfrm>
            <a:off x="7673975" y="3132138"/>
            <a:ext cx="860425" cy="0"/>
          </a:xfrm>
          <a:prstGeom prst="line">
            <a:avLst/>
          </a:prstGeom>
          <a:noFill/>
          <a:ln w="38100">
            <a:solidFill>
              <a:srgbClr val="800000"/>
            </a:solidFill>
            <a:round/>
            <a:headEnd/>
            <a:tailEnd type="stealth" w="med" len="lg"/>
          </a:ln>
        </p:spPr>
        <p:txBody>
          <a:bodyPr/>
          <a:lstStyle/>
          <a:p>
            <a:endParaRPr lang="zh-CN" altLang="en-US"/>
          </a:p>
        </p:txBody>
      </p:sp>
      <p:graphicFrame>
        <p:nvGraphicFramePr>
          <p:cNvPr id="102464" name="Object 64"/>
          <p:cNvGraphicFramePr>
            <a:graphicFrameLocks noChangeAspect="1"/>
          </p:cNvGraphicFramePr>
          <p:nvPr/>
        </p:nvGraphicFramePr>
        <p:xfrm>
          <a:off x="7358063" y="3414713"/>
          <a:ext cx="454025" cy="590550"/>
        </p:xfrm>
        <a:graphic>
          <a:graphicData uri="http://schemas.openxmlformats.org/presentationml/2006/ole">
            <p:oleObj spid="_x0000_s38926" name="Equation" r:id="rId19" imgW="177480" imgH="228600" progId="Equation.DSMT4">
              <p:embed/>
            </p:oleObj>
          </a:graphicData>
        </a:graphic>
      </p:graphicFrame>
      <p:graphicFrame>
        <p:nvGraphicFramePr>
          <p:cNvPr id="102465" name="Object 65"/>
          <p:cNvGraphicFramePr>
            <a:graphicFrameLocks noChangeAspect="1"/>
          </p:cNvGraphicFramePr>
          <p:nvPr/>
        </p:nvGraphicFramePr>
        <p:xfrm>
          <a:off x="6326188" y="2230438"/>
          <a:ext cx="280987" cy="292100"/>
        </p:xfrm>
        <a:graphic>
          <a:graphicData uri="http://schemas.openxmlformats.org/presentationml/2006/ole">
            <p:oleObj spid="_x0000_s38927" name="Equation" r:id="rId20" imgW="279360" imgH="291960" progId="Equation.3">
              <p:embed/>
            </p:oleObj>
          </a:graphicData>
        </a:graphic>
      </p:graphicFrame>
      <p:graphicFrame>
        <p:nvGraphicFramePr>
          <p:cNvPr id="102466" name="Object 66"/>
          <p:cNvGraphicFramePr>
            <a:graphicFrameLocks noChangeAspect="1"/>
          </p:cNvGraphicFramePr>
          <p:nvPr/>
        </p:nvGraphicFramePr>
        <p:xfrm>
          <a:off x="6018213" y="2446338"/>
          <a:ext cx="284162" cy="304800"/>
        </p:xfrm>
        <a:graphic>
          <a:graphicData uri="http://schemas.openxmlformats.org/presentationml/2006/ole">
            <p:oleObj spid="_x0000_s38928" name="Equation" r:id="rId21" imgW="279360" imgH="304560" progId="Equation.3">
              <p:embed/>
            </p:oleObj>
          </a:graphicData>
        </a:graphic>
      </p:graphicFrame>
      <p:graphicFrame>
        <p:nvGraphicFramePr>
          <p:cNvPr id="102467" name="Object 67"/>
          <p:cNvGraphicFramePr>
            <a:graphicFrameLocks noChangeAspect="1"/>
          </p:cNvGraphicFramePr>
          <p:nvPr/>
        </p:nvGraphicFramePr>
        <p:xfrm>
          <a:off x="6300788" y="2636838"/>
          <a:ext cx="287337" cy="263525"/>
        </p:xfrm>
        <a:graphic>
          <a:graphicData uri="http://schemas.openxmlformats.org/presentationml/2006/ole">
            <p:oleObj spid="_x0000_s38929" name="Equation" r:id="rId22" imgW="330120" imgH="304560" progId="Equation.3">
              <p:embed/>
            </p:oleObj>
          </a:graphicData>
        </a:graphic>
      </p:graphicFrame>
      <p:graphicFrame>
        <p:nvGraphicFramePr>
          <p:cNvPr id="102468" name="Object 68"/>
          <p:cNvGraphicFramePr>
            <a:graphicFrameLocks noChangeAspect="1"/>
          </p:cNvGraphicFramePr>
          <p:nvPr/>
        </p:nvGraphicFramePr>
        <p:xfrm>
          <a:off x="8024813" y="2139950"/>
          <a:ext cx="334962" cy="306388"/>
        </p:xfrm>
        <a:graphic>
          <a:graphicData uri="http://schemas.openxmlformats.org/presentationml/2006/ole">
            <p:oleObj spid="_x0000_s38930" name="Equation" r:id="rId23" imgW="330120" imgH="304560" progId="Equation.3">
              <p:embed/>
            </p:oleObj>
          </a:graphicData>
        </a:graphic>
      </p:graphicFrame>
      <p:graphicFrame>
        <p:nvGraphicFramePr>
          <p:cNvPr id="102469" name="Object 69"/>
          <p:cNvGraphicFramePr>
            <a:graphicFrameLocks noChangeAspect="1"/>
          </p:cNvGraphicFramePr>
          <p:nvPr/>
        </p:nvGraphicFramePr>
        <p:xfrm>
          <a:off x="8154988" y="1087438"/>
          <a:ext cx="280987" cy="292100"/>
        </p:xfrm>
        <a:graphic>
          <a:graphicData uri="http://schemas.openxmlformats.org/presentationml/2006/ole">
            <p:oleObj spid="_x0000_s38931" name="Equation" r:id="rId24" imgW="279360" imgH="291960" progId="Equation.3">
              <p:embed/>
            </p:oleObj>
          </a:graphicData>
        </a:graphic>
      </p:graphicFrame>
      <p:graphicFrame>
        <p:nvGraphicFramePr>
          <p:cNvPr id="102470" name="Object 70"/>
          <p:cNvGraphicFramePr>
            <a:graphicFrameLocks noChangeAspect="1"/>
          </p:cNvGraphicFramePr>
          <p:nvPr/>
        </p:nvGraphicFramePr>
        <p:xfrm>
          <a:off x="8383588" y="1166813"/>
          <a:ext cx="280987" cy="288925"/>
        </p:xfrm>
        <a:graphic>
          <a:graphicData uri="http://schemas.openxmlformats.org/presentationml/2006/ole">
            <p:oleObj spid="_x0000_s38932" name="Equation" r:id="rId25" imgW="279360" imgH="291960" progId="Equation.3">
              <p:embed/>
            </p:oleObj>
          </a:graphicData>
        </a:graphic>
      </p:graphicFrame>
      <p:sp>
        <p:nvSpPr>
          <p:cNvPr id="102471" name="Rectangle 71"/>
          <p:cNvSpPr>
            <a:spLocks noChangeArrowheads="1"/>
          </p:cNvSpPr>
          <p:nvPr/>
        </p:nvSpPr>
        <p:spPr bwMode="auto">
          <a:xfrm>
            <a:off x="2133600" y="1484313"/>
            <a:ext cx="1295400" cy="457200"/>
          </a:xfrm>
          <a:prstGeom prst="rect">
            <a:avLst/>
          </a:prstGeom>
          <a:noFill/>
          <a:ln w="9525">
            <a:noFill/>
            <a:miter lim="800000"/>
            <a:headEnd/>
            <a:tailEnd/>
          </a:ln>
        </p:spPr>
        <p:txBody>
          <a:bodyPr>
            <a:spAutoFit/>
          </a:bodyPr>
          <a:lstStyle/>
          <a:p>
            <a:pPr algn="ctr"/>
            <a:r>
              <a:rPr kumimoji="1" lang="zh-CN" altLang="en-US" sz="2400">
                <a:latin typeface="Times New Roman" pitchFamily="18" charset="0"/>
              </a:rPr>
              <a:t>动点 </a:t>
            </a:r>
            <a:r>
              <a:rPr kumimoji="1" lang="en-US" altLang="zh-CN" sz="2400" i="1">
                <a:solidFill>
                  <a:srgbClr val="FF6600"/>
                </a:solidFill>
                <a:latin typeface="Times New Roman" pitchFamily="18" charset="0"/>
              </a:rPr>
              <a:t>P</a:t>
            </a:r>
          </a:p>
        </p:txBody>
      </p:sp>
      <p:sp>
        <p:nvSpPr>
          <p:cNvPr id="102472" name="Rectangle 72"/>
          <p:cNvSpPr>
            <a:spLocks noChangeArrowheads="1"/>
          </p:cNvSpPr>
          <p:nvPr/>
        </p:nvSpPr>
        <p:spPr bwMode="auto">
          <a:xfrm>
            <a:off x="5603875" y="4365625"/>
            <a:ext cx="2424113" cy="457200"/>
          </a:xfrm>
          <a:prstGeom prst="rect">
            <a:avLst/>
          </a:prstGeom>
          <a:noFill/>
          <a:ln w="9525">
            <a:noFill/>
            <a:miter lim="800000"/>
            <a:headEnd/>
            <a:tailEnd/>
          </a:ln>
        </p:spPr>
        <p:txBody>
          <a:bodyPr>
            <a:spAutoFit/>
          </a:bodyPr>
          <a:lstStyle/>
          <a:p>
            <a:r>
              <a:rPr kumimoji="1" lang="en-US" altLang="zh-CN" sz="2400">
                <a:latin typeface="Times New Roman" pitchFamily="18" charset="0"/>
              </a:rPr>
              <a:t>— </a:t>
            </a:r>
            <a:r>
              <a:rPr kumimoji="1" lang="zh-CN" altLang="en-US" sz="2400">
                <a:latin typeface="Times New Roman" pitchFamily="18" charset="0"/>
              </a:rPr>
              <a:t>牵连位移</a:t>
            </a:r>
          </a:p>
        </p:txBody>
      </p:sp>
      <p:sp>
        <p:nvSpPr>
          <p:cNvPr id="102473" name="Rectangle 73"/>
          <p:cNvSpPr>
            <a:spLocks noChangeArrowheads="1"/>
          </p:cNvSpPr>
          <p:nvPr/>
        </p:nvSpPr>
        <p:spPr bwMode="auto">
          <a:xfrm>
            <a:off x="5614988" y="4916488"/>
            <a:ext cx="2486025" cy="457200"/>
          </a:xfrm>
          <a:prstGeom prst="rect">
            <a:avLst/>
          </a:prstGeom>
          <a:noFill/>
          <a:ln w="9525">
            <a:noFill/>
            <a:miter lim="800000"/>
            <a:headEnd/>
            <a:tailEnd/>
          </a:ln>
        </p:spPr>
        <p:txBody>
          <a:bodyPr>
            <a:spAutoFit/>
          </a:bodyPr>
          <a:lstStyle/>
          <a:p>
            <a:r>
              <a:rPr kumimoji="1" lang="en-US" altLang="zh-CN" sz="2400">
                <a:latin typeface="Times New Roman" pitchFamily="18" charset="0"/>
              </a:rPr>
              <a:t>— </a:t>
            </a:r>
            <a:r>
              <a:rPr kumimoji="1" lang="zh-CN" altLang="en-US" sz="2400">
                <a:latin typeface="Times New Roman" pitchFamily="18" charset="0"/>
              </a:rPr>
              <a:t>相对位移</a:t>
            </a:r>
          </a:p>
        </p:txBody>
      </p:sp>
      <p:sp>
        <p:nvSpPr>
          <p:cNvPr id="102474" name="Rectangle 74"/>
          <p:cNvSpPr>
            <a:spLocks noChangeArrowheads="1"/>
          </p:cNvSpPr>
          <p:nvPr/>
        </p:nvSpPr>
        <p:spPr bwMode="auto">
          <a:xfrm>
            <a:off x="5603875" y="5445125"/>
            <a:ext cx="2281238" cy="457200"/>
          </a:xfrm>
          <a:prstGeom prst="rect">
            <a:avLst/>
          </a:prstGeom>
          <a:noFill/>
          <a:ln w="9525">
            <a:noFill/>
            <a:miter lim="800000"/>
            <a:headEnd/>
            <a:tailEnd/>
          </a:ln>
        </p:spPr>
        <p:txBody>
          <a:bodyPr>
            <a:spAutoFit/>
          </a:bodyPr>
          <a:lstStyle/>
          <a:p>
            <a:pPr>
              <a:spcBef>
                <a:spcPct val="50000"/>
              </a:spcBef>
            </a:pPr>
            <a:r>
              <a:rPr kumimoji="1" lang="en-US" altLang="zh-CN" sz="2400">
                <a:latin typeface="Times New Roman" pitchFamily="18" charset="0"/>
              </a:rPr>
              <a:t>— </a:t>
            </a:r>
            <a:r>
              <a:rPr kumimoji="1" lang="zh-CN" altLang="en-US" sz="2400">
                <a:latin typeface="Times New Roman" pitchFamily="18" charset="0"/>
              </a:rPr>
              <a:t>绝对位移</a:t>
            </a:r>
          </a:p>
        </p:txBody>
      </p:sp>
      <p:sp>
        <p:nvSpPr>
          <p:cNvPr id="102475" name="Line 75"/>
          <p:cNvSpPr>
            <a:spLocks noChangeShapeType="1"/>
          </p:cNvSpPr>
          <p:nvPr/>
        </p:nvSpPr>
        <p:spPr bwMode="auto">
          <a:xfrm flipH="1">
            <a:off x="6111875" y="2674938"/>
            <a:ext cx="228600" cy="838200"/>
          </a:xfrm>
          <a:prstGeom prst="line">
            <a:avLst/>
          </a:prstGeom>
          <a:noFill/>
          <a:ln w="38100">
            <a:solidFill>
              <a:srgbClr val="CC0000"/>
            </a:solidFill>
            <a:prstDash val="sysDot"/>
            <a:round/>
            <a:headEnd/>
            <a:tailEnd/>
          </a:ln>
        </p:spPr>
        <p:txBody>
          <a:bodyPr anchor="ctr"/>
          <a:lstStyle/>
          <a:p>
            <a:endParaRPr lang="zh-CN" altLang="en-US"/>
          </a:p>
        </p:txBody>
      </p:sp>
      <p:sp>
        <p:nvSpPr>
          <p:cNvPr id="102476" name="Line 76"/>
          <p:cNvSpPr>
            <a:spLocks noChangeShapeType="1"/>
          </p:cNvSpPr>
          <p:nvPr/>
        </p:nvSpPr>
        <p:spPr bwMode="auto">
          <a:xfrm flipH="1">
            <a:off x="7702550" y="2293938"/>
            <a:ext cx="228600" cy="838200"/>
          </a:xfrm>
          <a:prstGeom prst="line">
            <a:avLst/>
          </a:prstGeom>
          <a:noFill/>
          <a:ln w="28575">
            <a:solidFill>
              <a:srgbClr val="CC0000"/>
            </a:solidFill>
            <a:prstDash val="sysDot"/>
            <a:round/>
            <a:headEnd/>
            <a:tailEnd/>
          </a:ln>
        </p:spPr>
        <p:txBody>
          <a:bodyPr anchor="ctr"/>
          <a:lstStyle/>
          <a:p>
            <a:endParaRPr lang="zh-CN" altLang="en-US"/>
          </a:p>
        </p:txBody>
      </p:sp>
      <p:sp>
        <p:nvSpPr>
          <p:cNvPr id="102477" name="Line 77"/>
          <p:cNvSpPr>
            <a:spLocks noChangeShapeType="1"/>
          </p:cNvSpPr>
          <p:nvPr/>
        </p:nvSpPr>
        <p:spPr bwMode="auto">
          <a:xfrm flipH="1">
            <a:off x="5148263" y="2674938"/>
            <a:ext cx="1192212" cy="1474787"/>
          </a:xfrm>
          <a:prstGeom prst="line">
            <a:avLst/>
          </a:prstGeom>
          <a:noFill/>
          <a:ln w="38100">
            <a:solidFill>
              <a:schemeClr val="accent2"/>
            </a:solidFill>
            <a:prstDash val="dash"/>
            <a:round/>
            <a:headEnd/>
            <a:tailEnd/>
          </a:ln>
        </p:spPr>
        <p:txBody>
          <a:bodyPr anchor="ctr"/>
          <a:lstStyle/>
          <a:p>
            <a:endParaRPr lang="zh-CN" altLang="en-US"/>
          </a:p>
        </p:txBody>
      </p:sp>
      <p:sp>
        <p:nvSpPr>
          <p:cNvPr id="102478" name="Line 78"/>
          <p:cNvSpPr>
            <a:spLocks noChangeShapeType="1"/>
          </p:cNvSpPr>
          <p:nvPr/>
        </p:nvSpPr>
        <p:spPr bwMode="auto">
          <a:xfrm rot="21378022" flipV="1">
            <a:off x="6121400" y="3155950"/>
            <a:ext cx="1598613" cy="341313"/>
          </a:xfrm>
          <a:prstGeom prst="line">
            <a:avLst/>
          </a:prstGeom>
          <a:noFill/>
          <a:ln w="38100">
            <a:solidFill>
              <a:srgbClr val="00FF00"/>
            </a:solidFill>
            <a:prstDash val="lgDash"/>
            <a:round/>
            <a:headEnd/>
            <a:tailEnd type="triangle" w="sm" len="lg"/>
          </a:ln>
        </p:spPr>
        <p:txBody>
          <a:bodyPr/>
          <a:lstStyle/>
          <a:p>
            <a:endParaRPr lang="zh-CN" altLang="en-US"/>
          </a:p>
        </p:txBody>
      </p:sp>
      <p:graphicFrame>
        <p:nvGraphicFramePr>
          <p:cNvPr id="102479" name="Object 79"/>
          <p:cNvGraphicFramePr>
            <a:graphicFrameLocks noChangeAspect="1"/>
          </p:cNvGraphicFramePr>
          <p:nvPr/>
        </p:nvGraphicFramePr>
        <p:xfrm>
          <a:off x="2822575" y="6010275"/>
          <a:ext cx="2562225" cy="514350"/>
        </p:xfrm>
        <a:graphic>
          <a:graphicData uri="http://schemas.openxmlformats.org/presentationml/2006/ole">
            <p:oleObj spid="_x0000_s38933" name="Equation" r:id="rId26" imgW="1180800" imgH="228600" progId="Equation.DSMT4">
              <p:embed/>
            </p:oleObj>
          </a:graphicData>
        </a:graphic>
      </p:graphicFrame>
      <p:sp>
        <p:nvSpPr>
          <p:cNvPr id="38972" name="Text Box 80"/>
          <p:cNvSpPr txBox="1">
            <a:spLocks noChangeArrowheads="1"/>
          </p:cNvSpPr>
          <p:nvPr/>
        </p:nvSpPr>
        <p:spPr bwMode="auto">
          <a:xfrm>
            <a:off x="468313" y="461963"/>
            <a:ext cx="8167687" cy="519112"/>
          </a:xfrm>
          <a:prstGeom prst="rect">
            <a:avLst/>
          </a:prstGeom>
          <a:noFill/>
          <a:ln w="12700" cap="sq">
            <a:noFill/>
            <a:miter lim="800000"/>
            <a:headEnd type="none" w="sm" len="sm"/>
            <a:tailEnd type="none" w="sm" len="sm"/>
          </a:ln>
        </p:spPr>
        <p:txBody>
          <a:bodyPr>
            <a:spAutoFit/>
          </a:bodyPr>
          <a:lstStyle/>
          <a:p>
            <a:pPr algn="ctr"/>
            <a:r>
              <a:rPr kumimoji="1" lang="zh-CN" altLang="en-US" sz="2800">
                <a:solidFill>
                  <a:schemeClr val="accent2"/>
                </a:solidFill>
                <a:latin typeface="Times New Roman" pitchFamily="18" charset="0"/>
                <a:ea typeface="黑体" pitchFamily="49" charset="-122"/>
              </a:rPr>
              <a:t>§1.</a:t>
            </a:r>
            <a:r>
              <a:rPr kumimoji="1" lang="en-US" altLang="zh-CN" sz="2800">
                <a:solidFill>
                  <a:schemeClr val="accent2"/>
                </a:solidFill>
                <a:latin typeface="Times New Roman" pitchFamily="18" charset="0"/>
                <a:ea typeface="黑体" pitchFamily="49" charset="-122"/>
              </a:rPr>
              <a:t>6</a:t>
            </a:r>
            <a:r>
              <a:rPr kumimoji="1" lang="zh-CN" altLang="en-US" sz="2800">
                <a:solidFill>
                  <a:schemeClr val="accent2"/>
                </a:solidFill>
                <a:latin typeface="Times New Roman" pitchFamily="18" charset="0"/>
                <a:ea typeface="黑体" pitchFamily="49" charset="-122"/>
              </a:rPr>
              <a:t>  相对运动 </a:t>
            </a:r>
          </a:p>
        </p:txBody>
      </p:sp>
      <p:sp>
        <p:nvSpPr>
          <p:cNvPr id="102481" name="Line 81"/>
          <p:cNvSpPr>
            <a:spLocks noChangeShapeType="1"/>
          </p:cNvSpPr>
          <p:nvPr/>
        </p:nvSpPr>
        <p:spPr bwMode="auto">
          <a:xfrm flipV="1">
            <a:off x="5148263" y="3573463"/>
            <a:ext cx="936625" cy="576262"/>
          </a:xfrm>
          <a:prstGeom prst="line">
            <a:avLst/>
          </a:prstGeom>
          <a:noFill/>
          <a:ln w="38100">
            <a:solidFill>
              <a:srgbClr val="CC0000"/>
            </a:solidFill>
            <a:prstDash val="sysDot"/>
            <a:round/>
            <a:headEnd/>
            <a:tailEnd/>
          </a:ln>
        </p:spPr>
        <p:txBody>
          <a:bodyPr/>
          <a:lstStyle/>
          <a:p>
            <a:endParaRPr lang="zh-CN" altLang="en-US"/>
          </a:p>
        </p:txBody>
      </p:sp>
      <p:graphicFrame>
        <p:nvGraphicFramePr>
          <p:cNvPr id="102482" name="Object 82"/>
          <p:cNvGraphicFramePr>
            <a:graphicFrameLocks noChangeAspect="1"/>
          </p:cNvGraphicFramePr>
          <p:nvPr/>
        </p:nvGraphicFramePr>
        <p:xfrm>
          <a:off x="5364163" y="2979738"/>
          <a:ext cx="320675" cy="449262"/>
        </p:xfrm>
        <a:graphic>
          <a:graphicData uri="http://schemas.openxmlformats.org/presentationml/2006/ole">
            <p:oleObj spid="_x0000_s38934" name="Equation" r:id="rId27" imgW="126720" imgH="177480" progId="Equation.DSMT4">
              <p:embed/>
            </p:oleObj>
          </a:graphicData>
        </a:graphic>
      </p:graphicFrame>
      <p:graphicFrame>
        <p:nvGraphicFramePr>
          <p:cNvPr id="102483" name="Object 83"/>
          <p:cNvGraphicFramePr>
            <a:graphicFrameLocks noChangeAspect="1"/>
          </p:cNvGraphicFramePr>
          <p:nvPr/>
        </p:nvGraphicFramePr>
        <p:xfrm>
          <a:off x="5634038" y="3716338"/>
          <a:ext cx="306387" cy="504825"/>
        </p:xfrm>
        <a:graphic>
          <a:graphicData uri="http://schemas.openxmlformats.org/presentationml/2006/ole">
            <p:oleObj spid="_x0000_s38935" name="Equation" r:id="rId28" imgW="139680" imgH="228600" progId="Equation.DSMT4">
              <p:embed/>
            </p:oleObj>
          </a:graphicData>
        </a:graphic>
      </p:graphicFrame>
      <p:graphicFrame>
        <p:nvGraphicFramePr>
          <p:cNvPr id="102484" name="Object 84"/>
          <p:cNvGraphicFramePr>
            <a:graphicFrameLocks noChangeAspect="1"/>
          </p:cNvGraphicFramePr>
          <p:nvPr/>
        </p:nvGraphicFramePr>
        <p:xfrm>
          <a:off x="6156325" y="2924175"/>
          <a:ext cx="385763" cy="449263"/>
        </p:xfrm>
        <a:graphic>
          <a:graphicData uri="http://schemas.openxmlformats.org/presentationml/2006/ole">
            <p:oleObj spid="_x0000_s38936" name="Equation" r:id="rId29" imgW="152280" imgH="177480" progId="Equation.DSMT4">
              <p:embed/>
            </p:oleObj>
          </a:graphicData>
        </a:graphic>
      </p:graphicFrame>
      <p:graphicFrame>
        <p:nvGraphicFramePr>
          <p:cNvPr id="102485" name="Object 85"/>
          <p:cNvGraphicFramePr>
            <a:graphicFrameLocks noChangeAspect="1"/>
          </p:cNvGraphicFramePr>
          <p:nvPr/>
        </p:nvGraphicFramePr>
        <p:xfrm>
          <a:off x="1978025" y="3851275"/>
          <a:ext cx="1514475" cy="514350"/>
        </p:xfrm>
        <a:graphic>
          <a:graphicData uri="http://schemas.openxmlformats.org/presentationml/2006/ole">
            <p:oleObj spid="_x0000_s38937" name="Equation" r:id="rId30" imgW="609480" imgH="228600" progId="Equation.DSMT4">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02444"/>
                                        </p:tgtEl>
                                        <p:attrNameLst>
                                          <p:attrName>style.visibility</p:attrName>
                                        </p:attrNameLst>
                                      </p:cBhvr>
                                      <p:to>
                                        <p:strVal val="visible"/>
                                      </p:to>
                                    </p:set>
                                    <p:animEffect transition="in" filter="wipe(left)">
                                      <p:cBhvr>
                                        <p:cTn id="11" dur="500"/>
                                        <p:tgtEl>
                                          <p:spTgt spid="10244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02440"/>
                                        </p:tgtEl>
                                        <p:attrNameLst>
                                          <p:attrName>style.visibility</p:attrName>
                                        </p:attrNameLst>
                                      </p:cBhvr>
                                      <p:to>
                                        <p:strVal val="visible"/>
                                      </p:to>
                                    </p:set>
                                    <p:animEffect transition="in" filter="wipe(left)">
                                      <p:cBhvr>
                                        <p:cTn id="16" dur="500"/>
                                        <p:tgtEl>
                                          <p:spTgt spid="102440"/>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02471"/>
                                        </p:tgtEl>
                                        <p:attrNameLst>
                                          <p:attrName>style.visibility</p:attrName>
                                        </p:attrNameLst>
                                      </p:cBhvr>
                                      <p:to>
                                        <p:strVal val="visible"/>
                                      </p:to>
                                    </p:set>
                                    <p:animEffect transition="in" filter="wipe(left)">
                                      <p:cBhvr>
                                        <p:cTn id="20" dur="500"/>
                                        <p:tgtEl>
                                          <p:spTgt spid="102471"/>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102465"/>
                                        </p:tgtEl>
                                        <p:attrNameLst>
                                          <p:attrName>style.visibility</p:attrName>
                                        </p:attrNameLst>
                                      </p:cBhvr>
                                      <p:to>
                                        <p:strVal val="visible"/>
                                      </p:to>
                                    </p:set>
                                    <p:animEffect transition="in" filter="wipe(left)">
                                      <p:cBhvr>
                                        <p:cTn id="24" dur="500"/>
                                        <p:tgtEl>
                                          <p:spTgt spid="10246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02446"/>
                                        </p:tgtEl>
                                        <p:attrNameLst>
                                          <p:attrName>style.visibility</p:attrName>
                                        </p:attrNameLst>
                                      </p:cBhvr>
                                      <p:to>
                                        <p:strVal val="visible"/>
                                      </p:to>
                                    </p:set>
                                    <p:animEffect transition="in" filter="wipe(left)">
                                      <p:cBhvr>
                                        <p:cTn id="29" dur="500"/>
                                        <p:tgtEl>
                                          <p:spTgt spid="10244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02455"/>
                                        </p:tgtEl>
                                        <p:attrNameLst>
                                          <p:attrName>style.visibility</p:attrName>
                                        </p:attrNameLst>
                                      </p:cBhvr>
                                      <p:to>
                                        <p:strVal val="visible"/>
                                      </p:to>
                                    </p:set>
                                    <p:animEffect transition="in" filter="wipe(left)">
                                      <p:cBhvr>
                                        <p:cTn id="34" dur="500"/>
                                        <p:tgtEl>
                                          <p:spTgt spid="10245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02458"/>
                                        </p:tgtEl>
                                        <p:attrNameLst>
                                          <p:attrName>style.visibility</p:attrName>
                                        </p:attrNameLst>
                                      </p:cBhvr>
                                      <p:to>
                                        <p:strVal val="visible"/>
                                      </p:to>
                                    </p:set>
                                    <p:animEffect transition="in" filter="wipe(left)">
                                      <p:cBhvr>
                                        <p:cTn id="39" dur="500"/>
                                        <p:tgtEl>
                                          <p:spTgt spid="102458"/>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102431"/>
                                        </p:tgtEl>
                                        <p:attrNameLst>
                                          <p:attrName>style.visibility</p:attrName>
                                        </p:attrNameLst>
                                      </p:cBhvr>
                                      <p:to>
                                        <p:strVal val="visible"/>
                                      </p:to>
                                    </p:set>
                                    <p:animEffect transition="in" filter="wipe(left)">
                                      <p:cBhvr>
                                        <p:cTn id="43" dur="500"/>
                                        <p:tgtEl>
                                          <p:spTgt spid="102431"/>
                                        </p:tgtEl>
                                      </p:cBhvr>
                                    </p:animEffect>
                                  </p:childTnLst>
                                </p:cTn>
                              </p:par>
                            </p:childTnLst>
                          </p:cTn>
                        </p:par>
                        <p:par>
                          <p:cTn id="44" fill="hold">
                            <p:stCondLst>
                              <p:cond delay="1000"/>
                            </p:stCondLst>
                            <p:childTnLst>
                              <p:par>
                                <p:cTn id="45" presetID="22" presetClass="entr" presetSubtype="8" fill="hold" nodeType="afterEffect">
                                  <p:stCondLst>
                                    <p:cond delay="0"/>
                                  </p:stCondLst>
                                  <p:childTnLst>
                                    <p:set>
                                      <p:cBhvr>
                                        <p:cTn id="46" dur="1" fill="hold">
                                          <p:stCondLst>
                                            <p:cond delay="0"/>
                                          </p:stCondLst>
                                        </p:cTn>
                                        <p:tgtEl>
                                          <p:spTgt spid="102460"/>
                                        </p:tgtEl>
                                        <p:attrNameLst>
                                          <p:attrName>style.visibility</p:attrName>
                                        </p:attrNameLst>
                                      </p:cBhvr>
                                      <p:to>
                                        <p:strVal val="visible"/>
                                      </p:to>
                                    </p:set>
                                    <p:animEffect transition="in" filter="wipe(left)">
                                      <p:cBhvr>
                                        <p:cTn id="47" dur="500"/>
                                        <p:tgtEl>
                                          <p:spTgt spid="102460"/>
                                        </p:tgtEl>
                                      </p:cBhvr>
                                    </p:animEffect>
                                  </p:childTnLst>
                                </p:cTn>
                              </p:par>
                            </p:childTnLst>
                          </p:cTn>
                        </p:par>
                        <p:par>
                          <p:cTn id="48" fill="hold">
                            <p:stCondLst>
                              <p:cond delay="1500"/>
                            </p:stCondLst>
                            <p:childTnLst>
                              <p:par>
                                <p:cTn id="49" presetID="22" presetClass="entr" presetSubtype="4" fill="hold" grpId="0" nodeType="afterEffect">
                                  <p:stCondLst>
                                    <p:cond delay="0"/>
                                  </p:stCondLst>
                                  <p:childTnLst>
                                    <p:set>
                                      <p:cBhvr>
                                        <p:cTn id="50" dur="1" fill="hold">
                                          <p:stCondLst>
                                            <p:cond delay="0"/>
                                          </p:stCondLst>
                                        </p:cTn>
                                        <p:tgtEl>
                                          <p:spTgt spid="102430"/>
                                        </p:tgtEl>
                                        <p:attrNameLst>
                                          <p:attrName>style.visibility</p:attrName>
                                        </p:attrNameLst>
                                      </p:cBhvr>
                                      <p:to>
                                        <p:strVal val="visible"/>
                                      </p:to>
                                    </p:set>
                                    <p:animEffect transition="in" filter="wipe(down)">
                                      <p:cBhvr>
                                        <p:cTn id="51" dur="500"/>
                                        <p:tgtEl>
                                          <p:spTgt spid="102430"/>
                                        </p:tgtEl>
                                      </p:cBhvr>
                                    </p:animEffect>
                                  </p:childTnLst>
                                </p:cTn>
                              </p:par>
                            </p:childTnLst>
                          </p:cTn>
                        </p:par>
                        <p:par>
                          <p:cTn id="52" fill="hold">
                            <p:stCondLst>
                              <p:cond delay="2000"/>
                            </p:stCondLst>
                            <p:childTnLst>
                              <p:par>
                                <p:cTn id="53" presetID="22" presetClass="entr" presetSubtype="8" fill="hold" nodeType="afterEffect">
                                  <p:stCondLst>
                                    <p:cond delay="0"/>
                                  </p:stCondLst>
                                  <p:childTnLst>
                                    <p:set>
                                      <p:cBhvr>
                                        <p:cTn id="54" dur="1" fill="hold">
                                          <p:stCondLst>
                                            <p:cond delay="0"/>
                                          </p:stCondLst>
                                        </p:cTn>
                                        <p:tgtEl>
                                          <p:spTgt spid="102459"/>
                                        </p:tgtEl>
                                        <p:attrNameLst>
                                          <p:attrName>style.visibility</p:attrName>
                                        </p:attrNameLst>
                                      </p:cBhvr>
                                      <p:to>
                                        <p:strVal val="visible"/>
                                      </p:to>
                                    </p:set>
                                    <p:animEffect transition="in" filter="wipe(left)">
                                      <p:cBhvr>
                                        <p:cTn id="55" dur="500"/>
                                        <p:tgtEl>
                                          <p:spTgt spid="102459"/>
                                        </p:tgtEl>
                                      </p:cBhvr>
                                    </p:animEffect>
                                  </p:childTnLst>
                                </p:cTn>
                              </p:par>
                            </p:childTnLst>
                          </p:cTn>
                        </p:par>
                        <p:par>
                          <p:cTn id="56" fill="hold">
                            <p:stCondLst>
                              <p:cond delay="2500"/>
                            </p:stCondLst>
                            <p:childTnLst>
                              <p:par>
                                <p:cTn id="57" presetID="22" presetClass="entr" presetSubtype="8" fill="hold" nodeType="afterEffect">
                                  <p:stCondLst>
                                    <p:cond delay="0"/>
                                  </p:stCondLst>
                                  <p:childTnLst>
                                    <p:set>
                                      <p:cBhvr>
                                        <p:cTn id="58" dur="1" fill="hold">
                                          <p:stCondLst>
                                            <p:cond delay="0"/>
                                          </p:stCondLst>
                                        </p:cTn>
                                        <p:tgtEl>
                                          <p:spTgt spid="102461"/>
                                        </p:tgtEl>
                                        <p:attrNameLst>
                                          <p:attrName>style.visibility</p:attrName>
                                        </p:attrNameLst>
                                      </p:cBhvr>
                                      <p:to>
                                        <p:strVal val="visible"/>
                                      </p:to>
                                    </p:set>
                                    <p:animEffect transition="in" filter="wipe(left)">
                                      <p:cBhvr>
                                        <p:cTn id="59" dur="500"/>
                                        <p:tgtEl>
                                          <p:spTgt spid="102461"/>
                                        </p:tgtEl>
                                      </p:cBhvr>
                                    </p:animEffect>
                                  </p:childTnLst>
                                </p:cTn>
                              </p:par>
                            </p:childTnLst>
                          </p:cTn>
                        </p:par>
                      </p:childTnLst>
                    </p:cTn>
                  </p:par>
                  <p:par>
                    <p:cTn id="60" fill="hold">
                      <p:stCondLst>
                        <p:cond delay="indefinite"/>
                      </p:stCondLst>
                      <p:childTnLst>
                        <p:par>
                          <p:cTn id="61" fill="hold">
                            <p:stCondLst>
                              <p:cond delay="0"/>
                            </p:stCondLst>
                            <p:childTnLst>
                              <p:par>
                                <p:cTn id="62" presetID="24" presetClass="entr" presetSubtype="0" fill="hold" nodeType="clickEffect">
                                  <p:stCondLst>
                                    <p:cond delay="0"/>
                                  </p:stCondLst>
                                  <p:childTnLst>
                                    <p:set>
                                      <p:cBhvr>
                                        <p:cTn id="63" dur="1" fill="hold">
                                          <p:stCondLst>
                                            <p:cond delay="0"/>
                                          </p:stCondLst>
                                        </p:cTn>
                                        <p:tgtEl>
                                          <p:spTgt spid="2"/>
                                        </p:tgtEl>
                                        <p:attrNameLst>
                                          <p:attrName>style.visibility</p:attrName>
                                        </p:attrNameLst>
                                      </p:cBhvr>
                                      <p:to>
                                        <p:strVal val="visible"/>
                                      </p:to>
                                    </p:set>
                                    <p:anim to="" calcmode="lin" valueType="num">
                                      <p:cBhvr>
                                        <p:cTn id="64" dur="1" fill="hold"/>
                                        <p:tgtEl>
                                          <p:spTgt spid="2"/>
                                        </p:tgtEl>
                                        <p:attrNameLst>
                                          <p:attrName/>
                                        </p:attrNameLst>
                                      </p:cBhvr>
                                    </p:anim>
                                  </p:childTnLst>
                                </p:cTn>
                              </p:par>
                            </p:childTnLst>
                          </p:cTn>
                        </p:par>
                        <p:par>
                          <p:cTn id="65" fill="hold">
                            <p:stCondLst>
                              <p:cond delay="0"/>
                            </p:stCondLst>
                            <p:childTnLst>
                              <p:par>
                                <p:cTn id="66" presetID="22" presetClass="entr" presetSubtype="8" fill="hold" nodeType="afterEffect">
                                  <p:stCondLst>
                                    <p:cond delay="0"/>
                                  </p:stCondLst>
                                  <p:childTnLst>
                                    <p:set>
                                      <p:cBhvr>
                                        <p:cTn id="67" dur="1" fill="hold">
                                          <p:stCondLst>
                                            <p:cond delay="0"/>
                                          </p:stCondLst>
                                        </p:cTn>
                                        <p:tgtEl>
                                          <p:spTgt spid="102457"/>
                                        </p:tgtEl>
                                        <p:attrNameLst>
                                          <p:attrName>style.visibility</p:attrName>
                                        </p:attrNameLst>
                                      </p:cBhvr>
                                      <p:to>
                                        <p:strVal val="visible"/>
                                      </p:to>
                                    </p:set>
                                    <p:animEffect transition="in" filter="wipe(left)">
                                      <p:cBhvr>
                                        <p:cTn id="68" dur="500"/>
                                        <p:tgtEl>
                                          <p:spTgt spid="102457"/>
                                        </p:tgtEl>
                                      </p:cBhvr>
                                    </p:animEffect>
                                  </p:childTnLst>
                                </p:cTn>
                              </p:par>
                            </p:childTnLst>
                          </p:cTn>
                        </p:par>
                        <p:par>
                          <p:cTn id="69" fill="hold">
                            <p:stCondLst>
                              <p:cond delay="500"/>
                            </p:stCondLst>
                            <p:childTnLst>
                              <p:par>
                                <p:cTn id="70" presetID="22" presetClass="entr" presetSubtype="8" fill="hold" grpId="0" nodeType="afterEffect">
                                  <p:stCondLst>
                                    <p:cond delay="0"/>
                                  </p:stCondLst>
                                  <p:childTnLst>
                                    <p:set>
                                      <p:cBhvr>
                                        <p:cTn id="71" dur="1" fill="hold">
                                          <p:stCondLst>
                                            <p:cond delay="0"/>
                                          </p:stCondLst>
                                        </p:cTn>
                                        <p:tgtEl>
                                          <p:spTgt spid="102439"/>
                                        </p:tgtEl>
                                        <p:attrNameLst>
                                          <p:attrName>style.visibility</p:attrName>
                                        </p:attrNameLst>
                                      </p:cBhvr>
                                      <p:to>
                                        <p:strVal val="visible"/>
                                      </p:to>
                                    </p:set>
                                    <p:animEffect transition="in" filter="wipe(left)">
                                      <p:cBhvr>
                                        <p:cTn id="72" dur="500"/>
                                        <p:tgtEl>
                                          <p:spTgt spid="102439"/>
                                        </p:tgtEl>
                                      </p:cBhvr>
                                    </p:animEffect>
                                  </p:childTnLst>
                                </p:cTn>
                              </p:par>
                            </p:childTnLst>
                          </p:cTn>
                        </p:par>
                        <p:par>
                          <p:cTn id="73" fill="hold">
                            <p:stCondLst>
                              <p:cond delay="1000"/>
                            </p:stCondLst>
                            <p:childTnLst>
                              <p:par>
                                <p:cTn id="74" presetID="22" presetClass="entr" presetSubtype="4" fill="hold" grpId="0" nodeType="afterEffect">
                                  <p:stCondLst>
                                    <p:cond delay="0"/>
                                  </p:stCondLst>
                                  <p:childTnLst>
                                    <p:set>
                                      <p:cBhvr>
                                        <p:cTn id="75" dur="1" fill="hold">
                                          <p:stCondLst>
                                            <p:cond delay="0"/>
                                          </p:stCondLst>
                                        </p:cTn>
                                        <p:tgtEl>
                                          <p:spTgt spid="102438"/>
                                        </p:tgtEl>
                                        <p:attrNameLst>
                                          <p:attrName>style.visibility</p:attrName>
                                        </p:attrNameLst>
                                      </p:cBhvr>
                                      <p:to>
                                        <p:strVal val="visible"/>
                                      </p:to>
                                    </p:set>
                                    <p:animEffect transition="in" filter="wipe(down)">
                                      <p:cBhvr>
                                        <p:cTn id="76" dur="500"/>
                                        <p:tgtEl>
                                          <p:spTgt spid="102438"/>
                                        </p:tgtEl>
                                      </p:cBhvr>
                                    </p:animEffect>
                                  </p:childTnLst>
                                </p:cTn>
                              </p:par>
                            </p:childTnLst>
                          </p:cTn>
                        </p:par>
                        <p:par>
                          <p:cTn id="77" fill="hold">
                            <p:stCondLst>
                              <p:cond delay="1500"/>
                            </p:stCondLst>
                            <p:childTnLst>
                              <p:par>
                                <p:cTn id="78" presetID="22" presetClass="entr" presetSubtype="8" fill="hold" nodeType="afterEffect">
                                  <p:stCondLst>
                                    <p:cond delay="0"/>
                                  </p:stCondLst>
                                  <p:childTnLst>
                                    <p:set>
                                      <p:cBhvr>
                                        <p:cTn id="79" dur="1" fill="hold">
                                          <p:stCondLst>
                                            <p:cond delay="0"/>
                                          </p:stCondLst>
                                        </p:cTn>
                                        <p:tgtEl>
                                          <p:spTgt spid="102456"/>
                                        </p:tgtEl>
                                        <p:attrNameLst>
                                          <p:attrName>style.visibility</p:attrName>
                                        </p:attrNameLst>
                                      </p:cBhvr>
                                      <p:to>
                                        <p:strVal val="visible"/>
                                      </p:to>
                                    </p:set>
                                    <p:animEffect transition="in" filter="wipe(left)">
                                      <p:cBhvr>
                                        <p:cTn id="80" dur="500"/>
                                        <p:tgtEl>
                                          <p:spTgt spid="102456"/>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102445"/>
                                        </p:tgtEl>
                                        <p:attrNameLst>
                                          <p:attrName>style.visibility</p:attrName>
                                        </p:attrNameLst>
                                      </p:cBhvr>
                                      <p:to>
                                        <p:strVal val="visible"/>
                                      </p:to>
                                    </p:set>
                                    <p:animEffect transition="in" filter="wipe(left)">
                                      <p:cBhvr>
                                        <p:cTn id="85" dur="500"/>
                                        <p:tgtEl>
                                          <p:spTgt spid="102445"/>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102447"/>
                                        </p:tgtEl>
                                        <p:attrNameLst>
                                          <p:attrName>style.visibility</p:attrName>
                                        </p:attrNameLst>
                                      </p:cBhvr>
                                      <p:to>
                                        <p:strVal val="visible"/>
                                      </p:to>
                                    </p:set>
                                    <p:animEffect transition="in" filter="wipe(left)">
                                      <p:cBhvr>
                                        <p:cTn id="90" dur="500"/>
                                        <p:tgtEl>
                                          <p:spTgt spid="102447"/>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4" fill="hold" grpId="0" nodeType="clickEffect">
                                  <p:stCondLst>
                                    <p:cond delay="0"/>
                                  </p:stCondLst>
                                  <p:childTnLst>
                                    <p:set>
                                      <p:cBhvr>
                                        <p:cTn id="94" dur="1" fill="hold">
                                          <p:stCondLst>
                                            <p:cond delay="0"/>
                                          </p:stCondLst>
                                        </p:cTn>
                                        <p:tgtEl>
                                          <p:spTgt spid="102477"/>
                                        </p:tgtEl>
                                        <p:attrNameLst>
                                          <p:attrName>style.visibility</p:attrName>
                                        </p:attrNameLst>
                                      </p:cBhvr>
                                      <p:to>
                                        <p:strVal val="visible"/>
                                      </p:to>
                                    </p:set>
                                    <p:animEffect transition="in" filter="wipe(down)">
                                      <p:cBhvr>
                                        <p:cTn id="95" dur="500"/>
                                        <p:tgtEl>
                                          <p:spTgt spid="102477"/>
                                        </p:tgtEl>
                                      </p:cBhvr>
                                    </p:animEffect>
                                  </p:childTnLst>
                                </p:cTn>
                              </p:par>
                            </p:childTnLst>
                          </p:cTn>
                        </p:par>
                        <p:par>
                          <p:cTn id="96" fill="hold">
                            <p:stCondLst>
                              <p:cond delay="500"/>
                            </p:stCondLst>
                            <p:childTnLst>
                              <p:par>
                                <p:cTn id="97" presetID="22" presetClass="entr" presetSubtype="8" fill="hold" nodeType="afterEffect">
                                  <p:stCondLst>
                                    <p:cond delay="0"/>
                                  </p:stCondLst>
                                  <p:childTnLst>
                                    <p:set>
                                      <p:cBhvr>
                                        <p:cTn id="98" dur="1" fill="hold">
                                          <p:stCondLst>
                                            <p:cond delay="0"/>
                                          </p:stCondLst>
                                        </p:cTn>
                                        <p:tgtEl>
                                          <p:spTgt spid="102466"/>
                                        </p:tgtEl>
                                        <p:attrNameLst>
                                          <p:attrName>style.visibility</p:attrName>
                                        </p:attrNameLst>
                                      </p:cBhvr>
                                      <p:to>
                                        <p:strVal val="visible"/>
                                      </p:to>
                                    </p:set>
                                    <p:animEffect transition="in" filter="wipe(left)">
                                      <p:cBhvr>
                                        <p:cTn id="99" dur="500"/>
                                        <p:tgtEl>
                                          <p:spTgt spid="102466"/>
                                        </p:tgtEl>
                                      </p:cBhvr>
                                    </p:animEffect>
                                  </p:childTnLst>
                                </p:cTn>
                              </p:par>
                            </p:childTnLst>
                          </p:cTn>
                        </p:par>
                        <p:par>
                          <p:cTn id="100" fill="hold">
                            <p:stCondLst>
                              <p:cond delay="1000"/>
                            </p:stCondLst>
                            <p:childTnLst>
                              <p:par>
                                <p:cTn id="101" presetID="1" presetClass="entr" presetSubtype="0" fill="hold" nodeType="afterEffect">
                                  <p:stCondLst>
                                    <p:cond delay="0"/>
                                  </p:stCondLst>
                                  <p:childTnLst>
                                    <p:set>
                                      <p:cBhvr>
                                        <p:cTn id="102" dur="1" fill="hold">
                                          <p:stCondLst>
                                            <p:cond delay="0"/>
                                          </p:stCondLst>
                                        </p:cTn>
                                        <p:tgtEl>
                                          <p:spTgt spid="102482"/>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22" presetClass="entr" presetSubtype="4" fill="hold" grpId="0" nodeType="clickEffect">
                                  <p:stCondLst>
                                    <p:cond delay="0"/>
                                  </p:stCondLst>
                                  <p:childTnLst>
                                    <p:set>
                                      <p:cBhvr>
                                        <p:cTn id="106" dur="1" fill="hold">
                                          <p:stCondLst>
                                            <p:cond delay="0"/>
                                          </p:stCondLst>
                                        </p:cTn>
                                        <p:tgtEl>
                                          <p:spTgt spid="102475"/>
                                        </p:tgtEl>
                                        <p:attrNameLst>
                                          <p:attrName>style.visibility</p:attrName>
                                        </p:attrNameLst>
                                      </p:cBhvr>
                                      <p:to>
                                        <p:strVal val="visible"/>
                                      </p:to>
                                    </p:set>
                                    <p:animEffect transition="in" filter="wipe(down)">
                                      <p:cBhvr>
                                        <p:cTn id="107" dur="500"/>
                                        <p:tgtEl>
                                          <p:spTgt spid="102475"/>
                                        </p:tgtEl>
                                      </p:cBhvr>
                                    </p:animEffect>
                                  </p:childTnLst>
                                </p:cTn>
                              </p:par>
                            </p:childTnLst>
                          </p:cTn>
                        </p:par>
                        <p:par>
                          <p:cTn id="108" fill="hold">
                            <p:stCondLst>
                              <p:cond delay="500"/>
                            </p:stCondLst>
                            <p:childTnLst>
                              <p:par>
                                <p:cTn id="109" presetID="22" presetClass="entr" presetSubtype="8" fill="hold" nodeType="afterEffect">
                                  <p:stCondLst>
                                    <p:cond delay="0"/>
                                  </p:stCondLst>
                                  <p:childTnLst>
                                    <p:set>
                                      <p:cBhvr>
                                        <p:cTn id="110" dur="1" fill="hold">
                                          <p:stCondLst>
                                            <p:cond delay="0"/>
                                          </p:stCondLst>
                                        </p:cTn>
                                        <p:tgtEl>
                                          <p:spTgt spid="102467"/>
                                        </p:tgtEl>
                                        <p:attrNameLst>
                                          <p:attrName>style.visibility</p:attrName>
                                        </p:attrNameLst>
                                      </p:cBhvr>
                                      <p:to>
                                        <p:strVal val="visible"/>
                                      </p:to>
                                    </p:set>
                                    <p:animEffect transition="in" filter="wipe(left)">
                                      <p:cBhvr>
                                        <p:cTn id="111" dur="500"/>
                                        <p:tgtEl>
                                          <p:spTgt spid="102467"/>
                                        </p:tgtEl>
                                      </p:cBhvr>
                                    </p:animEffect>
                                  </p:childTnLst>
                                </p:cTn>
                              </p:par>
                            </p:childTnLst>
                          </p:cTn>
                        </p:par>
                        <p:par>
                          <p:cTn id="112" fill="hold">
                            <p:stCondLst>
                              <p:cond delay="1000"/>
                            </p:stCondLst>
                            <p:childTnLst>
                              <p:par>
                                <p:cTn id="113" presetID="1" presetClass="entr" presetSubtype="0" fill="hold" nodeType="afterEffect">
                                  <p:stCondLst>
                                    <p:cond delay="0"/>
                                  </p:stCondLst>
                                  <p:childTnLst>
                                    <p:set>
                                      <p:cBhvr>
                                        <p:cTn id="114" dur="1" fill="hold">
                                          <p:stCondLst>
                                            <p:cond delay="0"/>
                                          </p:stCondLst>
                                        </p:cTn>
                                        <p:tgtEl>
                                          <p:spTgt spid="102484"/>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102481"/>
                                        </p:tgtEl>
                                        <p:attrNameLst>
                                          <p:attrName>style.visibility</p:attrName>
                                        </p:attrNameLst>
                                      </p:cBhvr>
                                      <p:to>
                                        <p:strVal val="visible"/>
                                      </p:to>
                                    </p:set>
                                    <p:animEffect transition="in" filter="wipe(left)">
                                      <p:cBhvr>
                                        <p:cTn id="119" dur="1000"/>
                                        <p:tgtEl>
                                          <p:spTgt spid="102481"/>
                                        </p:tgtEl>
                                      </p:cBhvr>
                                    </p:animEffect>
                                  </p:childTnLst>
                                </p:cTn>
                              </p:par>
                            </p:childTnLst>
                          </p:cTn>
                        </p:par>
                        <p:par>
                          <p:cTn id="120" fill="hold">
                            <p:stCondLst>
                              <p:cond delay="1000"/>
                            </p:stCondLst>
                            <p:childTnLst>
                              <p:par>
                                <p:cTn id="121" presetID="22" presetClass="entr" presetSubtype="8" fill="hold" nodeType="afterEffect">
                                  <p:stCondLst>
                                    <p:cond delay="0"/>
                                  </p:stCondLst>
                                  <p:childTnLst>
                                    <p:set>
                                      <p:cBhvr>
                                        <p:cTn id="122" dur="1" fill="hold">
                                          <p:stCondLst>
                                            <p:cond delay="0"/>
                                          </p:stCondLst>
                                        </p:cTn>
                                        <p:tgtEl>
                                          <p:spTgt spid="102483"/>
                                        </p:tgtEl>
                                        <p:attrNameLst>
                                          <p:attrName>style.visibility</p:attrName>
                                        </p:attrNameLst>
                                      </p:cBhvr>
                                      <p:to>
                                        <p:strVal val="visible"/>
                                      </p:to>
                                    </p:set>
                                    <p:animEffect transition="in" filter="wipe(left)">
                                      <p:cBhvr>
                                        <p:cTn id="123" dur="1000"/>
                                        <p:tgtEl>
                                          <p:spTgt spid="102483"/>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102454"/>
                                        </p:tgtEl>
                                        <p:attrNameLst>
                                          <p:attrName>style.visibility</p:attrName>
                                        </p:attrNameLst>
                                      </p:cBhvr>
                                      <p:to>
                                        <p:strVal val="visible"/>
                                      </p:to>
                                    </p:set>
                                    <p:animEffect transition="in" filter="wipe(left)">
                                      <p:cBhvr>
                                        <p:cTn id="128" dur="500"/>
                                        <p:tgtEl>
                                          <p:spTgt spid="102454"/>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nodeType="clickEffect">
                                  <p:stCondLst>
                                    <p:cond delay="0"/>
                                  </p:stCondLst>
                                  <p:childTnLst>
                                    <p:set>
                                      <p:cBhvr>
                                        <p:cTn id="132" dur="1" fill="hold">
                                          <p:stCondLst>
                                            <p:cond delay="0"/>
                                          </p:stCondLst>
                                        </p:cTn>
                                        <p:tgtEl>
                                          <p:spTgt spid="102485"/>
                                        </p:tgtEl>
                                        <p:attrNameLst>
                                          <p:attrName>style.visibility</p:attrName>
                                        </p:attrNameLst>
                                      </p:cBhvr>
                                      <p:to>
                                        <p:strVal val="visible"/>
                                      </p:to>
                                    </p:set>
                                    <p:animEffect transition="in" filter="wipe(left)">
                                      <p:cBhvr>
                                        <p:cTn id="133" dur="1000"/>
                                        <p:tgtEl>
                                          <p:spTgt spid="102485"/>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grpId="0" nodeType="clickEffect">
                                  <p:stCondLst>
                                    <p:cond delay="0"/>
                                  </p:stCondLst>
                                  <p:childTnLst>
                                    <p:set>
                                      <p:cBhvr>
                                        <p:cTn id="137" dur="1" fill="hold">
                                          <p:stCondLst>
                                            <p:cond delay="0"/>
                                          </p:stCondLst>
                                        </p:cTn>
                                        <p:tgtEl>
                                          <p:spTgt spid="102437"/>
                                        </p:tgtEl>
                                        <p:attrNameLst>
                                          <p:attrName>style.visibility</p:attrName>
                                        </p:attrNameLst>
                                      </p:cBhvr>
                                      <p:to>
                                        <p:strVal val="visible"/>
                                      </p:to>
                                    </p:set>
                                    <p:animEffect transition="in" filter="wipe(left)">
                                      <p:cBhvr>
                                        <p:cTn id="138" dur="500"/>
                                        <p:tgtEl>
                                          <p:spTgt spid="102437"/>
                                        </p:tgtEl>
                                      </p:cBhvr>
                                    </p:animEffect>
                                  </p:childTnLst>
                                </p:cTn>
                              </p:par>
                            </p:childTnLst>
                          </p:cTn>
                        </p:par>
                        <p:par>
                          <p:cTn id="139" fill="hold">
                            <p:stCondLst>
                              <p:cond delay="500"/>
                            </p:stCondLst>
                            <p:childTnLst>
                              <p:par>
                                <p:cTn id="140" presetID="22" presetClass="entr" presetSubtype="8" fill="hold" nodeType="afterEffect">
                                  <p:stCondLst>
                                    <p:cond delay="0"/>
                                  </p:stCondLst>
                                  <p:childTnLst>
                                    <p:set>
                                      <p:cBhvr>
                                        <p:cTn id="141" dur="1" fill="hold">
                                          <p:stCondLst>
                                            <p:cond delay="0"/>
                                          </p:stCondLst>
                                        </p:cTn>
                                        <p:tgtEl>
                                          <p:spTgt spid="102469"/>
                                        </p:tgtEl>
                                        <p:attrNameLst>
                                          <p:attrName>style.visibility</p:attrName>
                                        </p:attrNameLst>
                                      </p:cBhvr>
                                      <p:to>
                                        <p:strVal val="visible"/>
                                      </p:to>
                                    </p:set>
                                    <p:animEffect transition="in" filter="wipe(left)">
                                      <p:cBhvr>
                                        <p:cTn id="142" dur="500"/>
                                        <p:tgtEl>
                                          <p:spTgt spid="102469"/>
                                        </p:tgtEl>
                                      </p:cBhvr>
                                    </p:animEffect>
                                  </p:childTnLst>
                                </p:cTn>
                              </p:par>
                            </p:childTnLst>
                          </p:cTn>
                        </p:par>
                        <p:par>
                          <p:cTn id="143" fill="hold">
                            <p:stCondLst>
                              <p:cond delay="1000"/>
                            </p:stCondLst>
                            <p:childTnLst>
                              <p:par>
                                <p:cTn id="144" presetID="22" presetClass="entr" presetSubtype="8" fill="hold" nodeType="afterEffect">
                                  <p:stCondLst>
                                    <p:cond delay="0"/>
                                  </p:stCondLst>
                                  <p:childTnLst>
                                    <p:set>
                                      <p:cBhvr>
                                        <p:cTn id="145" dur="1" fill="hold">
                                          <p:stCondLst>
                                            <p:cond delay="0"/>
                                          </p:stCondLst>
                                        </p:cTn>
                                        <p:tgtEl>
                                          <p:spTgt spid="102470"/>
                                        </p:tgtEl>
                                        <p:attrNameLst>
                                          <p:attrName>style.visibility</p:attrName>
                                        </p:attrNameLst>
                                      </p:cBhvr>
                                      <p:to>
                                        <p:strVal val="visible"/>
                                      </p:to>
                                    </p:set>
                                    <p:animEffect transition="in" filter="wipe(left)">
                                      <p:cBhvr>
                                        <p:cTn id="146" dur="500"/>
                                        <p:tgtEl>
                                          <p:spTgt spid="102470"/>
                                        </p:tgtEl>
                                      </p:cBhvr>
                                    </p:animEffec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5"/>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0" presetClass="path" presetSubtype="0" accel="50000" decel="50000" fill="hold" nodeType="clickEffect">
                                  <p:stCondLst>
                                    <p:cond delay="0"/>
                                  </p:stCondLst>
                                  <p:childTnLst>
                                    <p:animMotion origin="layout" path="M 1.11111E-6 -4.39306E-6 L 0.18108 -0.07352 " pathEditMode="relative" ptsTypes="AA">
                                      <p:cBhvr>
                                        <p:cTn id="154" dur="2000" fill="hold"/>
                                        <p:tgtEl>
                                          <p:spTgt spid="5"/>
                                        </p:tgtEl>
                                        <p:attrNameLst>
                                          <p:attrName>ppt_x</p:attrName>
                                          <p:attrName>ppt_y</p:attrName>
                                        </p:attrNameLst>
                                      </p:cBhvr>
                                    </p:animMotion>
                                  </p:childTnLst>
                                </p:cTn>
                              </p:par>
                            </p:childTnLst>
                          </p:cTn>
                        </p:par>
                      </p:childTnLst>
                    </p:cTn>
                  </p:par>
                  <p:par>
                    <p:cTn id="155" fill="hold">
                      <p:stCondLst>
                        <p:cond delay="indefinite"/>
                      </p:stCondLst>
                      <p:childTnLst>
                        <p:par>
                          <p:cTn id="156" fill="hold">
                            <p:stCondLst>
                              <p:cond delay="0"/>
                            </p:stCondLst>
                            <p:childTnLst>
                              <p:par>
                                <p:cTn id="157" presetID="22" presetClass="entr" presetSubtype="8" fill="hold" grpId="0" nodeType="clickEffect">
                                  <p:stCondLst>
                                    <p:cond delay="0"/>
                                  </p:stCondLst>
                                  <p:childTnLst>
                                    <p:set>
                                      <p:cBhvr>
                                        <p:cTn id="158" dur="1" fill="hold">
                                          <p:stCondLst>
                                            <p:cond delay="0"/>
                                          </p:stCondLst>
                                        </p:cTn>
                                        <p:tgtEl>
                                          <p:spTgt spid="102434"/>
                                        </p:tgtEl>
                                        <p:attrNameLst>
                                          <p:attrName>style.visibility</p:attrName>
                                        </p:attrNameLst>
                                      </p:cBhvr>
                                      <p:to>
                                        <p:strVal val="visible"/>
                                      </p:to>
                                    </p:set>
                                    <p:animEffect transition="in" filter="wipe(left)">
                                      <p:cBhvr>
                                        <p:cTn id="159" dur="500"/>
                                        <p:tgtEl>
                                          <p:spTgt spid="102434"/>
                                        </p:tgtEl>
                                      </p:cBhvr>
                                    </p:animEffect>
                                  </p:childTnLst>
                                </p:cTn>
                              </p:par>
                            </p:childTnLst>
                          </p:cTn>
                        </p:par>
                        <p:par>
                          <p:cTn id="160" fill="hold">
                            <p:stCondLst>
                              <p:cond delay="500"/>
                            </p:stCondLst>
                            <p:childTnLst>
                              <p:par>
                                <p:cTn id="161" presetID="22" presetClass="entr" presetSubtype="8" fill="hold" nodeType="afterEffect">
                                  <p:stCondLst>
                                    <p:cond delay="0"/>
                                  </p:stCondLst>
                                  <p:childTnLst>
                                    <p:set>
                                      <p:cBhvr>
                                        <p:cTn id="162" dur="1" fill="hold">
                                          <p:stCondLst>
                                            <p:cond delay="0"/>
                                          </p:stCondLst>
                                        </p:cTn>
                                        <p:tgtEl>
                                          <p:spTgt spid="102464"/>
                                        </p:tgtEl>
                                        <p:attrNameLst>
                                          <p:attrName>style.visibility</p:attrName>
                                        </p:attrNameLst>
                                      </p:cBhvr>
                                      <p:to>
                                        <p:strVal val="visible"/>
                                      </p:to>
                                    </p:set>
                                    <p:animEffect transition="in" filter="wipe(left)">
                                      <p:cBhvr>
                                        <p:cTn id="163" dur="500"/>
                                        <p:tgtEl>
                                          <p:spTgt spid="102464"/>
                                        </p:tgtEl>
                                      </p:cBhvr>
                                    </p:animEffect>
                                  </p:childTnLst>
                                </p:cTn>
                              </p:par>
                            </p:childTnLst>
                          </p:cTn>
                        </p:par>
                        <p:par>
                          <p:cTn id="164" fill="hold">
                            <p:stCondLst>
                              <p:cond delay="1000"/>
                            </p:stCondLst>
                            <p:childTnLst>
                              <p:par>
                                <p:cTn id="165" presetID="22" presetClass="entr" presetSubtype="8" fill="hold" grpId="0" nodeType="afterEffect">
                                  <p:stCondLst>
                                    <p:cond delay="0"/>
                                  </p:stCondLst>
                                  <p:childTnLst>
                                    <p:set>
                                      <p:cBhvr>
                                        <p:cTn id="166" dur="1" fill="hold">
                                          <p:stCondLst>
                                            <p:cond delay="0"/>
                                          </p:stCondLst>
                                        </p:cTn>
                                        <p:tgtEl>
                                          <p:spTgt spid="102463"/>
                                        </p:tgtEl>
                                        <p:attrNameLst>
                                          <p:attrName>style.visibility</p:attrName>
                                        </p:attrNameLst>
                                      </p:cBhvr>
                                      <p:to>
                                        <p:strVal val="visible"/>
                                      </p:to>
                                    </p:set>
                                    <p:animEffect transition="in" filter="wipe(left)">
                                      <p:cBhvr>
                                        <p:cTn id="167" dur="500"/>
                                        <p:tgtEl>
                                          <p:spTgt spid="102463"/>
                                        </p:tgtEl>
                                      </p:cBhvr>
                                    </p:animEffect>
                                  </p:childTnLst>
                                </p:cTn>
                              </p:par>
                            </p:childTnLst>
                          </p:cTn>
                        </p:par>
                        <p:par>
                          <p:cTn id="168" fill="hold">
                            <p:stCondLst>
                              <p:cond delay="1500"/>
                            </p:stCondLst>
                            <p:childTnLst>
                              <p:par>
                                <p:cTn id="169" presetID="22" presetClass="entr" presetSubtype="8" fill="hold" grpId="0" nodeType="afterEffect">
                                  <p:stCondLst>
                                    <p:cond delay="0"/>
                                  </p:stCondLst>
                                  <p:childTnLst>
                                    <p:set>
                                      <p:cBhvr>
                                        <p:cTn id="170" dur="1" fill="hold">
                                          <p:stCondLst>
                                            <p:cond delay="0"/>
                                          </p:stCondLst>
                                        </p:cTn>
                                        <p:tgtEl>
                                          <p:spTgt spid="102462"/>
                                        </p:tgtEl>
                                        <p:attrNameLst>
                                          <p:attrName>style.visibility</p:attrName>
                                        </p:attrNameLst>
                                      </p:cBhvr>
                                      <p:to>
                                        <p:strVal val="visible"/>
                                      </p:to>
                                    </p:set>
                                    <p:animEffect transition="in" filter="wipe(left)">
                                      <p:cBhvr>
                                        <p:cTn id="171" dur="500"/>
                                        <p:tgtEl>
                                          <p:spTgt spid="102462"/>
                                        </p:tgtEl>
                                      </p:cBhvr>
                                    </p:animEffect>
                                  </p:childTnLst>
                                </p:cTn>
                              </p:par>
                            </p:childTnLst>
                          </p:cTn>
                        </p:par>
                      </p:childTnLst>
                    </p:cTn>
                  </p:par>
                  <p:par>
                    <p:cTn id="172" fill="hold">
                      <p:stCondLst>
                        <p:cond delay="indefinite"/>
                      </p:stCondLst>
                      <p:childTnLst>
                        <p:par>
                          <p:cTn id="173" fill="hold">
                            <p:stCondLst>
                              <p:cond delay="0"/>
                            </p:stCondLst>
                            <p:childTnLst>
                              <p:par>
                                <p:cTn id="174" presetID="22" presetClass="entr" presetSubtype="8" fill="hold" grpId="0" nodeType="clickEffect">
                                  <p:stCondLst>
                                    <p:cond delay="0"/>
                                  </p:stCondLst>
                                  <p:childTnLst>
                                    <p:set>
                                      <p:cBhvr>
                                        <p:cTn id="175" dur="1" fill="hold">
                                          <p:stCondLst>
                                            <p:cond delay="0"/>
                                          </p:stCondLst>
                                        </p:cTn>
                                        <p:tgtEl>
                                          <p:spTgt spid="102436"/>
                                        </p:tgtEl>
                                        <p:attrNameLst>
                                          <p:attrName>style.visibility</p:attrName>
                                        </p:attrNameLst>
                                      </p:cBhvr>
                                      <p:to>
                                        <p:strVal val="visible"/>
                                      </p:to>
                                    </p:set>
                                    <p:animEffect transition="in" filter="wipe(left)">
                                      <p:cBhvr>
                                        <p:cTn id="176" dur="500"/>
                                        <p:tgtEl>
                                          <p:spTgt spid="102436"/>
                                        </p:tgtEl>
                                      </p:cBhvr>
                                    </p:animEffect>
                                  </p:childTnLst>
                                </p:cTn>
                              </p:par>
                            </p:childTnLst>
                          </p:cTn>
                        </p:par>
                        <p:par>
                          <p:cTn id="177" fill="hold">
                            <p:stCondLst>
                              <p:cond delay="500"/>
                            </p:stCondLst>
                            <p:childTnLst>
                              <p:par>
                                <p:cTn id="178" presetID="22" presetClass="entr" presetSubtype="8" fill="hold" nodeType="afterEffect">
                                  <p:stCondLst>
                                    <p:cond delay="0"/>
                                  </p:stCondLst>
                                  <p:childTnLst>
                                    <p:set>
                                      <p:cBhvr>
                                        <p:cTn id="179" dur="1" fill="hold">
                                          <p:stCondLst>
                                            <p:cond delay="0"/>
                                          </p:stCondLst>
                                        </p:cTn>
                                        <p:tgtEl>
                                          <p:spTgt spid="102468"/>
                                        </p:tgtEl>
                                        <p:attrNameLst>
                                          <p:attrName>style.visibility</p:attrName>
                                        </p:attrNameLst>
                                      </p:cBhvr>
                                      <p:to>
                                        <p:strVal val="visible"/>
                                      </p:to>
                                    </p:set>
                                    <p:animEffect transition="in" filter="wipe(left)">
                                      <p:cBhvr>
                                        <p:cTn id="180" dur="500"/>
                                        <p:tgtEl>
                                          <p:spTgt spid="102468"/>
                                        </p:tgtEl>
                                      </p:cBhvr>
                                    </p:animEffect>
                                  </p:childTnLst>
                                </p:cTn>
                              </p:par>
                            </p:childTnLst>
                          </p:cTn>
                        </p:par>
                      </p:childTnLst>
                    </p:cTn>
                  </p:par>
                  <p:par>
                    <p:cTn id="181" fill="hold">
                      <p:stCondLst>
                        <p:cond delay="indefinite"/>
                      </p:stCondLst>
                      <p:childTnLst>
                        <p:par>
                          <p:cTn id="182" fill="hold">
                            <p:stCondLst>
                              <p:cond delay="0"/>
                            </p:stCondLst>
                            <p:childTnLst>
                              <p:par>
                                <p:cTn id="183" presetID="22" presetClass="entr" presetSubtype="4" fill="hold" grpId="0" nodeType="clickEffect">
                                  <p:stCondLst>
                                    <p:cond delay="0"/>
                                  </p:stCondLst>
                                  <p:childTnLst>
                                    <p:set>
                                      <p:cBhvr>
                                        <p:cTn id="184" dur="1" fill="hold">
                                          <p:stCondLst>
                                            <p:cond delay="0"/>
                                          </p:stCondLst>
                                        </p:cTn>
                                        <p:tgtEl>
                                          <p:spTgt spid="102476"/>
                                        </p:tgtEl>
                                        <p:attrNameLst>
                                          <p:attrName>style.visibility</p:attrName>
                                        </p:attrNameLst>
                                      </p:cBhvr>
                                      <p:to>
                                        <p:strVal val="visible"/>
                                      </p:to>
                                    </p:set>
                                    <p:animEffect transition="in" filter="wipe(down)">
                                      <p:cBhvr>
                                        <p:cTn id="185" dur="500"/>
                                        <p:tgtEl>
                                          <p:spTgt spid="102476"/>
                                        </p:tgtEl>
                                      </p:cBhvr>
                                    </p:animEffect>
                                  </p:childTnLst>
                                </p:cTn>
                              </p:par>
                            </p:childTnLst>
                          </p:cTn>
                        </p:par>
                      </p:childTnLst>
                    </p:cTn>
                  </p:par>
                  <p:par>
                    <p:cTn id="186" fill="hold">
                      <p:stCondLst>
                        <p:cond delay="indefinite"/>
                      </p:stCondLst>
                      <p:childTnLst>
                        <p:par>
                          <p:cTn id="187" fill="hold">
                            <p:stCondLst>
                              <p:cond delay="0"/>
                            </p:stCondLst>
                            <p:childTnLst>
                              <p:par>
                                <p:cTn id="188" presetID="22" presetClass="entr" presetSubtype="8" fill="hold" grpId="0" nodeType="clickEffect">
                                  <p:stCondLst>
                                    <p:cond delay="0"/>
                                  </p:stCondLst>
                                  <p:childTnLst>
                                    <p:set>
                                      <p:cBhvr>
                                        <p:cTn id="189" dur="1" fill="hold">
                                          <p:stCondLst>
                                            <p:cond delay="0"/>
                                          </p:stCondLst>
                                        </p:cTn>
                                        <p:tgtEl>
                                          <p:spTgt spid="102432"/>
                                        </p:tgtEl>
                                        <p:attrNameLst>
                                          <p:attrName>style.visibility</p:attrName>
                                        </p:attrNameLst>
                                      </p:cBhvr>
                                      <p:to>
                                        <p:strVal val="visible"/>
                                      </p:to>
                                    </p:set>
                                    <p:animEffect transition="in" filter="wipe(left)">
                                      <p:cBhvr>
                                        <p:cTn id="190" dur="500"/>
                                        <p:tgtEl>
                                          <p:spTgt spid="102432"/>
                                        </p:tgtEl>
                                      </p:cBhvr>
                                    </p:animEffect>
                                  </p:childTnLst>
                                </p:cTn>
                              </p:par>
                            </p:childTnLst>
                          </p:cTn>
                        </p:par>
                        <p:par>
                          <p:cTn id="191" fill="hold">
                            <p:stCondLst>
                              <p:cond delay="500"/>
                            </p:stCondLst>
                            <p:childTnLst>
                              <p:par>
                                <p:cTn id="192" presetID="22" presetClass="entr" presetSubtype="8" fill="hold" nodeType="afterEffect">
                                  <p:stCondLst>
                                    <p:cond delay="0"/>
                                  </p:stCondLst>
                                  <p:childTnLst>
                                    <p:set>
                                      <p:cBhvr>
                                        <p:cTn id="193" dur="1" fill="hold">
                                          <p:stCondLst>
                                            <p:cond delay="0"/>
                                          </p:stCondLst>
                                        </p:cTn>
                                        <p:tgtEl>
                                          <p:spTgt spid="102441"/>
                                        </p:tgtEl>
                                        <p:attrNameLst>
                                          <p:attrName>style.visibility</p:attrName>
                                        </p:attrNameLst>
                                      </p:cBhvr>
                                      <p:to>
                                        <p:strVal val="visible"/>
                                      </p:to>
                                    </p:set>
                                    <p:animEffect transition="in" filter="wipe(left)">
                                      <p:cBhvr>
                                        <p:cTn id="194" dur="500"/>
                                        <p:tgtEl>
                                          <p:spTgt spid="102441"/>
                                        </p:tgtEl>
                                      </p:cBhvr>
                                    </p:animEffect>
                                  </p:childTnLst>
                                </p:cTn>
                              </p:par>
                            </p:childTnLst>
                          </p:cTn>
                        </p:par>
                      </p:childTnLst>
                    </p:cTn>
                  </p:par>
                  <p:par>
                    <p:cTn id="195" fill="hold">
                      <p:stCondLst>
                        <p:cond delay="indefinite"/>
                      </p:stCondLst>
                      <p:childTnLst>
                        <p:par>
                          <p:cTn id="196" fill="hold">
                            <p:stCondLst>
                              <p:cond delay="0"/>
                            </p:stCondLst>
                            <p:childTnLst>
                              <p:par>
                                <p:cTn id="197" presetID="22" presetClass="entr" presetSubtype="4" fill="hold" grpId="0" nodeType="clickEffect">
                                  <p:stCondLst>
                                    <p:cond delay="0"/>
                                  </p:stCondLst>
                                  <p:childTnLst>
                                    <p:set>
                                      <p:cBhvr>
                                        <p:cTn id="198" dur="1" fill="hold">
                                          <p:stCondLst>
                                            <p:cond delay="0"/>
                                          </p:stCondLst>
                                        </p:cTn>
                                        <p:tgtEl>
                                          <p:spTgt spid="102435"/>
                                        </p:tgtEl>
                                        <p:attrNameLst>
                                          <p:attrName>style.visibility</p:attrName>
                                        </p:attrNameLst>
                                      </p:cBhvr>
                                      <p:to>
                                        <p:strVal val="visible"/>
                                      </p:to>
                                    </p:set>
                                    <p:animEffect transition="in" filter="wipe(down)">
                                      <p:cBhvr>
                                        <p:cTn id="199" dur="500"/>
                                        <p:tgtEl>
                                          <p:spTgt spid="102435"/>
                                        </p:tgtEl>
                                      </p:cBhvr>
                                    </p:animEffect>
                                  </p:childTnLst>
                                </p:cTn>
                              </p:par>
                            </p:childTnLst>
                          </p:cTn>
                        </p:par>
                        <p:par>
                          <p:cTn id="200" fill="hold">
                            <p:stCondLst>
                              <p:cond delay="500"/>
                            </p:stCondLst>
                            <p:childTnLst>
                              <p:par>
                                <p:cTn id="201" presetID="22" presetClass="entr" presetSubtype="8" fill="hold" nodeType="afterEffect">
                                  <p:stCondLst>
                                    <p:cond delay="0"/>
                                  </p:stCondLst>
                                  <p:childTnLst>
                                    <p:set>
                                      <p:cBhvr>
                                        <p:cTn id="202" dur="1" fill="hold">
                                          <p:stCondLst>
                                            <p:cond delay="0"/>
                                          </p:stCondLst>
                                        </p:cTn>
                                        <p:tgtEl>
                                          <p:spTgt spid="102442"/>
                                        </p:tgtEl>
                                        <p:attrNameLst>
                                          <p:attrName>style.visibility</p:attrName>
                                        </p:attrNameLst>
                                      </p:cBhvr>
                                      <p:to>
                                        <p:strVal val="visible"/>
                                      </p:to>
                                    </p:set>
                                    <p:animEffect transition="in" filter="wipe(left)">
                                      <p:cBhvr>
                                        <p:cTn id="203" dur="500"/>
                                        <p:tgtEl>
                                          <p:spTgt spid="102442"/>
                                        </p:tgtEl>
                                      </p:cBhvr>
                                    </p:animEffect>
                                  </p:childTnLst>
                                </p:cTn>
                              </p:par>
                            </p:childTnLst>
                          </p:cTn>
                        </p:par>
                      </p:childTnLst>
                    </p:cTn>
                  </p:par>
                  <p:par>
                    <p:cTn id="204" fill="hold">
                      <p:stCondLst>
                        <p:cond delay="indefinite"/>
                      </p:stCondLst>
                      <p:childTnLst>
                        <p:par>
                          <p:cTn id="205" fill="hold">
                            <p:stCondLst>
                              <p:cond delay="0"/>
                            </p:stCondLst>
                            <p:childTnLst>
                              <p:par>
                                <p:cTn id="206" presetID="22" presetClass="entr" presetSubtype="8" fill="hold" grpId="0" nodeType="clickEffect">
                                  <p:stCondLst>
                                    <p:cond delay="0"/>
                                  </p:stCondLst>
                                  <p:childTnLst>
                                    <p:set>
                                      <p:cBhvr>
                                        <p:cTn id="207" dur="1" fill="hold">
                                          <p:stCondLst>
                                            <p:cond delay="0"/>
                                          </p:stCondLst>
                                        </p:cTn>
                                        <p:tgtEl>
                                          <p:spTgt spid="102433"/>
                                        </p:tgtEl>
                                        <p:attrNameLst>
                                          <p:attrName>style.visibility</p:attrName>
                                        </p:attrNameLst>
                                      </p:cBhvr>
                                      <p:to>
                                        <p:strVal val="visible"/>
                                      </p:to>
                                    </p:set>
                                    <p:animEffect transition="in" filter="wipe(left)">
                                      <p:cBhvr>
                                        <p:cTn id="208" dur="500"/>
                                        <p:tgtEl>
                                          <p:spTgt spid="102433"/>
                                        </p:tgtEl>
                                      </p:cBhvr>
                                    </p:animEffect>
                                  </p:childTnLst>
                                </p:cTn>
                              </p:par>
                            </p:childTnLst>
                          </p:cTn>
                        </p:par>
                        <p:par>
                          <p:cTn id="209" fill="hold">
                            <p:stCondLst>
                              <p:cond delay="500"/>
                            </p:stCondLst>
                            <p:childTnLst>
                              <p:par>
                                <p:cTn id="210" presetID="22" presetClass="entr" presetSubtype="8" fill="hold" nodeType="afterEffect">
                                  <p:stCondLst>
                                    <p:cond delay="0"/>
                                  </p:stCondLst>
                                  <p:childTnLst>
                                    <p:set>
                                      <p:cBhvr>
                                        <p:cTn id="211" dur="1" fill="hold">
                                          <p:stCondLst>
                                            <p:cond delay="0"/>
                                          </p:stCondLst>
                                        </p:cTn>
                                        <p:tgtEl>
                                          <p:spTgt spid="102443"/>
                                        </p:tgtEl>
                                        <p:attrNameLst>
                                          <p:attrName>style.visibility</p:attrName>
                                        </p:attrNameLst>
                                      </p:cBhvr>
                                      <p:to>
                                        <p:strVal val="visible"/>
                                      </p:to>
                                    </p:set>
                                    <p:animEffect transition="in" filter="wipe(left)">
                                      <p:cBhvr>
                                        <p:cTn id="212" dur="500"/>
                                        <p:tgtEl>
                                          <p:spTgt spid="102443"/>
                                        </p:tgtEl>
                                      </p:cBhvr>
                                    </p:animEffect>
                                  </p:childTnLst>
                                </p:cTn>
                              </p:par>
                            </p:childTnLst>
                          </p:cTn>
                        </p:par>
                      </p:childTnLst>
                    </p:cTn>
                  </p:par>
                  <p:par>
                    <p:cTn id="213" fill="hold">
                      <p:stCondLst>
                        <p:cond delay="indefinite"/>
                      </p:stCondLst>
                      <p:childTnLst>
                        <p:par>
                          <p:cTn id="214" fill="hold">
                            <p:stCondLst>
                              <p:cond delay="0"/>
                            </p:stCondLst>
                            <p:childTnLst>
                              <p:par>
                                <p:cTn id="215" presetID="22" presetClass="entr" presetSubtype="8" fill="hold" grpId="0" nodeType="clickEffect">
                                  <p:stCondLst>
                                    <p:cond delay="0"/>
                                  </p:stCondLst>
                                  <p:childTnLst>
                                    <p:set>
                                      <p:cBhvr>
                                        <p:cTn id="216" dur="1" fill="hold">
                                          <p:stCondLst>
                                            <p:cond delay="0"/>
                                          </p:stCondLst>
                                        </p:cTn>
                                        <p:tgtEl>
                                          <p:spTgt spid="102478"/>
                                        </p:tgtEl>
                                        <p:attrNameLst>
                                          <p:attrName>style.visibility</p:attrName>
                                        </p:attrNameLst>
                                      </p:cBhvr>
                                      <p:to>
                                        <p:strVal val="visible"/>
                                      </p:to>
                                    </p:set>
                                    <p:animEffect transition="in" filter="wipe(left)">
                                      <p:cBhvr>
                                        <p:cTn id="217" dur="500"/>
                                        <p:tgtEl>
                                          <p:spTgt spid="102478"/>
                                        </p:tgtEl>
                                      </p:cBhvr>
                                    </p:animEffect>
                                  </p:childTnLst>
                                </p:cTn>
                              </p:par>
                            </p:childTnLst>
                          </p:cTn>
                        </p:par>
                      </p:childTnLst>
                    </p:cTn>
                  </p:par>
                  <p:par>
                    <p:cTn id="218" fill="hold">
                      <p:stCondLst>
                        <p:cond delay="indefinite"/>
                      </p:stCondLst>
                      <p:childTnLst>
                        <p:par>
                          <p:cTn id="219" fill="hold">
                            <p:stCondLst>
                              <p:cond delay="0"/>
                            </p:stCondLst>
                            <p:childTnLst>
                              <p:par>
                                <p:cTn id="220" presetID="22" presetClass="entr" presetSubtype="8" fill="hold" grpId="0" nodeType="clickEffect">
                                  <p:stCondLst>
                                    <p:cond delay="0"/>
                                  </p:stCondLst>
                                  <p:childTnLst>
                                    <p:set>
                                      <p:cBhvr>
                                        <p:cTn id="221" dur="1" fill="hold">
                                          <p:stCondLst>
                                            <p:cond delay="0"/>
                                          </p:stCondLst>
                                        </p:cTn>
                                        <p:tgtEl>
                                          <p:spTgt spid="102448"/>
                                        </p:tgtEl>
                                        <p:attrNameLst>
                                          <p:attrName>style.visibility</p:attrName>
                                        </p:attrNameLst>
                                      </p:cBhvr>
                                      <p:to>
                                        <p:strVal val="visible"/>
                                      </p:to>
                                    </p:set>
                                    <p:animEffect transition="in" filter="wipe(left)">
                                      <p:cBhvr>
                                        <p:cTn id="222" dur="500"/>
                                        <p:tgtEl>
                                          <p:spTgt spid="102448"/>
                                        </p:tgtEl>
                                      </p:cBhvr>
                                    </p:animEffect>
                                  </p:childTnLst>
                                </p:cTn>
                              </p:par>
                            </p:childTnLst>
                          </p:cTn>
                        </p:par>
                        <p:par>
                          <p:cTn id="223" fill="hold">
                            <p:stCondLst>
                              <p:cond delay="500"/>
                            </p:stCondLst>
                            <p:childTnLst>
                              <p:par>
                                <p:cTn id="224" presetID="22" presetClass="entr" presetSubtype="8" fill="hold" nodeType="afterEffect">
                                  <p:stCondLst>
                                    <p:cond delay="0"/>
                                  </p:stCondLst>
                                  <p:childTnLst>
                                    <p:set>
                                      <p:cBhvr>
                                        <p:cTn id="225" dur="1" fill="hold">
                                          <p:stCondLst>
                                            <p:cond delay="0"/>
                                          </p:stCondLst>
                                        </p:cTn>
                                        <p:tgtEl>
                                          <p:spTgt spid="102449"/>
                                        </p:tgtEl>
                                        <p:attrNameLst>
                                          <p:attrName>style.visibility</p:attrName>
                                        </p:attrNameLst>
                                      </p:cBhvr>
                                      <p:to>
                                        <p:strVal val="visible"/>
                                      </p:to>
                                    </p:set>
                                    <p:animEffect transition="in" filter="wipe(left)">
                                      <p:cBhvr>
                                        <p:cTn id="226" dur="500"/>
                                        <p:tgtEl>
                                          <p:spTgt spid="102449"/>
                                        </p:tgtEl>
                                      </p:cBhvr>
                                    </p:animEffect>
                                  </p:childTnLst>
                                </p:cTn>
                              </p:par>
                            </p:childTnLst>
                          </p:cTn>
                        </p:par>
                      </p:childTnLst>
                    </p:cTn>
                  </p:par>
                  <p:par>
                    <p:cTn id="227" fill="hold">
                      <p:stCondLst>
                        <p:cond delay="indefinite"/>
                      </p:stCondLst>
                      <p:childTnLst>
                        <p:par>
                          <p:cTn id="228" fill="hold">
                            <p:stCondLst>
                              <p:cond delay="0"/>
                            </p:stCondLst>
                            <p:childTnLst>
                              <p:par>
                                <p:cTn id="229" presetID="22" presetClass="entr" presetSubtype="8" fill="hold" grpId="0" nodeType="clickEffect">
                                  <p:stCondLst>
                                    <p:cond delay="0"/>
                                  </p:stCondLst>
                                  <p:childTnLst>
                                    <p:set>
                                      <p:cBhvr>
                                        <p:cTn id="230" dur="1" fill="hold">
                                          <p:stCondLst>
                                            <p:cond delay="0"/>
                                          </p:stCondLst>
                                        </p:cTn>
                                        <p:tgtEl>
                                          <p:spTgt spid="102472"/>
                                        </p:tgtEl>
                                        <p:attrNameLst>
                                          <p:attrName>style.visibility</p:attrName>
                                        </p:attrNameLst>
                                      </p:cBhvr>
                                      <p:to>
                                        <p:strVal val="visible"/>
                                      </p:to>
                                    </p:set>
                                    <p:animEffect transition="in" filter="wipe(left)">
                                      <p:cBhvr>
                                        <p:cTn id="231" dur="500"/>
                                        <p:tgtEl>
                                          <p:spTgt spid="102472"/>
                                        </p:tgtEl>
                                      </p:cBhvr>
                                    </p:animEffect>
                                  </p:childTnLst>
                                </p:cTn>
                              </p:par>
                            </p:childTnLst>
                          </p:cTn>
                        </p:par>
                        <p:par>
                          <p:cTn id="232" fill="hold">
                            <p:stCondLst>
                              <p:cond delay="500"/>
                            </p:stCondLst>
                            <p:childTnLst>
                              <p:par>
                                <p:cTn id="233" presetID="22" presetClass="entr" presetSubtype="8" fill="hold" grpId="0" nodeType="afterEffect">
                                  <p:stCondLst>
                                    <p:cond delay="0"/>
                                  </p:stCondLst>
                                  <p:childTnLst>
                                    <p:set>
                                      <p:cBhvr>
                                        <p:cTn id="234" dur="1" fill="hold">
                                          <p:stCondLst>
                                            <p:cond delay="0"/>
                                          </p:stCondLst>
                                        </p:cTn>
                                        <p:tgtEl>
                                          <p:spTgt spid="102450"/>
                                        </p:tgtEl>
                                        <p:attrNameLst>
                                          <p:attrName>style.visibility</p:attrName>
                                        </p:attrNameLst>
                                      </p:cBhvr>
                                      <p:to>
                                        <p:strVal val="visible"/>
                                      </p:to>
                                    </p:set>
                                    <p:animEffect transition="in" filter="wipe(left)">
                                      <p:cBhvr>
                                        <p:cTn id="235" dur="500"/>
                                        <p:tgtEl>
                                          <p:spTgt spid="102450"/>
                                        </p:tgtEl>
                                      </p:cBhvr>
                                    </p:animEffect>
                                  </p:childTnLst>
                                </p:cTn>
                              </p:par>
                            </p:childTnLst>
                          </p:cTn>
                        </p:par>
                        <p:par>
                          <p:cTn id="236" fill="hold">
                            <p:stCondLst>
                              <p:cond delay="1000"/>
                            </p:stCondLst>
                            <p:childTnLst>
                              <p:par>
                                <p:cTn id="237" presetID="22" presetClass="entr" presetSubtype="8" fill="hold" nodeType="afterEffect">
                                  <p:stCondLst>
                                    <p:cond delay="0"/>
                                  </p:stCondLst>
                                  <p:childTnLst>
                                    <p:set>
                                      <p:cBhvr>
                                        <p:cTn id="238" dur="1" fill="hold">
                                          <p:stCondLst>
                                            <p:cond delay="0"/>
                                          </p:stCondLst>
                                        </p:cTn>
                                        <p:tgtEl>
                                          <p:spTgt spid="102451"/>
                                        </p:tgtEl>
                                        <p:attrNameLst>
                                          <p:attrName>style.visibility</p:attrName>
                                        </p:attrNameLst>
                                      </p:cBhvr>
                                      <p:to>
                                        <p:strVal val="visible"/>
                                      </p:to>
                                    </p:set>
                                    <p:animEffect transition="in" filter="wipe(left)">
                                      <p:cBhvr>
                                        <p:cTn id="239" dur="500"/>
                                        <p:tgtEl>
                                          <p:spTgt spid="102451"/>
                                        </p:tgtEl>
                                      </p:cBhvr>
                                    </p:animEffect>
                                  </p:childTnLst>
                                </p:cTn>
                              </p:par>
                            </p:childTnLst>
                          </p:cTn>
                        </p:par>
                      </p:childTnLst>
                    </p:cTn>
                  </p:par>
                  <p:par>
                    <p:cTn id="240" fill="hold">
                      <p:stCondLst>
                        <p:cond delay="indefinite"/>
                      </p:stCondLst>
                      <p:childTnLst>
                        <p:par>
                          <p:cTn id="241" fill="hold">
                            <p:stCondLst>
                              <p:cond delay="0"/>
                            </p:stCondLst>
                            <p:childTnLst>
                              <p:par>
                                <p:cTn id="242" presetID="22" presetClass="entr" presetSubtype="8" fill="hold" grpId="0" nodeType="clickEffect">
                                  <p:stCondLst>
                                    <p:cond delay="0"/>
                                  </p:stCondLst>
                                  <p:childTnLst>
                                    <p:set>
                                      <p:cBhvr>
                                        <p:cTn id="243" dur="1" fill="hold">
                                          <p:stCondLst>
                                            <p:cond delay="0"/>
                                          </p:stCondLst>
                                        </p:cTn>
                                        <p:tgtEl>
                                          <p:spTgt spid="102473"/>
                                        </p:tgtEl>
                                        <p:attrNameLst>
                                          <p:attrName>style.visibility</p:attrName>
                                        </p:attrNameLst>
                                      </p:cBhvr>
                                      <p:to>
                                        <p:strVal val="visible"/>
                                      </p:to>
                                    </p:set>
                                    <p:animEffect transition="in" filter="wipe(left)">
                                      <p:cBhvr>
                                        <p:cTn id="244" dur="500"/>
                                        <p:tgtEl>
                                          <p:spTgt spid="102473"/>
                                        </p:tgtEl>
                                      </p:cBhvr>
                                    </p:animEffect>
                                  </p:childTnLst>
                                </p:cTn>
                              </p:par>
                            </p:childTnLst>
                          </p:cTn>
                        </p:par>
                      </p:childTnLst>
                    </p:cTn>
                  </p:par>
                  <p:par>
                    <p:cTn id="245" fill="hold">
                      <p:stCondLst>
                        <p:cond delay="indefinite"/>
                      </p:stCondLst>
                      <p:childTnLst>
                        <p:par>
                          <p:cTn id="246" fill="hold">
                            <p:stCondLst>
                              <p:cond delay="0"/>
                            </p:stCondLst>
                            <p:childTnLst>
                              <p:par>
                                <p:cTn id="247" presetID="22" presetClass="entr" presetSubtype="8" fill="hold" grpId="0" nodeType="clickEffect">
                                  <p:stCondLst>
                                    <p:cond delay="0"/>
                                  </p:stCondLst>
                                  <p:childTnLst>
                                    <p:set>
                                      <p:cBhvr>
                                        <p:cTn id="248" dur="1" fill="hold">
                                          <p:stCondLst>
                                            <p:cond delay="0"/>
                                          </p:stCondLst>
                                        </p:cTn>
                                        <p:tgtEl>
                                          <p:spTgt spid="102452"/>
                                        </p:tgtEl>
                                        <p:attrNameLst>
                                          <p:attrName>style.visibility</p:attrName>
                                        </p:attrNameLst>
                                      </p:cBhvr>
                                      <p:to>
                                        <p:strVal val="visible"/>
                                      </p:to>
                                    </p:set>
                                    <p:animEffect transition="in" filter="wipe(left)">
                                      <p:cBhvr>
                                        <p:cTn id="249" dur="500"/>
                                        <p:tgtEl>
                                          <p:spTgt spid="102452"/>
                                        </p:tgtEl>
                                      </p:cBhvr>
                                    </p:animEffect>
                                  </p:childTnLst>
                                </p:cTn>
                              </p:par>
                            </p:childTnLst>
                          </p:cTn>
                        </p:par>
                        <p:par>
                          <p:cTn id="250" fill="hold">
                            <p:stCondLst>
                              <p:cond delay="500"/>
                            </p:stCondLst>
                            <p:childTnLst>
                              <p:par>
                                <p:cTn id="251" presetID="22" presetClass="entr" presetSubtype="8" fill="hold" nodeType="afterEffect">
                                  <p:stCondLst>
                                    <p:cond delay="0"/>
                                  </p:stCondLst>
                                  <p:childTnLst>
                                    <p:set>
                                      <p:cBhvr>
                                        <p:cTn id="252" dur="1" fill="hold">
                                          <p:stCondLst>
                                            <p:cond delay="0"/>
                                          </p:stCondLst>
                                        </p:cTn>
                                        <p:tgtEl>
                                          <p:spTgt spid="102453"/>
                                        </p:tgtEl>
                                        <p:attrNameLst>
                                          <p:attrName>style.visibility</p:attrName>
                                        </p:attrNameLst>
                                      </p:cBhvr>
                                      <p:to>
                                        <p:strVal val="visible"/>
                                      </p:to>
                                    </p:set>
                                    <p:animEffect transition="in" filter="wipe(left)">
                                      <p:cBhvr>
                                        <p:cTn id="253" dur="500"/>
                                        <p:tgtEl>
                                          <p:spTgt spid="102453"/>
                                        </p:tgtEl>
                                      </p:cBhvr>
                                    </p:animEffect>
                                  </p:childTnLst>
                                </p:cTn>
                              </p:par>
                            </p:childTnLst>
                          </p:cTn>
                        </p:par>
                      </p:childTnLst>
                    </p:cTn>
                  </p:par>
                  <p:par>
                    <p:cTn id="254" fill="hold">
                      <p:stCondLst>
                        <p:cond delay="indefinite"/>
                      </p:stCondLst>
                      <p:childTnLst>
                        <p:par>
                          <p:cTn id="255" fill="hold">
                            <p:stCondLst>
                              <p:cond delay="0"/>
                            </p:stCondLst>
                            <p:childTnLst>
                              <p:par>
                                <p:cTn id="256" presetID="22" presetClass="entr" presetSubtype="8" fill="hold" grpId="0" nodeType="clickEffect">
                                  <p:stCondLst>
                                    <p:cond delay="0"/>
                                  </p:stCondLst>
                                  <p:childTnLst>
                                    <p:set>
                                      <p:cBhvr>
                                        <p:cTn id="257" dur="1" fill="hold">
                                          <p:stCondLst>
                                            <p:cond delay="0"/>
                                          </p:stCondLst>
                                        </p:cTn>
                                        <p:tgtEl>
                                          <p:spTgt spid="102474"/>
                                        </p:tgtEl>
                                        <p:attrNameLst>
                                          <p:attrName>style.visibility</p:attrName>
                                        </p:attrNameLst>
                                      </p:cBhvr>
                                      <p:to>
                                        <p:strVal val="visible"/>
                                      </p:to>
                                    </p:set>
                                    <p:animEffect transition="in" filter="wipe(left)">
                                      <p:cBhvr>
                                        <p:cTn id="258" dur="500"/>
                                        <p:tgtEl>
                                          <p:spTgt spid="102474"/>
                                        </p:tgtEl>
                                      </p:cBhvr>
                                    </p:animEffect>
                                  </p:childTnLst>
                                </p:cTn>
                              </p:par>
                            </p:childTnLst>
                          </p:cTn>
                        </p:par>
                      </p:childTnLst>
                    </p:cTn>
                  </p:par>
                  <p:par>
                    <p:cTn id="259" fill="hold">
                      <p:stCondLst>
                        <p:cond delay="indefinite"/>
                      </p:stCondLst>
                      <p:childTnLst>
                        <p:par>
                          <p:cTn id="260" fill="hold">
                            <p:stCondLst>
                              <p:cond delay="0"/>
                            </p:stCondLst>
                            <p:childTnLst>
                              <p:par>
                                <p:cTn id="261" presetID="23" presetClass="entr" presetSubtype="16" fill="hold" nodeType="clickEffect">
                                  <p:stCondLst>
                                    <p:cond delay="0"/>
                                  </p:stCondLst>
                                  <p:childTnLst>
                                    <p:set>
                                      <p:cBhvr>
                                        <p:cTn id="262" dur="1" fill="hold">
                                          <p:stCondLst>
                                            <p:cond delay="0"/>
                                          </p:stCondLst>
                                        </p:cTn>
                                        <p:tgtEl>
                                          <p:spTgt spid="102479"/>
                                        </p:tgtEl>
                                        <p:attrNameLst>
                                          <p:attrName>style.visibility</p:attrName>
                                        </p:attrNameLst>
                                      </p:cBhvr>
                                      <p:to>
                                        <p:strVal val="visible"/>
                                      </p:to>
                                    </p:set>
                                    <p:anim calcmode="lin" valueType="num">
                                      <p:cBhvr>
                                        <p:cTn id="263" dur="500" fill="hold"/>
                                        <p:tgtEl>
                                          <p:spTgt spid="102479"/>
                                        </p:tgtEl>
                                        <p:attrNameLst>
                                          <p:attrName>ppt_w</p:attrName>
                                        </p:attrNameLst>
                                      </p:cBhvr>
                                      <p:tavLst>
                                        <p:tav tm="0">
                                          <p:val>
                                            <p:fltVal val="0"/>
                                          </p:val>
                                        </p:tav>
                                        <p:tav tm="100000">
                                          <p:val>
                                            <p:strVal val="#ppt_w"/>
                                          </p:val>
                                        </p:tav>
                                      </p:tavLst>
                                    </p:anim>
                                    <p:anim calcmode="lin" valueType="num">
                                      <p:cBhvr>
                                        <p:cTn id="264" dur="500" fill="hold"/>
                                        <p:tgtEl>
                                          <p:spTgt spid="10247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0" grpId="0" animBg="1"/>
      <p:bldP spid="102431" grpId="0" animBg="1"/>
      <p:bldP spid="102432" grpId="0" animBg="1"/>
      <p:bldP spid="102433" grpId="0" animBg="1"/>
      <p:bldP spid="102434" grpId="0" animBg="1"/>
      <p:bldP spid="102435" grpId="0" animBg="1"/>
      <p:bldP spid="102436" grpId="0" animBg="1"/>
      <p:bldP spid="102437" grpId="0" animBg="1"/>
      <p:bldP spid="102438" grpId="0" animBg="1"/>
      <p:bldP spid="102439" grpId="0" animBg="1"/>
      <p:bldP spid="102440" grpId="0" animBg="1"/>
      <p:bldP spid="102445" grpId="0" autoUpdateAnimBg="0"/>
      <p:bldP spid="102447" grpId="0" autoUpdateAnimBg="0"/>
      <p:bldP spid="102448" grpId="0" autoUpdateAnimBg="0"/>
      <p:bldP spid="102450" grpId="0" autoUpdateAnimBg="0"/>
      <p:bldP spid="102452" grpId="0" autoUpdateAnimBg="0"/>
      <p:bldP spid="102454" grpId="0" autoUpdateAnimBg="0"/>
      <p:bldP spid="102455" grpId="0" autoUpdateAnimBg="0"/>
      <p:bldP spid="102462" grpId="0" animBg="1"/>
      <p:bldP spid="102463" grpId="0" animBg="1"/>
      <p:bldP spid="102472" grpId="0" autoUpdateAnimBg="0"/>
      <p:bldP spid="102473" grpId="0" autoUpdateAnimBg="0"/>
      <p:bldP spid="102474" grpId="0" autoUpdateAnimBg="0"/>
      <p:bldP spid="102475" grpId="0" animBg="1"/>
      <p:bldP spid="102476" grpId="0" animBg="1"/>
      <p:bldP spid="102477" grpId="0" animBg="1"/>
      <p:bldP spid="102478" grpId="0" animBg="1"/>
      <p:bldP spid="102481"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3426" name="Object 2"/>
          <p:cNvGraphicFramePr>
            <a:graphicFrameLocks noChangeAspect="1"/>
          </p:cNvGraphicFramePr>
          <p:nvPr/>
        </p:nvGraphicFramePr>
        <p:xfrm>
          <a:off x="4500563" y="404813"/>
          <a:ext cx="1814512" cy="739775"/>
        </p:xfrm>
        <a:graphic>
          <a:graphicData uri="http://schemas.openxmlformats.org/presentationml/2006/ole">
            <p:oleObj spid="_x0000_s39938" name="Equation" r:id="rId3" imgW="2082600" imgH="393480" progId="Equation.DSMT4">
              <p:embed/>
            </p:oleObj>
          </a:graphicData>
        </a:graphic>
      </p:graphicFrame>
      <p:graphicFrame>
        <p:nvGraphicFramePr>
          <p:cNvPr id="103427" name="Object 3"/>
          <p:cNvGraphicFramePr>
            <a:graphicFrameLocks noChangeAspect="1"/>
          </p:cNvGraphicFramePr>
          <p:nvPr/>
        </p:nvGraphicFramePr>
        <p:xfrm>
          <a:off x="395288" y="3794125"/>
          <a:ext cx="2058987" cy="787400"/>
        </p:xfrm>
        <a:graphic>
          <a:graphicData uri="http://schemas.openxmlformats.org/presentationml/2006/ole">
            <p:oleObj spid="_x0000_s39939" name="Equation" r:id="rId4" imgW="2158920" imgH="393480" progId="Equation.DSMT4">
              <p:embed/>
            </p:oleObj>
          </a:graphicData>
        </a:graphic>
      </p:graphicFrame>
      <p:sp>
        <p:nvSpPr>
          <p:cNvPr id="103428" name="Text Box 4"/>
          <p:cNvSpPr txBox="1">
            <a:spLocks noChangeArrowheads="1"/>
          </p:cNvSpPr>
          <p:nvPr/>
        </p:nvSpPr>
        <p:spPr bwMode="auto">
          <a:xfrm>
            <a:off x="2411413" y="404813"/>
            <a:ext cx="1512887" cy="396875"/>
          </a:xfrm>
          <a:prstGeom prst="rect">
            <a:avLst/>
          </a:prstGeom>
          <a:noFill/>
          <a:ln w="9525">
            <a:noFill/>
            <a:miter lim="800000"/>
            <a:headEnd/>
            <a:tailEnd/>
          </a:ln>
        </p:spPr>
        <p:txBody>
          <a:bodyPr>
            <a:spAutoFit/>
          </a:bodyPr>
          <a:lstStyle/>
          <a:p>
            <a:pPr>
              <a:spcBef>
                <a:spcPct val="50000"/>
              </a:spcBef>
            </a:pPr>
            <a:r>
              <a:rPr lang="zh-CN" altLang="en-US" sz="2000">
                <a:latin typeface="Times New Roman" pitchFamily="18" charset="0"/>
              </a:rPr>
              <a:t>对时间求导 </a:t>
            </a:r>
          </a:p>
        </p:txBody>
      </p:sp>
      <p:sp>
        <p:nvSpPr>
          <p:cNvPr id="103430" name="AutoShape 6"/>
          <p:cNvSpPr>
            <a:spLocks noChangeArrowheads="1"/>
          </p:cNvSpPr>
          <p:nvPr/>
        </p:nvSpPr>
        <p:spPr bwMode="auto">
          <a:xfrm>
            <a:off x="2484438" y="765175"/>
            <a:ext cx="1655762" cy="144463"/>
          </a:xfrm>
          <a:prstGeom prst="rightArrow">
            <a:avLst>
              <a:gd name="adj1" fmla="val 50000"/>
              <a:gd name="adj2" fmla="val 286537"/>
            </a:avLst>
          </a:prstGeom>
          <a:solidFill>
            <a:srgbClr val="66CCFF"/>
          </a:solidFill>
          <a:ln w="9525">
            <a:solidFill>
              <a:srgbClr val="66CCFF"/>
            </a:solidFill>
            <a:miter lim="800000"/>
            <a:headEnd/>
            <a:tailEnd/>
          </a:ln>
        </p:spPr>
        <p:txBody>
          <a:bodyPr wrap="none" anchor="ctr"/>
          <a:lstStyle/>
          <a:p>
            <a:endParaRPr lang="zh-CN" altLang="en-US">
              <a:latin typeface="Times New Roman" pitchFamily="18" charset="0"/>
            </a:endParaRPr>
          </a:p>
        </p:txBody>
      </p:sp>
      <p:graphicFrame>
        <p:nvGraphicFramePr>
          <p:cNvPr id="103432" name="Object 8"/>
          <p:cNvGraphicFramePr>
            <a:graphicFrameLocks noChangeAspect="1"/>
          </p:cNvGraphicFramePr>
          <p:nvPr/>
        </p:nvGraphicFramePr>
        <p:xfrm>
          <a:off x="5354638" y="2060575"/>
          <a:ext cx="360362" cy="431800"/>
        </p:xfrm>
        <a:graphic>
          <a:graphicData uri="http://schemas.openxmlformats.org/presentationml/2006/ole">
            <p:oleObj spid="_x0000_s39940" name="Equation" r:id="rId5" imgW="2082600" imgH="393480" progId="Equation.DSMT4">
              <p:embed/>
            </p:oleObj>
          </a:graphicData>
        </a:graphic>
      </p:graphicFrame>
      <p:graphicFrame>
        <p:nvGraphicFramePr>
          <p:cNvPr id="103433" name="Object 9"/>
          <p:cNvGraphicFramePr>
            <a:graphicFrameLocks noChangeAspect="1"/>
          </p:cNvGraphicFramePr>
          <p:nvPr/>
        </p:nvGraphicFramePr>
        <p:xfrm>
          <a:off x="5354638" y="1484313"/>
          <a:ext cx="288925" cy="433387"/>
        </p:xfrm>
        <a:graphic>
          <a:graphicData uri="http://schemas.openxmlformats.org/presentationml/2006/ole">
            <p:oleObj spid="_x0000_s39941" name="Equation" r:id="rId6" imgW="2082600" imgH="393480" progId="Equation.DSMT4">
              <p:embed/>
            </p:oleObj>
          </a:graphicData>
        </a:graphic>
      </p:graphicFrame>
      <p:graphicFrame>
        <p:nvGraphicFramePr>
          <p:cNvPr id="103434" name="Object 10"/>
          <p:cNvGraphicFramePr>
            <a:graphicFrameLocks noChangeAspect="1"/>
          </p:cNvGraphicFramePr>
          <p:nvPr/>
        </p:nvGraphicFramePr>
        <p:xfrm>
          <a:off x="5354638" y="2565400"/>
          <a:ext cx="360362" cy="431800"/>
        </p:xfrm>
        <a:graphic>
          <a:graphicData uri="http://schemas.openxmlformats.org/presentationml/2006/ole">
            <p:oleObj spid="_x0000_s39942" name="Equation" r:id="rId7" imgW="2082600" imgH="393480" progId="Equation.DSMT4">
              <p:embed/>
            </p:oleObj>
          </a:graphicData>
        </a:graphic>
      </p:graphicFrame>
      <p:sp>
        <p:nvSpPr>
          <p:cNvPr id="103435" name="AutoShape 11"/>
          <p:cNvSpPr>
            <a:spLocks noChangeArrowheads="1"/>
          </p:cNvSpPr>
          <p:nvPr/>
        </p:nvSpPr>
        <p:spPr bwMode="auto">
          <a:xfrm>
            <a:off x="2357438" y="1500188"/>
            <a:ext cx="2571750" cy="642937"/>
          </a:xfrm>
          <a:prstGeom prst="wedgeRoundRectCallout">
            <a:avLst>
              <a:gd name="adj1" fmla="val -77398"/>
              <a:gd name="adj2" fmla="val -10727"/>
              <a:gd name="adj3" fmla="val 16667"/>
            </a:avLst>
          </a:prstGeom>
          <a:gradFill rotWithShape="1">
            <a:gsLst>
              <a:gs pos="0">
                <a:srgbClr val="CCFFFF"/>
              </a:gs>
              <a:gs pos="100000">
                <a:srgbClr val="FFFFFF"/>
              </a:gs>
            </a:gsLst>
            <a:path path="rect">
              <a:fillToRect l="50000" t="50000" r="50000" b="50000"/>
            </a:path>
          </a:gradFill>
          <a:ln w="9525">
            <a:solidFill>
              <a:srgbClr val="66CCFF"/>
            </a:solidFill>
            <a:miter lim="800000"/>
            <a:headEnd/>
            <a:tailEnd/>
          </a:ln>
        </p:spPr>
        <p:txBody>
          <a:bodyPr anchor="ctr"/>
          <a:lstStyle/>
          <a:p>
            <a:pPr algn="ctr"/>
            <a:r>
              <a:rPr lang="zh-CN" altLang="en-US" sz="2400">
                <a:latin typeface="Times New Roman" pitchFamily="18" charset="0"/>
              </a:rPr>
              <a:t>伽利略速度变换</a:t>
            </a:r>
            <a:r>
              <a:rPr lang="zh-CN" altLang="en-US" sz="2400" b="0">
                <a:latin typeface="Times New Roman" pitchFamily="18" charset="0"/>
              </a:rPr>
              <a:t> </a:t>
            </a:r>
            <a:endParaRPr lang="en-US" altLang="zh-CN" sz="2400" b="0">
              <a:latin typeface="Times New Roman" pitchFamily="18" charset="0"/>
            </a:endParaRPr>
          </a:p>
        </p:txBody>
      </p:sp>
      <p:sp>
        <p:nvSpPr>
          <p:cNvPr id="103436" name="Text Box 12"/>
          <p:cNvSpPr txBox="1">
            <a:spLocks noChangeArrowheads="1"/>
          </p:cNvSpPr>
          <p:nvPr/>
        </p:nvSpPr>
        <p:spPr bwMode="auto">
          <a:xfrm>
            <a:off x="5641975" y="1989138"/>
            <a:ext cx="2663825" cy="457200"/>
          </a:xfrm>
          <a:prstGeom prst="rect">
            <a:avLst/>
          </a:prstGeom>
          <a:noFill/>
          <a:ln w="9525">
            <a:noFill/>
            <a:miter lim="800000"/>
            <a:headEnd/>
            <a:tailEnd/>
          </a:ln>
        </p:spPr>
        <p:txBody>
          <a:bodyPr>
            <a:spAutoFit/>
          </a:bodyPr>
          <a:lstStyle/>
          <a:p>
            <a:pPr>
              <a:spcBef>
                <a:spcPct val="50000"/>
              </a:spcBef>
            </a:pPr>
            <a:r>
              <a:rPr lang="en-US" altLang="zh-CN" sz="2400">
                <a:solidFill>
                  <a:srgbClr val="FF6600"/>
                </a:solidFill>
                <a:latin typeface="Times New Roman" pitchFamily="18" charset="0"/>
              </a:rPr>
              <a:t>------</a:t>
            </a:r>
            <a:r>
              <a:rPr lang="zh-CN" altLang="en-US" sz="2400">
                <a:solidFill>
                  <a:srgbClr val="FF6600"/>
                </a:solidFill>
                <a:latin typeface="Times New Roman" pitchFamily="18" charset="0"/>
              </a:rPr>
              <a:t>牵连速度</a:t>
            </a:r>
          </a:p>
        </p:txBody>
      </p:sp>
      <p:sp>
        <p:nvSpPr>
          <p:cNvPr id="103437" name="Text Box 13"/>
          <p:cNvSpPr txBox="1">
            <a:spLocks noChangeArrowheads="1"/>
          </p:cNvSpPr>
          <p:nvPr/>
        </p:nvSpPr>
        <p:spPr bwMode="auto">
          <a:xfrm>
            <a:off x="5641975" y="2565400"/>
            <a:ext cx="2592388" cy="457200"/>
          </a:xfrm>
          <a:prstGeom prst="rect">
            <a:avLst/>
          </a:prstGeom>
          <a:noFill/>
          <a:ln w="9525">
            <a:noFill/>
            <a:miter lim="800000"/>
            <a:headEnd/>
            <a:tailEnd/>
          </a:ln>
        </p:spPr>
        <p:txBody>
          <a:bodyPr>
            <a:spAutoFit/>
          </a:bodyPr>
          <a:lstStyle/>
          <a:p>
            <a:pPr>
              <a:spcBef>
                <a:spcPct val="50000"/>
              </a:spcBef>
            </a:pPr>
            <a:r>
              <a:rPr lang="en-US" altLang="zh-CN" sz="2400">
                <a:solidFill>
                  <a:srgbClr val="FF6600"/>
                </a:solidFill>
                <a:latin typeface="Times New Roman" pitchFamily="18" charset="0"/>
              </a:rPr>
              <a:t>------</a:t>
            </a:r>
            <a:r>
              <a:rPr lang="zh-CN" altLang="en-US" sz="2400">
                <a:solidFill>
                  <a:srgbClr val="FF6600"/>
                </a:solidFill>
                <a:latin typeface="Times New Roman" pitchFamily="18" charset="0"/>
              </a:rPr>
              <a:t>相对速度 </a:t>
            </a:r>
          </a:p>
        </p:txBody>
      </p:sp>
      <p:sp>
        <p:nvSpPr>
          <p:cNvPr id="103438" name="Text Box 14"/>
          <p:cNvSpPr txBox="1">
            <a:spLocks noChangeArrowheads="1"/>
          </p:cNvSpPr>
          <p:nvPr/>
        </p:nvSpPr>
        <p:spPr bwMode="auto">
          <a:xfrm>
            <a:off x="5641975" y="1484313"/>
            <a:ext cx="2592388" cy="457200"/>
          </a:xfrm>
          <a:prstGeom prst="rect">
            <a:avLst/>
          </a:prstGeom>
          <a:noFill/>
          <a:ln w="9525">
            <a:noFill/>
            <a:miter lim="800000"/>
            <a:headEnd/>
            <a:tailEnd/>
          </a:ln>
        </p:spPr>
        <p:txBody>
          <a:bodyPr>
            <a:spAutoFit/>
          </a:bodyPr>
          <a:lstStyle/>
          <a:p>
            <a:pPr>
              <a:spcBef>
                <a:spcPct val="50000"/>
              </a:spcBef>
            </a:pPr>
            <a:r>
              <a:rPr lang="en-US" altLang="zh-CN" sz="2400">
                <a:solidFill>
                  <a:srgbClr val="FF6600"/>
                </a:solidFill>
                <a:latin typeface="Times New Roman" pitchFamily="18" charset="0"/>
              </a:rPr>
              <a:t>------</a:t>
            </a:r>
            <a:r>
              <a:rPr lang="zh-CN" altLang="en-US" sz="2400">
                <a:solidFill>
                  <a:srgbClr val="FF6600"/>
                </a:solidFill>
                <a:latin typeface="Times New Roman" pitchFamily="18" charset="0"/>
              </a:rPr>
              <a:t>绝对速度</a:t>
            </a:r>
          </a:p>
        </p:txBody>
      </p:sp>
      <p:sp>
        <p:nvSpPr>
          <p:cNvPr id="103439" name="AutoShape 15"/>
          <p:cNvSpPr>
            <a:spLocks noChangeArrowheads="1"/>
          </p:cNvSpPr>
          <p:nvPr/>
        </p:nvSpPr>
        <p:spPr bwMode="auto">
          <a:xfrm>
            <a:off x="1042988" y="2060575"/>
            <a:ext cx="144462" cy="1655763"/>
          </a:xfrm>
          <a:prstGeom prst="downArrow">
            <a:avLst>
              <a:gd name="adj1" fmla="val 50000"/>
              <a:gd name="adj2" fmla="val 286540"/>
            </a:avLst>
          </a:prstGeom>
          <a:solidFill>
            <a:srgbClr val="66CCFF"/>
          </a:solidFill>
          <a:ln w="9525">
            <a:solidFill>
              <a:srgbClr val="66CCFF"/>
            </a:solidFill>
            <a:miter lim="800000"/>
            <a:headEnd/>
            <a:tailEnd/>
          </a:ln>
        </p:spPr>
        <p:txBody>
          <a:bodyPr vert="eaVert" wrap="none" anchor="ctr"/>
          <a:lstStyle/>
          <a:p>
            <a:endParaRPr lang="zh-CN" altLang="en-US">
              <a:latin typeface="Times New Roman" pitchFamily="18" charset="0"/>
            </a:endParaRPr>
          </a:p>
        </p:txBody>
      </p:sp>
      <p:sp>
        <p:nvSpPr>
          <p:cNvPr id="103442" name="AutoShape 18"/>
          <p:cNvSpPr>
            <a:spLocks/>
          </p:cNvSpPr>
          <p:nvPr/>
        </p:nvSpPr>
        <p:spPr bwMode="auto">
          <a:xfrm>
            <a:off x="5138738" y="1773238"/>
            <a:ext cx="215900" cy="1150937"/>
          </a:xfrm>
          <a:prstGeom prst="leftBrace">
            <a:avLst>
              <a:gd name="adj1" fmla="val 44424"/>
              <a:gd name="adj2" fmla="val 50000"/>
            </a:avLst>
          </a:prstGeom>
          <a:noFill/>
          <a:ln w="28575">
            <a:solidFill>
              <a:schemeClr val="accent2"/>
            </a:solidFill>
            <a:round/>
            <a:headEnd/>
            <a:tailEnd/>
          </a:ln>
        </p:spPr>
        <p:txBody>
          <a:bodyPr wrap="none" anchor="ctr"/>
          <a:lstStyle/>
          <a:p>
            <a:endParaRPr lang="zh-CN" altLang="en-US">
              <a:latin typeface="Times New Roman" pitchFamily="18" charset="0"/>
            </a:endParaRPr>
          </a:p>
        </p:txBody>
      </p:sp>
      <p:sp>
        <p:nvSpPr>
          <p:cNvPr id="103443" name="Text Box 19"/>
          <p:cNvSpPr txBox="1">
            <a:spLocks noChangeArrowheads="1"/>
          </p:cNvSpPr>
          <p:nvPr/>
        </p:nvSpPr>
        <p:spPr bwMode="auto">
          <a:xfrm>
            <a:off x="5859463" y="3789363"/>
            <a:ext cx="3033712" cy="457200"/>
          </a:xfrm>
          <a:prstGeom prst="rect">
            <a:avLst/>
          </a:prstGeom>
          <a:noFill/>
          <a:ln w="9525">
            <a:noFill/>
            <a:miter lim="800000"/>
            <a:headEnd/>
            <a:tailEnd/>
          </a:ln>
        </p:spPr>
        <p:txBody>
          <a:bodyPr>
            <a:spAutoFit/>
          </a:bodyPr>
          <a:lstStyle/>
          <a:p>
            <a:pPr>
              <a:spcBef>
                <a:spcPct val="50000"/>
              </a:spcBef>
            </a:pPr>
            <a:r>
              <a:rPr lang="en-US" altLang="zh-CN" sz="2400">
                <a:solidFill>
                  <a:srgbClr val="FF6600"/>
                </a:solidFill>
                <a:latin typeface="Times New Roman" pitchFamily="18" charset="0"/>
              </a:rPr>
              <a:t>------</a:t>
            </a:r>
            <a:r>
              <a:rPr lang="zh-CN" altLang="en-US" sz="2400">
                <a:solidFill>
                  <a:srgbClr val="FF6600"/>
                </a:solidFill>
                <a:latin typeface="Times New Roman" pitchFamily="18" charset="0"/>
              </a:rPr>
              <a:t>牵连加速度</a:t>
            </a:r>
          </a:p>
        </p:txBody>
      </p:sp>
      <p:sp>
        <p:nvSpPr>
          <p:cNvPr id="103444" name="Text Box 20"/>
          <p:cNvSpPr txBox="1">
            <a:spLocks noChangeArrowheads="1"/>
          </p:cNvSpPr>
          <p:nvPr/>
        </p:nvSpPr>
        <p:spPr bwMode="auto">
          <a:xfrm>
            <a:off x="5786438" y="4411663"/>
            <a:ext cx="2952750" cy="457200"/>
          </a:xfrm>
          <a:prstGeom prst="rect">
            <a:avLst/>
          </a:prstGeom>
          <a:noFill/>
          <a:ln w="9525">
            <a:noFill/>
            <a:miter lim="800000"/>
            <a:headEnd/>
            <a:tailEnd/>
          </a:ln>
        </p:spPr>
        <p:txBody>
          <a:bodyPr>
            <a:spAutoFit/>
          </a:bodyPr>
          <a:lstStyle/>
          <a:p>
            <a:pPr>
              <a:spcBef>
                <a:spcPct val="50000"/>
              </a:spcBef>
            </a:pPr>
            <a:r>
              <a:rPr lang="en-US" altLang="zh-CN" sz="2400">
                <a:solidFill>
                  <a:srgbClr val="FF6600"/>
                </a:solidFill>
                <a:latin typeface="Times New Roman" pitchFamily="18" charset="0"/>
              </a:rPr>
              <a:t>------</a:t>
            </a:r>
            <a:r>
              <a:rPr lang="zh-CN" altLang="en-US" sz="2400">
                <a:solidFill>
                  <a:srgbClr val="FF6600"/>
                </a:solidFill>
                <a:latin typeface="Times New Roman" pitchFamily="18" charset="0"/>
              </a:rPr>
              <a:t>相对加速度 </a:t>
            </a:r>
          </a:p>
        </p:txBody>
      </p:sp>
      <p:sp>
        <p:nvSpPr>
          <p:cNvPr id="103445" name="Text Box 21"/>
          <p:cNvSpPr txBox="1">
            <a:spLocks noChangeArrowheads="1"/>
          </p:cNvSpPr>
          <p:nvPr/>
        </p:nvSpPr>
        <p:spPr bwMode="auto">
          <a:xfrm>
            <a:off x="5786438" y="3284538"/>
            <a:ext cx="2952750" cy="457200"/>
          </a:xfrm>
          <a:prstGeom prst="rect">
            <a:avLst/>
          </a:prstGeom>
          <a:noFill/>
          <a:ln w="9525">
            <a:noFill/>
            <a:miter lim="800000"/>
            <a:headEnd/>
            <a:tailEnd/>
          </a:ln>
        </p:spPr>
        <p:txBody>
          <a:bodyPr>
            <a:spAutoFit/>
          </a:bodyPr>
          <a:lstStyle/>
          <a:p>
            <a:pPr>
              <a:spcBef>
                <a:spcPct val="50000"/>
              </a:spcBef>
            </a:pPr>
            <a:r>
              <a:rPr lang="en-US" altLang="zh-CN" sz="2400">
                <a:solidFill>
                  <a:srgbClr val="FF6600"/>
                </a:solidFill>
                <a:latin typeface="Times New Roman" pitchFamily="18" charset="0"/>
              </a:rPr>
              <a:t>------</a:t>
            </a:r>
            <a:r>
              <a:rPr lang="zh-CN" altLang="en-US" sz="2400">
                <a:solidFill>
                  <a:srgbClr val="FF6600"/>
                </a:solidFill>
                <a:latin typeface="Times New Roman" pitchFamily="18" charset="0"/>
              </a:rPr>
              <a:t>绝对加速度</a:t>
            </a:r>
          </a:p>
        </p:txBody>
      </p:sp>
      <p:sp>
        <p:nvSpPr>
          <p:cNvPr id="103446" name="AutoShape 22"/>
          <p:cNvSpPr>
            <a:spLocks/>
          </p:cNvSpPr>
          <p:nvPr/>
        </p:nvSpPr>
        <p:spPr bwMode="auto">
          <a:xfrm>
            <a:off x="5283200" y="3573463"/>
            <a:ext cx="215900" cy="1150937"/>
          </a:xfrm>
          <a:prstGeom prst="leftBrace">
            <a:avLst>
              <a:gd name="adj1" fmla="val 44424"/>
              <a:gd name="adj2" fmla="val 50000"/>
            </a:avLst>
          </a:prstGeom>
          <a:noFill/>
          <a:ln w="28575">
            <a:solidFill>
              <a:schemeClr val="accent2"/>
            </a:solidFill>
            <a:round/>
            <a:headEnd/>
            <a:tailEnd/>
          </a:ln>
        </p:spPr>
        <p:txBody>
          <a:bodyPr wrap="none" anchor="ctr"/>
          <a:lstStyle/>
          <a:p>
            <a:endParaRPr lang="zh-CN" altLang="en-US">
              <a:latin typeface="Times New Roman" pitchFamily="18" charset="0"/>
            </a:endParaRPr>
          </a:p>
        </p:txBody>
      </p:sp>
      <p:sp>
        <p:nvSpPr>
          <p:cNvPr id="103455" name="AutoShape 31"/>
          <p:cNvSpPr>
            <a:spLocks noChangeArrowheads="1"/>
          </p:cNvSpPr>
          <p:nvPr/>
        </p:nvSpPr>
        <p:spPr bwMode="auto">
          <a:xfrm>
            <a:off x="6357938" y="5214938"/>
            <a:ext cx="2173287" cy="665162"/>
          </a:xfrm>
          <a:prstGeom prst="wedgeRoundRectCallout">
            <a:avLst>
              <a:gd name="adj1" fmla="val -121431"/>
              <a:gd name="adj2" fmla="val 15764"/>
              <a:gd name="adj3" fmla="val 16667"/>
            </a:avLst>
          </a:prstGeom>
          <a:gradFill rotWithShape="1">
            <a:gsLst>
              <a:gs pos="0">
                <a:srgbClr val="CCFFFF"/>
              </a:gs>
              <a:gs pos="100000">
                <a:srgbClr val="FFFFFF"/>
              </a:gs>
            </a:gsLst>
            <a:path path="rect">
              <a:fillToRect l="50000" t="50000" r="50000" b="50000"/>
            </a:path>
          </a:gradFill>
          <a:ln w="9525">
            <a:solidFill>
              <a:srgbClr val="66CCFF"/>
            </a:solidFill>
            <a:miter lim="800000"/>
            <a:headEnd/>
            <a:tailEnd/>
          </a:ln>
        </p:spPr>
        <p:txBody>
          <a:bodyPr anchor="ctr"/>
          <a:lstStyle/>
          <a:p>
            <a:pPr algn="ctr"/>
            <a:r>
              <a:rPr lang="zh-CN" altLang="en-US" sz="2400">
                <a:latin typeface="Times New Roman" pitchFamily="18" charset="0"/>
              </a:rPr>
              <a:t>运动合成定理</a:t>
            </a:r>
            <a:endParaRPr lang="en-US" altLang="zh-CN" sz="2400" b="0">
              <a:latin typeface="Times New Roman" pitchFamily="18" charset="0"/>
            </a:endParaRPr>
          </a:p>
        </p:txBody>
      </p:sp>
      <p:graphicFrame>
        <p:nvGraphicFramePr>
          <p:cNvPr id="103456" name="Object 32"/>
          <p:cNvGraphicFramePr>
            <a:graphicFrameLocks noChangeAspect="1"/>
          </p:cNvGraphicFramePr>
          <p:nvPr/>
        </p:nvGraphicFramePr>
        <p:xfrm>
          <a:off x="3419475" y="3954463"/>
          <a:ext cx="1533525" cy="504825"/>
        </p:xfrm>
        <a:graphic>
          <a:graphicData uri="http://schemas.openxmlformats.org/presentationml/2006/ole">
            <p:oleObj spid="_x0000_s39943" name="公式" r:id="rId8" imgW="685800" imgH="228600" progId="Equation.3">
              <p:embed/>
            </p:oleObj>
          </a:graphicData>
        </a:graphic>
      </p:graphicFrame>
      <p:graphicFrame>
        <p:nvGraphicFramePr>
          <p:cNvPr id="103457" name="Object 33"/>
          <p:cNvGraphicFramePr>
            <a:graphicFrameLocks noChangeAspect="1"/>
          </p:cNvGraphicFramePr>
          <p:nvPr/>
        </p:nvGraphicFramePr>
        <p:xfrm>
          <a:off x="5543550" y="3860800"/>
          <a:ext cx="396875" cy="504825"/>
        </p:xfrm>
        <a:graphic>
          <a:graphicData uri="http://schemas.openxmlformats.org/presentationml/2006/ole">
            <p:oleObj spid="_x0000_s39944" name="公式" r:id="rId9" imgW="177480" imgH="228600" progId="Equation.3">
              <p:embed/>
            </p:oleObj>
          </a:graphicData>
        </a:graphic>
      </p:graphicFrame>
      <p:graphicFrame>
        <p:nvGraphicFramePr>
          <p:cNvPr id="103458" name="Object 34"/>
          <p:cNvGraphicFramePr>
            <a:graphicFrameLocks noChangeAspect="1"/>
          </p:cNvGraphicFramePr>
          <p:nvPr/>
        </p:nvGraphicFramePr>
        <p:xfrm>
          <a:off x="5584825" y="3322638"/>
          <a:ext cx="282575" cy="393700"/>
        </p:xfrm>
        <a:graphic>
          <a:graphicData uri="http://schemas.openxmlformats.org/presentationml/2006/ole">
            <p:oleObj spid="_x0000_s39945" name="公式" r:id="rId10" imgW="126720" imgH="177480" progId="Equation.3">
              <p:embed/>
            </p:oleObj>
          </a:graphicData>
        </a:graphic>
      </p:graphicFrame>
      <p:graphicFrame>
        <p:nvGraphicFramePr>
          <p:cNvPr id="103459" name="Object 35"/>
          <p:cNvGraphicFramePr>
            <a:graphicFrameLocks noChangeAspect="1"/>
          </p:cNvGraphicFramePr>
          <p:nvPr/>
        </p:nvGraphicFramePr>
        <p:xfrm>
          <a:off x="5580063" y="4475163"/>
          <a:ext cx="369887" cy="393700"/>
        </p:xfrm>
        <a:graphic>
          <a:graphicData uri="http://schemas.openxmlformats.org/presentationml/2006/ole">
            <p:oleObj spid="_x0000_s39946" name="公式" r:id="rId11" imgW="164880" imgH="177480" progId="Equation.3">
              <p:embed/>
            </p:oleObj>
          </a:graphicData>
        </a:graphic>
      </p:graphicFrame>
      <p:grpSp>
        <p:nvGrpSpPr>
          <p:cNvPr id="2" name="Group 41"/>
          <p:cNvGrpSpPr>
            <a:grpSpLocks/>
          </p:cNvGrpSpPr>
          <p:nvPr/>
        </p:nvGrpSpPr>
        <p:grpSpPr bwMode="auto">
          <a:xfrm>
            <a:off x="755650" y="4797425"/>
            <a:ext cx="4824413" cy="1728788"/>
            <a:chOff x="476" y="3022"/>
            <a:chExt cx="3039" cy="1089"/>
          </a:xfrm>
        </p:grpSpPr>
        <p:sp>
          <p:nvSpPr>
            <p:cNvPr id="39966" name="AutoShape 27"/>
            <p:cNvSpPr>
              <a:spLocks noChangeArrowheads="1"/>
            </p:cNvSpPr>
            <p:nvPr/>
          </p:nvSpPr>
          <p:spPr bwMode="auto">
            <a:xfrm>
              <a:off x="476" y="3022"/>
              <a:ext cx="3039" cy="1089"/>
            </a:xfrm>
            <a:prstGeom prst="roundRect">
              <a:avLst>
                <a:gd name="adj" fmla="val 16667"/>
              </a:avLst>
            </a:prstGeom>
            <a:gradFill rotWithShape="1">
              <a:gsLst>
                <a:gs pos="0">
                  <a:srgbClr val="CCFFFF"/>
                </a:gs>
                <a:gs pos="50000">
                  <a:srgbClr val="FFFF99"/>
                </a:gs>
                <a:gs pos="100000">
                  <a:srgbClr val="CCFFFF"/>
                </a:gs>
              </a:gsLst>
              <a:lin ang="18900000" scaled="1"/>
            </a:gradFill>
            <a:ln w="9525">
              <a:solidFill>
                <a:schemeClr val="tx1"/>
              </a:solidFill>
              <a:round/>
              <a:headEnd/>
              <a:tailEnd/>
            </a:ln>
          </p:spPr>
          <p:txBody>
            <a:bodyPr wrap="none" anchor="ctr"/>
            <a:lstStyle/>
            <a:p>
              <a:endParaRPr lang="zh-CN" altLang="en-US">
                <a:latin typeface="Times New Roman" pitchFamily="18" charset="0"/>
              </a:endParaRPr>
            </a:p>
          </p:txBody>
        </p:sp>
        <p:graphicFrame>
          <p:nvGraphicFramePr>
            <p:cNvPr id="39949" name="Object 36"/>
            <p:cNvGraphicFramePr>
              <a:graphicFrameLocks noChangeAspect="1"/>
            </p:cNvGraphicFramePr>
            <p:nvPr/>
          </p:nvGraphicFramePr>
          <p:xfrm>
            <a:off x="2413" y="3702"/>
            <a:ext cx="966" cy="318"/>
          </p:xfrm>
          <a:graphic>
            <a:graphicData uri="http://schemas.openxmlformats.org/presentationml/2006/ole">
              <p:oleObj spid="_x0000_s39949" name="公式" r:id="rId12" imgW="685800" imgH="228600" progId="Equation.3">
                <p:embed/>
              </p:oleObj>
            </a:graphicData>
          </a:graphic>
        </p:graphicFrame>
        <p:graphicFrame>
          <p:nvGraphicFramePr>
            <p:cNvPr id="39950" name="Object 37"/>
            <p:cNvGraphicFramePr>
              <a:graphicFrameLocks noChangeAspect="1"/>
            </p:cNvGraphicFramePr>
            <p:nvPr/>
          </p:nvGraphicFramePr>
          <p:xfrm>
            <a:off x="1474" y="3430"/>
            <a:ext cx="948" cy="318"/>
          </p:xfrm>
          <a:graphic>
            <a:graphicData uri="http://schemas.openxmlformats.org/presentationml/2006/ole">
              <p:oleObj spid="_x0000_s39950" name="公式" r:id="rId13" imgW="672840" imgH="228600" progId="Equation.3">
                <p:embed/>
              </p:oleObj>
            </a:graphicData>
          </a:graphic>
        </p:graphicFrame>
        <p:graphicFrame>
          <p:nvGraphicFramePr>
            <p:cNvPr id="39951" name="Object 38"/>
            <p:cNvGraphicFramePr>
              <a:graphicFrameLocks noChangeAspect="1"/>
            </p:cNvGraphicFramePr>
            <p:nvPr/>
          </p:nvGraphicFramePr>
          <p:xfrm>
            <a:off x="612" y="3067"/>
            <a:ext cx="913" cy="318"/>
          </p:xfrm>
          <a:graphic>
            <a:graphicData uri="http://schemas.openxmlformats.org/presentationml/2006/ole">
              <p:oleObj spid="_x0000_s39951" name="公式" r:id="rId14" imgW="647640" imgH="228600" progId="Equation.3">
                <p:embed/>
              </p:oleObj>
            </a:graphicData>
          </a:graphic>
        </p:graphicFrame>
      </p:grpSp>
      <p:graphicFrame>
        <p:nvGraphicFramePr>
          <p:cNvPr id="103463" name="Object 39"/>
          <p:cNvGraphicFramePr>
            <a:graphicFrameLocks noChangeAspect="1"/>
          </p:cNvGraphicFramePr>
          <p:nvPr/>
        </p:nvGraphicFramePr>
        <p:xfrm>
          <a:off x="539750" y="549275"/>
          <a:ext cx="1449388" cy="504825"/>
        </p:xfrm>
        <a:graphic>
          <a:graphicData uri="http://schemas.openxmlformats.org/presentationml/2006/ole">
            <p:oleObj spid="_x0000_s39947" name="公式" r:id="rId15" imgW="647640" imgH="228600" progId="Equation.3">
              <p:embed/>
            </p:oleObj>
          </a:graphicData>
        </a:graphic>
      </p:graphicFrame>
      <p:graphicFrame>
        <p:nvGraphicFramePr>
          <p:cNvPr id="103464" name="Object 40"/>
          <p:cNvGraphicFramePr>
            <a:graphicFrameLocks noChangeAspect="1"/>
          </p:cNvGraphicFramePr>
          <p:nvPr/>
        </p:nvGraphicFramePr>
        <p:xfrm>
          <a:off x="468313" y="1557338"/>
          <a:ext cx="1504950" cy="504825"/>
        </p:xfrm>
        <a:graphic>
          <a:graphicData uri="http://schemas.openxmlformats.org/presentationml/2006/ole">
            <p:oleObj spid="_x0000_s39948" name="公式" r:id="rId16" imgW="672840" imgH="22860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3463"/>
                                        </p:tgtEl>
                                        <p:attrNameLst>
                                          <p:attrName>style.visibility</p:attrName>
                                        </p:attrNameLst>
                                      </p:cBhvr>
                                      <p:to>
                                        <p:strVal val="visible"/>
                                      </p:to>
                                    </p:set>
                                    <p:animEffect transition="in" filter="wipe(left)">
                                      <p:cBhvr>
                                        <p:cTn id="7" dur="1000"/>
                                        <p:tgtEl>
                                          <p:spTgt spid="10346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3430"/>
                                        </p:tgtEl>
                                        <p:attrNameLst>
                                          <p:attrName>style.visibility</p:attrName>
                                        </p:attrNameLst>
                                      </p:cBhvr>
                                      <p:to>
                                        <p:strVal val="visible"/>
                                      </p:to>
                                    </p:set>
                                    <p:animEffect transition="in" filter="wipe(left)">
                                      <p:cBhvr>
                                        <p:cTn id="12" dur="500"/>
                                        <p:tgtEl>
                                          <p:spTgt spid="103430"/>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03428"/>
                                        </p:tgtEl>
                                        <p:attrNameLst>
                                          <p:attrName>style.visibility</p:attrName>
                                        </p:attrNameLst>
                                      </p:cBhvr>
                                      <p:to>
                                        <p:strVal val="visible"/>
                                      </p:to>
                                    </p:set>
                                    <p:animEffect transition="in" filter="wipe(left)">
                                      <p:cBhvr>
                                        <p:cTn id="16" dur="1000"/>
                                        <p:tgtEl>
                                          <p:spTgt spid="10342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03426"/>
                                        </p:tgtEl>
                                        <p:attrNameLst>
                                          <p:attrName>style.visibility</p:attrName>
                                        </p:attrNameLst>
                                      </p:cBhvr>
                                      <p:to>
                                        <p:strVal val="visible"/>
                                      </p:to>
                                    </p:set>
                                    <p:animEffect transition="in" filter="wipe(left)">
                                      <p:cBhvr>
                                        <p:cTn id="21" dur="1000"/>
                                        <p:tgtEl>
                                          <p:spTgt spid="10342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03464"/>
                                        </p:tgtEl>
                                        <p:attrNameLst>
                                          <p:attrName>style.visibility</p:attrName>
                                        </p:attrNameLst>
                                      </p:cBhvr>
                                      <p:to>
                                        <p:strVal val="visible"/>
                                      </p:to>
                                    </p:set>
                                    <p:animEffect transition="in" filter="wipe(left)">
                                      <p:cBhvr>
                                        <p:cTn id="26" dur="1000"/>
                                        <p:tgtEl>
                                          <p:spTgt spid="10346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03435"/>
                                        </p:tgtEl>
                                        <p:attrNameLst>
                                          <p:attrName>style.visibility</p:attrName>
                                        </p:attrNameLst>
                                      </p:cBhvr>
                                      <p:to>
                                        <p:strVal val="visible"/>
                                      </p:to>
                                    </p:set>
                                    <p:animEffect transition="in" filter="wipe(left)">
                                      <p:cBhvr>
                                        <p:cTn id="31" dur="1000"/>
                                        <p:tgtEl>
                                          <p:spTgt spid="10343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03442"/>
                                        </p:tgtEl>
                                        <p:attrNameLst>
                                          <p:attrName>style.visibility</p:attrName>
                                        </p:attrNameLst>
                                      </p:cBhvr>
                                      <p:to>
                                        <p:strVal val="visible"/>
                                      </p:to>
                                    </p:set>
                                    <p:animEffect transition="in" filter="wipe(left)">
                                      <p:cBhvr>
                                        <p:cTn id="36" dur="1000"/>
                                        <p:tgtEl>
                                          <p:spTgt spid="10344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03433"/>
                                        </p:tgtEl>
                                        <p:attrNameLst>
                                          <p:attrName>style.visibility</p:attrName>
                                        </p:attrNameLst>
                                      </p:cBhvr>
                                      <p:to>
                                        <p:strVal val="visible"/>
                                      </p:to>
                                    </p:set>
                                    <p:animEffect transition="in" filter="wipe(left)">
                                      <p:cBhvr>
                                        <p:cTn id="41" dur="1000"/>
                                        <p:tgtEl>
                                          <p:spTgt spid="10343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03438"/>
                                        </p:tgtEl>
                                        <p:attrNameLst>
                                          <p:attrName>style.visibility</p:attrName>
                                        </p:attrNameLst>
                                      </p:cBhvr>
                                      <p:to>
                                        <p:strVal val="visible"/>
                                      </p:to>
                                    </p:set>
                                    <p:animEffect transition="in" filter="wipe(left)">
                                      <p:cBhvr>
                                        <p:cTn id="46" dur="1000"/>
                                        <p:tgtEl>
                                          <p:spTgt spid="10343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03432"/>
                                        </p:tgtEl>
                                        <p:attrNameLst>
                                          <p:attrName>style.visibility</p:attrName>
                                        </p:attrNameLst>
                                      </p:cBhvr>
                                      <p:to>
                                        <p:strVal val="visible"/>
                                      </p:to>
                                    </p:set>
                                    <p:animEffect transition="in" filter="wipe(left)">
                                      <p:cBhvr>
                                        <p:cTn id="51" dur="1000"/>
                                        <p:tgtEl>
                                          <p:spTgt spid="10343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03436"/>
                                        </p:tgtEl>
                                        <p:attrNameLst>
                                          <p:attrName>style.visibility</p:attrName>
                                        </p:attrNameLst>
                                      </p:cBhvr>
                                      <p:to>
                                        <p:strVal val="visible"/>
                                      </p:to>
                                    </p:set>
                                    <p:animEffect transition="in" filter="wipe(left)">
                                      <p:cBhvr>
                                        <p:cTn id="56" dur="1000"/>
                                        <p:tgtEl>
                                          <p:spTgt spid="103436"/>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03434"/>
                                        </p:tgtEl>
                                        <p:attrNameLst>
                                          <p:attrName>style.visibility</p:attrName>
                                        </p:attrNameLst>
                                      </p:cBhvr>
                                      <p:to>
                                        <p:strVal val="visible"/>
                                      </p:to>
                                    </p:set>
                                    <p:animEffect transition="in" filter="wipe(left)">
                                      <p:cBhvr>
                                        <p:cTn id="61" dur="1000"/>
                                        <p:tgtEl>
                                          <p:spTgt spid="103434"/>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03437"/>
                                        </p:tgtEl>
                                        <p:attrNameLst>
                                          <p:attrName>style.visibility</p:attrName>
                                        </p:attrNameLst>
                                      </p:cBhvr>
                                      <p:to>
                                        <p:strVal val="visible"/>
                                      </p:to>
                                    </p:set>
                                    <p:animEffect transition="in" filter="wipe(left)">
                                      <p:cBhvr>
                                        <p:cTn id="66" dur="1000"/>
                                        <p:tgtEl>
                                          <p:spTgt spid="103437"/>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03439"/>
                                        </p:tgtEl>
                                        <p:attrNameLst>
                                          <p:attrName>style.visibility</p:attrName>
                                        </p:attrNameLst>
                                      </p:cBhvr>
                                      <p:to>
                                        <p:strVal val="visible"/>
                                      </p:to>
                                    </p:set>
                                    <p:animEffect transition="in" filter="wipe(left)">
                                      <p:cBhvr>
                                        <p:cTn id="71" dur="1000"/>
                                        <p:tgtEl>
                                          <p:spTgt spid="103439"/>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103427"/>
                                        </p:tgtEl>
                                        <p:attrNameLst>
                                          <p:attrName>style.visibility</p:attrName>
                                        </p:attrNameLst>
                                      </p:cBhvr>
                                      <p:to>
                                        <p:strVal val="visible"/>
                                      </p:to>
                                    </p:set>
                                    <p:animEffect transition="in" filter="wipe(left)">
                                      <p:cBhvr>
                                        <p:cTn id="76" dur="1000"/>
                                        <p:tgtEl>
                                          <p:spTgt spid="103427"/>
                                        </p:tgtEl>
                                      </p:cBhvr>
                                    </p:animEffect>
                                  </p:childTnLst>
                                </p:cTn>
                              </p:par>
                            </p:childTnLst>
                          </p:cTn>
                        </p:par>
                      </p:childTnLst>
                    </p:cTn>
                  </p:par>
                  <p:par>
                    <p:cTn id="77" fill="hold">
                      <p:stCondLst>
                        <p:cond delay="indefinite"/>
                      </p:stCondLst>
                      <p:childTnLst>
                        <p:par>
                          <p:cTn id="78" fill="hold">
                            <p:stCondLst>
                              <p:cond delay="0"/>
                            </p:stCondLst>
                            <p:childTnLst>
                              <p:par>
                                <p:cTn id="79" presetID="23" presetClass="entr" presetSubtype="16" fill="hold" nodeType="clickEffect">
                                  <p:stCondLst>
                                    <p:cond delay="0"/>
                                  </p:stCondLst>
                                  <p:childTnLst>
                                    <p:set>
                                      <p:cBhvr>
                                        <p:cTn id="80" dur="1" fill="hold">
                                          <p:stCondLst>
                                            <p:cond delay="0"/>
                                          </p:stCondLst>
                                        </p:cTn>
                                        <p:tgtEl>
                                          <p:spTgt spid="103456"/>
                                        </p:tgtEl>
                                        <p:attrNameLst>
                                          <p:attrName>style.visibility</p:attrName>
                                        </p:attrNameLst>
                                      </p:cBhvr>
                                      <p:to>
                                        <p:strVal val="visible"/>
                                      </p:to>
                                    </p:set>
                                    <p:anim calcmode="lin" valueType="num">
                                      <p:cBhvr>
                                        <p:cTn id="81" dur="500" fill="hold"/>
                                        <p:tgtEl>
                                          <p:spTgt spid="103456"/>
                                        </p:tgtEl>
                                        <p:attrNameLst>
                                          <p:attrName>ppt_w</p:attrName>
                                        </p:attrNameLst>
                                      </p:cBhvr>
                                      <p:tavLst>
                                        <p:tav tm="0">
                                          <p:val>
                                            <p:fltVal val="0"/>
                                          </p:val>
                                        </p:tav>
                                        <p:tav tm="100000">
                                          <p:val>
                                            <p:strVal val="#ppt_w"/>
                                          </p:val>
                                        </p:tav>
                                      </p:tavLst>
                                    </p:anim>
                                    <p:anim calcmode="lin" valueType="num">
                                      <p:cBhvr>
                                        <p:cTn id="82" dur="500" fill="hold"/>
                                        <p:tgtEl>
                                          <p:spTgt spid="103456"/>
                                        </p:tgtEl>
                                        <p:attrNameLst>
                                          <p:attrName>ppt_h</p:attrName>
                                        </p:attrNameLst>
                                      </p:cBhvr>
                                      <p:tavLst>
                                        <p:tav tm="0">
                                          <p:val>
                                            <p:fltVal val="0"/>
                                          </p:val>
                                        </p:tav>
                                        <p:tav tm="100000">
                                          <p:val>
                                            <p:strVal val="#ppt_h"/>
                                          </p:val>
                                        </p:tav>
                                      </p:tavLst>
                                    </p:anim>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03446"/>
                                        </p:tgtEl>
                                        <p:attrNameLst>
                                          <p:attrName>style.visibility</p:attrName>
                                        </p:attrNameLst>
                                      </p:cBhvr>
                                      <p:to>
                                        <p:strVal val="visible"/>
                                      </p:to>
                                    </p:set>
                                    <p:animEffect transition="in" filter="wipe(left)">
                                      <p:cBhvr>
                                        <p:cTn id="87" dur="1000"/>
                                        <p:tgtEl>
                                          <p:spTgt spid="103446"/>
                                        </p:tgtEl>
                                      </p:cBhvr>
                                    </p:animEffect>
                                  </p:childTnLst>
                                </p:cTn>
                              </p:par>
                            </p:childTnLst>
                          </p:cTn>
                        </p:par>
                      </p:childTnLst>
                    </p:cTn>
                  </p:par>
                  <p:par>
                    <p:cTn id="88" fill="hold">
                      <p:stCondLst>
                        <p:cond delay="indefinite"/>
                      </p:stCondLst>
                      <p:childTnLst>
                        <p:par>
                          <p:cTn id="89" fill="hold">
                            <p:stCondLst>
                              <p:cond delay="0"/>
                            </p:stCondLst>
                            <p:childTnLst>
                              <p:par>
                                <p:cTn id="90" presetID="23" presetClass="entr" presetSubtype="16" fill="hold" nodeType="clickEffect">
                                  <p:stCondLst>
                                    <p:cond delay="0"/>
                                  </p:stCondLst>
                                  <p:childTnLst>
                                    <p:set>
                                      <p:cBhvr>
                                        <p:cTn id="91" dur="1" fill="hold">
                                          <p:stCondLst>
                                            <p:cond delay="0"/>
                                          </p:stCondLst>
                                        </p:cTn>
                                        <p:tgtEl>
                                          <p:spTgt spid="103458"/>
                                        </p:tgtEl>
                                        <p:attrNameLst>
                                          <p:attrName>style.visibility</p:attrName>
                                        </p:attrNameLst>
                                      </p:cBhvr>
                                      <p:to>
                                        <p:strVal val="visible"/>
                                      </p:to>
                                    </p:set>
                                    <p:anim calcmode="lin" valueType="num">
                                      <p:cBhvr>
                                        <p:cTn id="92" dur="500" fill="hold"/>
                                        <p:tgtEl>
                                          <p:spTgt spid="103458"/>
                                        </p:tgtEl>
                                        <p:attrNameLst>
                                          <p:attrName>ppt_w</p:attrName>
                                        </p:attrNameLst>
                                      </p:cBhvr>
                                      <p:tavLst>
                                        <p:tav tm="0">
                                          <p:val>
                                            <p:fltVal val="0"/>
                                          </p:val>
                                        </p:tav>
                                        <p:tav tm="100000">
                                          <p:val>
                                            <p:strVal val="#ppt_w"/>
                                          </p:val>
                                        </p:tav>
                                      </p:tavLst>
                                    </p:anim>
                                    <p:anim calcmode="lin" valueType="num">
                                      <p:cBhvr>
                                        <p:cTn id="93" dur="500" fill="hold"/>
                                        <p:tgtEl>
                                          <p:spTgt spid="103458"/>
                                        </p:tgtEl>
                                        <p:attrNameLst>
                                          <p:attrName>ppt_h</p:attrName>
                                        </p:attrNameLst>
                                      </p:cBhvr>
                                      <p:tavLst>
                                        <p:tav tm="0">
                                          <p:val>
                                            <p:fltVal val="0"/>
                                          </p:val>
                                        </p:tav>
                                        <p:tav tm="100000">
                                          <p:val>
                                            <p:strVal val="#ppt_h"/>
                                          </p:val>
                                        </p:tav>
                                      </p:tavLst>
                                    </p:anim>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103445"/>
                                        </p:tgtEl>
                                        <p:attrNameLst>
                                          <p:attrName>style.visibility</p:attrName>
                                        </p:attrNameLst>
                                      </p:cBhvr>
                                      <p:to>
                                        <p:strVal val="visible"/>
                                      </p:to>
                                    </p:set>
                                    <p:animEffect transition="in" filter="wipe(left)">
                                      <p:cBhvr>
                                        <p:cTn id="98" dur="1000"/>
                                        <p:tgtEl>
                                          <p:spTgt spid="103445"/>
                                        </p:tgtEl>
                                      </p:cBhvr>
                                    </p:animEffect>
                                  </p:childTnLst>
                                </p:cTn>
                              </p:par>
                            </p:childTnLst>
                          </p:cTn>
                        </p:par>
                      </p:childTnLst>
                    </p:cTn>
                  </p:par>
                  <p:par>
                    <p:cTn id="99" fill="hold">
                      <p:stCondLst>
                        <p:cond delay="indefinite"/>
                      </p:stCondLst>
                      <p:childTnLst>
                        <p:par>
                          <p:cTn id="100" fill="hold">
                            <p:stCondLst>
                              <p:cond delay="0"/>
                            </p:stCondLst>
                            <p:childTnLst>
                              <p:par>
                                <p:cTn id="101" presetID="23" presetClass="entr" presetSubtype="16" fill="hold" nodeType="clickEffect">
                                  <p:stCondLst>
                                    <p:cond delay="0"/>
                                  </p:stCondLst>
                                  <p:childTnLst>
                                    <p:set>
                                      <p:cBhvr>
                                        <p:cTn id="102" dur="1" fill="hold">
                                          <p:stCondLst>
                                            <p:cond delay="0"/>
                                          </p:stCondLst>
                                        </p:cTn>
                                        <p:tgtEl>
                                          <p:spTgt spid="103457"/>
                                        </p:tgtEl>
                                        <p:attrNameLst>
                                          <p:attrName>style.visibility</p:attrName>
                                        </p:attrNameLst>
                                      </p:cBhvr>
                                      <p:to>
                                        <p:strVal val="visible"/>
                                      </p:to>
                                    </p:set>
                                    <p:anim calcmode="lin" valueType="num">
                                      <p:cBhvr>
                                        <p:cTn id="103" dur="500" fill="hold"/>
                                        <p:tgtEl>
                                          <p:spTgt spid="103457"/>
                                        </p:tgtEl>
                                        <p:attrNameLst>
                                          <p:attrName>ppt_w</p:attrName>
                                        </p:attrNameLst>
                                      </p:cBhvr>
                                      <p:tavLst>
                                        <p:tav tm="0">
                                          <p:val>
                                            <p:fltVal val="0"/>
                                          </p:val>
                                        </p:tav>
                                        <p:tav tm="100000">
                                          <p:val>
                                            <p:strVal val="#ppt_w"/>
                                          </p:val>
                                        </p:tav>
                                      </p:tavLst>
                                    </p:anim>
                                    <p:anim calcmode="lin" valueType="num">
                                      <p:cBhvr>
                                        <p:cTn id="104" dur="500" fill="hold"/>
                                        <p:tgtEl>
                                          <p:spTgt spid="103457"/>
                                        </p:tgtEl>
                                        <p:attrNameLst>
                                          <p:attrName>ppt_h</p:attrName>
                                        </p:attrNameLst>
                                      </p:cBhvr>
                                      <p:tavLst>
                                        <p:tav tm="0">
                                          <p:val>
                                            <p:fltVal val="0"/>
                                          </p:val>
                                        </p:tav>
                                        <p:tav tm="100000">
                                          <p:val>
                                            <p:strVal val="#ppt_h"/>
                                          </p:val>
                                        </p:tav>
                                      </p:tavLst>
                                    </p:anim>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103443"/>
                                        </p:tgtEl>
                                        <p:attrNameLst>
                                          <p:attrName>style.visibility</p:attrName>
                                        </p:attrNameLst>
                                      </p:cBhvr>
                                      <p:to>
                                        <p:strVal val="visible"/>
                                      </p:to>
                                    </p:set>
                                    <p:animEffect transition="in" filter="wipe(left)">
                                      <p:cBhvr>
                                        <p:cTn id="109" dur="1000"/>
                                        <p:tgtEl>
                                          <p:spTgt spid="103443"/>
                                        </p:tgtEl>
                                      </p:cBhvr>
                                    </p:animEffect>
                                  </p:childTnLst>
                                </p:cTn>
                              </p:par>
                            </p:childTnLst>
                          </p:cTn>
                        </p:par>
                      </p:childTnLst>
                    </p:cTn>
                  </p:par>
                  <p:par>
                    <p:cTn id="110" fill="hold">
                      <p:stCondLst>
                        <p:cond delay="indefinite"/>
                      </p:stCondLst>
                      <p:childTnLst>
                        <p:par>
                          <p:cTn id="111" fill="hold">
                            <p:stCondLst>
                              <p:cond delay="0"/>
                            </p:stCondLst>
                            <p:childTnLst>
                              <p:par>
                                <p:cTn id="112" presetID="23" presetClass="entr" presetSubtype="16" fill="hold" nodeType="clickEffect">
                                  <p:stCondLst>
                                    <p:cond delay="0"/>
                                  </p:stCondLst>
                                  <p:childTnLst>
                                    <p:set>
                                      <p:cBhvr>
                                        <p:cTn id="113" dur="1" fill="hold">
                                          <p:stCondLst>
                                            <p:cond delay="0"/>
                                          </p:stCondLst>
                                        </p:cTn>
                                        <p:tgtEl>
                                          <p:spTgt spid="103459"/>
                                        </p:tgtEl>
                                        <p:attrNameLst>
                                          <p:attrName>style.visibility</p:attrName>
                                        </p:attrNameLst>
                                      </p:cBhvr>
                                      <p:to>
                                        <p:strVal val="visible"/>
                                      </p:to>
                                    </p:set>
                                    <p:anim calcmode="lin" valueType="num">
                                      <p:cBhvr>
                                        <p:cTn id="114" dur="500" fill="hold"/>
                                        <p:tgtEl>
                                          <p:spTgt spid="103459"/>
                                        </p:tgtEl>
                                        <p:attrNameLst>
                                          <p:attrName>ppt_w</p:attrName>
                                        </p:attrNameLst>
                                      </p:cBhvr>
                                      <p:tavLst>
                                        <p:tav tm="0">
                                          <p:val>
                                            <p:fltVal val="0"/>
                                          </p:val>
                                        </p:tav>
                                        <p:tav tm="100000">
                                          <p:val>
                                            <p:strVal val="#ppt_w"/>
                                          </p:val>
                                        </p:tav>
                                      </p:tavLst>
                                    </p:anim>
                                    <p:anim calcmode="lin" valueType="num">
                                      <p:cBhvr>
                                        <p:cTn id="115" dur="500" fill="hold"/>
                                        <p:tgtEl>
                                          <p:spTgt spid="103459"/>
                                        </p:tgtEl>
                                        <p:attrNameLst>
                                          <p:attrName>ppt_h</p:attrName>
                                        </p:attrNameLst>
                                      </p:cBhvr>
                                      <p:tavLst>
                                        <p:tav tm="0">
                                          <p:val>
                                            <p:fltVal val="0"/>
                                          </p:val>
                                        </p:tav>
                                        <p:tav tm="100000">
                                          <p:val>
                                            <p:strVal val="#ppt_h"/>
                                          </p:val>
                                        </p:tav>
                                      </p:tavLst>
                                    </p:anim>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103444"/>
                                        </p:tgtEl>
                                        <p:attrNameLst>
                                          <p:attrName>style.visibility</p:attrName>
                                        </p:attrNameLst>
                                      </p:cBhvr>
                                      <p:to>
                                        <p:strVal val="visible"/>
                                      </p:to>
                                    </p:set>
                                    <p:animEffect transition="in" filter="wipe(left)">
                                      <p:cBhvr>
                                        <p:cTn id="120" dur="1000"/>
                                        <p:tgtEl>
                                          <p:spTgt spid="103444"/>
                                        </p:tgtEl>
                                      </p:cBhvr>
                                    </p:animEffect>
                                  </p:childTnLst>
                                </p:cTn>
                              </p:par>
                            </p:childTnLst>
                          </p:cTn>
                        </p:par>
                      </p:childTnLst>
                    </p:cTn>
                  </p:par>
                  <p:par>
                    <p:cTn id="121" fill="hold">
                      <p:stCondLst>
                        <p:cond delay="indefinite"/>
                      </p:stCondLst>
                      <p:childTnLst>
                        <p:par>
                          <p:cTn id="122" fill="hold">
                            <p:stCondLst>
                              <p:cond delay="0"/>
                            </p:stCondLst>
                            <p:childTnLst>
                              <p:par>
                                <p:cTn id="123" presetID="5" presetClass="entr" presetSubtype="10" fill="hold" nodeType="clickEffect">
                                  <p:stCondLst>
                                    <p:cond delay="0"/>
                                  </p:stCondLst>
                                  <p:childTnLst>
                                    <p:set>
                                      <p:cBhvr>
                                        <p:cTn id="124" dur="1" fill="hold">
                                          <p:stCondLst>
                                            <p:cond delay="0"/>
                                          </p:stCondLst>
                                        </p:cTn>
                                        <p:tgtEl>
                                          <p:spTgt spid="2"/>
                                        </p:tgtEl>
                                        <p:attrNameLst>
                                          <p:attrName>style.visibility</p:attrName>
                                        </p:attrNameLst>
                                      </p:cBhvr>
                                      <p:to>
                                        <p:strVal val="visible"/>
                                      </p:to>
                                    </p:set>
                                    <p:animEffect transition="in" filter="checkerboard(across)">
                                      <p:cBhvr>
                                        <p:cTn id="125" dur="1000"/>
                                        <p:tgtEl>
                                          <p:spTgt spid="2"/>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103455"/>
                                        </p:tgtEl>
                                        <p:attrNameLst>
                                          <p:attrName>style.visibility</p:attrName>
                                        </p:attrNameLst>
                                      </p:cBhvr>
                                      <p:to>
                                        <p:strVal val="visible"/>
                                      </p:to>
                                    </p:set>
                                    <p:animEffect transition="in" filter="wipe(left)">
                                      <p:cBhvr>
                                        <p:cTn id="130" dur="1000"/>
                                        <p:tgtEl>
                                          <p:spTgt spid="1034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8" grpId="0"/>
      <p:bldP spid="103430" grpId="0" animBg="1"/>
      <p:bldP spid="103435" grpId="0" animBg="1"/>
      <p:bldP spid="103436" grpId="0"/>
      <p:bldP spid="103437" grpId="0"/>
      <p:bldP spid="103438" grpId="0"/>
      <p:bldP spid="103439" grpId="0" animBg="1"/>
      <p:bldP spid="103442" grpId="0" animBg="1"/>
      <p:bldP spid="103443" grpId="0"/>
      <p:bldP spid="103444" grpId="0"/>
      <p:bldP spid="103445" grpId="0"/>
      <p:bldP spid="103446" grpId="0" animBg="1"/>
      <p:bldP spid="10345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Text Box 2"/>
          <p:cNvSpPr txBox="1">
            <a:spLocks noChangeArrowheads="1"/>
          </p:cNvSpPr>
          <p:nvPr/>
        </p:nvSpPr>
        <p:spPr bwMode="auto">
          <a:xfrm>
            <a:off x="762000" y="434975"/>
            <a:ext cx="8058150" cy="1463675"/>
          </a:xfrm>
          <a:prstGeom prst="rect">
            <a:avLst/>
          </a:prstGeom>
          <a:noFill/>
          <a:ln w="9525">
            <a:noFill/>
            <a:miter lim="800000"/>
            <a:headEnd/>
            <a:tailEnd/>
          </a:ln>
        </p:spPr>
        <p:txBody>
          <a:bodyPr>
            <a:spAutoFit/>
          </a:bodyPr>
          <a:lstStyle/>
          <a:p>
            <a:pPr>
              <a:lnSpc>
                <a:spcPct val="125000"/>
              </a:lnSpc>
              <a:spcBef>
                <a:spcPct val="50000"/>
              </a:spcBef>
            </a:pPr>
            <a:r>
              <a:rPr kumimoji="1" lang="zh-CN" altLang="en-US" sz="2400">
                <a:latin typeface="Times New Roman" pitchFamily="18" charset="0"/>
              </a:rPr>
              <a:t>一个带篷子的卡车，篷高为 </a:t>
            </a:r>
            <a:r>
              <a:rPr kumimoji="1" lang="en-US" altLang="zh-CN" sz="2400" i="1">
                <a:solidFill>
                  <a:srgbClr val="FF6600"/>
                </a:solidFill>
                <a:latin typeface="Times New Roman" pitchFamily="18" charset="0"/>
              </a:rPr>
              <a:t>h</a:t>
            </a:r>
            <a:r>
              <a:rPr kumimoji="1" lang="en-US" altLang="zh-CN" sz="2400">
                <a:solidFill>
                  <a:srgbClr val="FF6600"/>
                </a:solidFill>
                <a:latin typeface="Times New Roman" pitchFamily="18" charset="0"/>
              </a:rPr>
              <a:t>=2m</a:t>
            </a:r>
            <a:r>
              <a:rPr kumimoji="1" lang="en-US" altLang="zh-CN" sz="2400">
                <a:latin typeface="Times New Roman" pitchFamily="18" charset="0"/>
              </a:rPr>
              <a:t> </a:t>
            </a:r>
            <a:r>
              <a:rPr kumimoji="1" lang="zh-CN" altLang="en-US" sz="2400">
                <a:latin typeface="Times New Roman" pitchFamily="18" charset="0"/>
              </a:rPr>
              <a:t>，当它停在马路边时，雨滴可落入车内达 </a:t>
            </a:r>
            <a:r>
              <a:rPr kumimoji="1" lang="en-US" altLang="zh-CN" sz="2400" i="1">
                <a:solidFill>
                  <a:srgbClr val="FF6600"/>
                </a:solidFill>
                <a:latin typeface="Times New Roman" pitchFamily="18" charset="0"/>
              </a:rPr>
              <a:t>d </a:t>
            </a:r>
            <a:r>
              <a:rPr kumimoji="1" lang="en-US" altLang="zh-CN" sz="2400">
                <a:solidFill>
                  <a:srgbClr val="FF6600"/>
                </a:solidFill>
                <a:latin typeface="Times New Roman" pitchFamily="18" charset="0"/>
              </a:rPr>
              <a:t>= 1m</a:t>
            </a:r>
            <a:r>
              <a:rPr kumimoji="1" lang="en-US" altLang="zh-CN" sz="2400">
                <a:latin typeface="Times New Roman" pitchFamily="18" charset="0"/>
              </a:rPr>
              <a:t> </a:t>
            </a:r>
            <a:r>
              <a:rPr kumimoji="1" lang="zh-CN" altLang="en-US" sz="2400">
                <a:latin typeface="Times New Roman" pitchFamily="18" charset="0"/>
              </a:rPr>
              <a:t>，而当它以</a:t>
            </a:r>
            <a:r>
              <a:rPr kumimoji="1" lang="en-US" altLang="zh-CN" sz="2400">
                <a:solidFill>
                  <a:srgbClr val="FF6600"/>
                </a:solidFill>
                <a:latin typeface="Times New Roman" pitchFamily="18" charset="0"/>
              </a:rPr>
              <a:t>15km/h </a:t>
            </a:r>
            <a:r>
              <a:rPr kumimoji="1" lang="zh-CN" altLang="en-US" sz="2400">
                <a:latin typeface="Times New Roman" pitchFamily="18" charset="0"/>
              </a:rPr>
              <a:t>的速率运动时，雨滴恰好不能落入车中。</a:t>
            </a:r>
          </a:p>
        </p:txBody>
      </p:sp>
      <p:graphicFrame>
        <p:nvGraphicFramePr>
          <p:cNvPr id="201731" name="Object 3"/>
          <p:cNvGraphicFramePr>
            <a:graphicFrameLocks noChangeAspect="1"/>
          </p:cNvGraphicFramePr>
          <p:nvPr/>
        </p:nvGraphicFramePr>
        <p:xfrm>
          <a:off x="1479550" y="3068638"/>
          <a:ext cx="1235075" cy="411162"/>
        </p:xfrm>
        <a:graphic>
          <a:graphicData uri="http://schemas.openxmlformats.org/presentationml/2006/ole">
            <p:oleObj spid="_x0000_s40962" name="公式" r:id="rId3" imgW="685800" imgH="228600" progId="Equation.3">
              <p:embed/>
            </p:oleObj>
          </a:graphicData>
        </a:graphic>
      </p:graphicFrame>
      <p:graphicFrame>
        <p:nvGraphicFramePr>
          <p:cNvPr id="201732" name="Object 4"/>
          <p:cNvGraphicFramePr>
            <a:graphicFrameLocks noChangeAspect="1"/>
          </p:cNvGraphicFramePr>
          <p:nvPr/>
        </p:nvGraphicFramePr>
        <p:xfrm>
          <a:off x="1511300" y="4103688"/>
          <a:ext cx="2667000" cy="800100"/>
        </p:xfrm>
        <a:graphic>
          <a:graphicData uri="http://schemas.openxmlformats.org/presentationml/2006/ole">
            <p:oleObj spid="_x0000_s40963" name="公式" r:id="rId4" imgW="1485720" imgH="444240" progId="Equation.3">
              <p:embed/>
            </p:oleObj>
          </a:graphicData>
        </a:graphic>
      </p:graphicFrame>
      <p:sp>
        <p:nvSpPr>
          <p:cNvPr id="201733" name="Line 5"/>
          <p:cNvSpPr>
            <a:spLocks noChangeShapeType="1"/>
          </p:cNvSpPr>
          <p:nvPr/>
        </p:nvSpPr>
        <p:spPr bwMode="auto">
          <a:xfrm flipH="1">
            <a:off x="7467600" y="1981200"/>
            <a:ext cx="762000" cy="1447800"/>
          </a:xfrm>
          <a:prstGeom prst="line">
            <a:avLst/>
          </a:prstGeom>
          <a:noFill/>
          <a:ln w="25400">
            <a:solidFill>
              <a:srgbClr val="006600"/>
            </a:solidFill>
            <a:prstDash val="dash"/>
            <a:round/>
            <a:headEnd/>
            <a:tailEnd type="triangle" w="med" len="med"/>
          </a:ln>
        </p:spPr>
        <p:txBody>
          <a:bodyPr wrap="none" anchor="ctr"/>
          <a:lstStyle/>
          <a:p>
            <a:endParaRPr lang="zh-CN" altLang="en-US"/>
          </a:p>
        </p:txBody>
      </p:sp>
      <p:graphicFrame>
        <p:nvGraphicFramePr>
          <p:cNvPr id="201734" name="Object 6"/>
          <p:cNvGraphicFramePr>
            <a:graphicFrameLocks/>
          </p:cNvGraphicFramePr>
          <p:nvPr/>
        </p:nvGraphicFramePr>
        <p:xfrm>
          <a:off x="7021513" y="5337175"/>
          <a:ext cx="361950" cy="252413"/>
        </p:xfrm>
        <a:graphic>
          <a:graphicData uri="http://schemas.openxmlformats.org/presentationml/2006/ole">
            <p:oleObj spid="_x0000_s40964" name="公式" r:id="rId5" imgW="152280" imgH="139680" progId="Equation.3">
              <p:embed/>
            </p:oleObj>
          </a:graphicData>
        </a:graphic>
      </p:graphicFrame>
      <p:sp>
        <p:nvSpPr>
          <p:cNvPr id="201735" name="Line 7"/>
          <p:cNvSpPr>
            <a:spLocks noChangeShapeType="1"/>
          </p:cNvSpPr>
          <p:nvPr/>
        </p:nvSpPr>
        <p:spPr bwMode="auto">
          <a:xfrm>
            <a:off x="7624763" y="4171950"/>
            <a:ext cx="0" cy="1447800"/>
          </a:xfrm>
          <a:prstGeom prst="line">
            <a:avLst/>
          </a:prstGeom>
          <a:noFill/>
          <a:ln w="28575">
            <a:solidFill>
              <a:srgbClr val="FF6600"/>
            </a:solidFill>
            <a:round/>
            <a:headEnd/>
            <a:tailEnd type="triangle" w="med" len="med"/>
          </a:ln>
        </p:spPr>
        <p:txBody>
          <a:bodyPr wrap="none" anchor="ctr"/>
          <a:lstStyle/>
          <a:p>
            <a:endParaRPr lang="zh-CN" altLang="en-US"/>
          </a:p>
        </p:txBody>
      </p:sp>
      <p:sp>
        <p:nvSpPr>
          <p:cNvPr id="201736" name="Line 8"/>
          <p:cNvSpPr>
            <a:spLocks noChangeShapeType="1"/>
          </p:cNvSpPr>
          <p:nvPr/>
        </p:nvSpPr>
        <p:spPr bwMode="auto">
          <a:xfrm flipH="1">
            <a:off x="6862763" y="4171950"/>
            <a:ext cx="762000" cy="1447800"/>
          </a:xfrm>
          <a:prstGeom prst="line">
            <a:avLst/>
          </a:prstGeom>
          <a:noFill/>
          <a:ln w="28575">
            <a:solidFill>
              <a:srgbClr val="000099"/>
            </a:solidFill>
            <a:round/>
            <a:headEnd/>
            <a:tailEnd type="triangle" w="med" len="med"/>
          </a:ln>
        </p:spPr>
        <p:txBody>
          <a:bodyPr wrap="none" anchor="ctr"/>
          <a:lstStyle/>
          <a:p>
            <a:endParaRPr lang="zh-CN" altLang="en-US"/>
          </a:p>
        </p:txBody>
      </p:sp>
      <p:sp>
        <p:nvSpPr>
          <p:cNvPr id="201737" name="Line 9"/>
          <p:cNvSpPr>
            <a:spLocks noChangeShapeType="1"/>
          </p:cNvSpPr>
          <p:nvPr/>
        </p:nvSpPr>
        <p:spPr bwMode="auto">
          <a:xfrm flipH="1">
            <a:off x="6862763" y="5619750"/>
            <a:ext cx="762000" cy="0"/>
          </a:xfrm>
          <a:prstGeom prst="line">
            <a:avLst/>
          </a:prstGeom>
          <a:noFill/>
          <a:ln w="28575">
            <a:solidFill>
              <a:srgbClr val="006600"/>
            </a:solidFill>
            <a:round/>
            <a:headEnd/>
            <a:tailEnd type="triangle" w="med" len="med"/>
          </a:ln>
        </p:spPr>
        <p:txBody>
          <a:bodyPr wrap="none" anchor="ctr"/>
          <a:lstStyle/>
          <a:p>
            <a:endParaRPr lang="zh-CN" altLang="en-US"/>
          </a:p>
        </p:txBody>
      </p:sp>
      <p:sp>
        <p:nvSpPr>
          <p:cNvPr id="201738" name="Rectangle 10"/>
          <p:cNvSpPr>
            <a:spLocks noChangeArrowheads="1"/>
          </p:cNvSpPr>
          <p:nvPr/>
        </p:nvSpPr>
        <p:spPr bwMode="auto">
          <a:xfrm>
            <a:off x="5943600" y="2286000"/>
            <a:ext cx="2133600" cy="1143000"/>
          </a:xfrm>
          <a:prstGeom prst="rect">
            <a:avLst/>
          </a:prstGeom>
          <a:noFill/>
          <a:ln w="9525">
            <a:solidFill>
              <a:srgbClr val="006666"/>
            </a:solidFill>
            <a:miter lim="800000"/>
            <a:headEnd/>
            <a:tailEnd/>
          </a:ln>
        </p:spPr>
        <p:txBody>
          <a:bodyPr wrap="none" anchor="ctr"/>
          <a:lstStyle/>
          <a:p>
            <a:pPr algn="ctr"/>
            <a:endParaRPr kumimoji="1" lang="zh-CN" altLang="en-US" sz="2400" b="0">
              <a:solidFill>
                <a:srgbClr val="FFFFCC"/>
              </a:solidFill>
              <a:latin typeface="Times New Roman" pitchFamily="18" charset="0"/>
            </a:endParaRPr>
          </a:p>
        </p:txBody>
      </p:sp>
      <p:grpSp>
        <p:nvGrpSpPr>
          <p:cNvPr id="2" name="Group 11"/>
          <p:cNvGrpSpPr>
            <a:grpSpLocks/>
          </p:cNvGrpSpPr>
          <p:nvPr/>
        </p:nvGrpSpPr>
        <p:grpSpPr bwMode="auto">
          <a:xfrm>
            <a:off x="4953000" y="2590800"/>
            <a:ext cx="1066800" cy="1066800"/>
            <a:chOff x="3552" y="1392"/>
            <a:chExt cx="672" cy="672"/>
          </a:xfrm>
        </p:grpSpPr>
        <p:sp>
          <p:nvSpPr>
            <p:cNvPr id="40993" name="Line 12"/>
            <p:cNvSpPr>
              <a:spLocks noChangeShapeType="1"/>
            </p:cNvSpPr>
            <p:nvPr/>
          </p:nvSpPr>
          <p:spPr bwMode="auto">
            <a:xfrm>
              <a:off x="3984" y="1392"/>
              <a:ext cx="192" cy="0"/>
            </a:xfrm>
            <a:prstGeom prst="line">
              <a:avLst/>
            </a:prstGeom>
            <a:noFill/>
            <a:ln w="9525">
              <a:solidFill>
                <a:srgbClr val="006666"/>
              </a:solidFill>
              <a:round/>
              <a:headEnd/>
              <a:tailEnd/>
            </a:ln>
          </p:spPr>
          <p:txBody>
            <a:bodyPr wrap="none" anchor="ctr"/>
            <a:lstStyle/>
            <a:p>
              <a:endParaRPr lang="zh-CN" altLang="en-US"/>
            </a:p>
          </p:txBody>
        </p:sp>
        <p:sp>
          <p:nvSpPr>
            <p:cNvPr id="40994" name="Line 13"/>
            <p:cNvSpPr>
              <a:spLocks noChangeShapeType="1"/>
            </p:cNvSpPr>
            <p:nvPr/>
          </p:nvSpPr>
          <p:spPr bwMode="auto">
            <a:xfrm flipH="1">
              <a:off x="3840" y="1392"/>
              <a:ext cx="144" cy="240"/>
            </a:xfrm>
            <a:prstGeom prst="line">
              <a:avLst/>
            </a:prstGeom>
            <a:noFill/>
            <a:ln w="9525">
              <a:solidFill>
                <a:srgbClr val="006666"/>
              </a:solidFill>
              <a:round/>
              <a:headEnd/>
              <a:tailEnd/>
            </a:ln>
          </p:spPr>
          <p:txBody>
            <a:bodyPr wrap="none" anchor="ctr"/>
            <a:lstStyle/>
            <a:p>
              <a:endParaRPr lang="zh-CN" altLang="en-US"/>
            </a:p>
          </p:txBody>
        </p:sp>
        <p:sp>
          <p:nvSpPr>
            <p:cNvPr id="40995" name="Line 14"/>
            <p:cNvSpPr>
              <a:spLocks noChangeShapeType="1"/>
            </p:cNvSpPr>
            <p:nvPr/>
          </p:nvSpPr>
          <p:spPr bwMode="auto">
            <a:xfrm>
              <a:off x="3552" y="1632"/>
              <a:ext cx="288" cy="0"/>
            </a:xfrm>
            <a:prstGeom prst="line">
              <a:avLst/>
            </a:prstGeom>
            <a:noFill/>
            <a:ln w="9525">
              <a:solidFill>
                <a:srgbClr val="006666"/>
              </a:solidFill>
              <a:round/>
              <a:headEnd/>
              <a:tailEnd/>
            </a:ln>
          </p:spPr>
          <p:txBody>
            <a:bodyPr wrap="none" anchor="ctr"/>
            <a:lstStyle/>
            <a:p>
              <a:endParaRPr lang="zh-CN" altLang="en-US"/>
            </a:p>
          </p:txBody>
        </p:sp>
        <p:sp>
          <p:nvSpPr>
            <p:cNvPr id="40996" name="Line 15"/>
            <p:cNvSpPr>
              <a:spLocks noChangeShapeType="1"/>
            </p:cNvSpPr>
            <p:nvPr/>
          </p:nvSpPr>
          <p:spPr bwMode="auto">
            <a:xfrm>
              <a:off x="3552" y="1632"/>
              <a:ext cx="0" cy="288"/>
            </a:xfrm>
            <a:prstGeom prst="line">
              <a:avLst/>
            </a:prstGeom>
            <a:noFill/>
            <a:ln w="9525">
              <a:solidFill>
                <a:srgbClr val="006666"/>
              </a:solidFill>
              <a:round/>
              <a:headEnd/>
              <a:tailEnd/>
            </a:ln>
          </p:spPr>
          <p:txBody>
            <a:bodyPr wrap="none" anchor="ctr"/>
            <a:lstStyle/>
            <a:p>
              <a:endParaRPr lang="zh-CN" altLang="en-US"/>
            </a:p>
          </p:txBody>
        </p:sp>
        <p:sp>
          <p:nvSpPr>
            <p:cNvPr id="40997" name="Line 16"/>
            <p:cNvSpPr>
              <a:spLocks noChangeShapeType="1"/>
            </p:cNvSpPr>
            <p:nvPr/>
          </p:nvSpPr>
          <p:spPr bwMode="auto">
            <a:xfrm>
              <a:off x="3552" y="1920"/>
              <a:ext cx="672" cy="0"/>
            </a:xfrm>
            <a:prstGeom prst="line">
              <a:avLst/>
            </a:prstGeom>
            <a:noFill/>
            <a:ln w="9525">
              <a:solidFill>
                <a:srgbClr val="006666"/>
              </a:solidFill>
              <a:round/>
              <a:headEnd/>
              <a:tailEnd/>
            </a:ln>
          </p:spPr>
          <p:txBody>
            <a:bodyPr wrap="none" anchor="ctr"/>
            <a:lstStyle/>
            <a:p>
              <a:endParaRPr lang="zh-CN" altLang="en-US"/>
            </a:p>
          </p:txBody>
        </p:sp>
        <p:sp>
          <p:nvSpPr>
            <p:cNvPr id="40998" name="Rectangle 17"/>
            <p:cNvSpPr>
              <a:spLocks noChangeArrowheads="1"/>
            </p:cNvSpPr>
            <p:nvPr/>
          </p:nvSpPr>
          <p:spPr bwMode="auto">
            <a:xfrm>
              <a:off x="3984" y="1488"/>
              <a:ext cx="144" cy="144"/>
            </a:xfrm>
            <a:prstGeom prst="rect">
              <a:avLst/>
            </a:prstGeom>
            <a:solidFill>
              <a:srgbClr val="DDDDDD"/>
            </a:solidFill>
            <a:ln w="9525">
              <a:solidFill>
                <a:srgbClr val="006666"/>
              </a:solidFill>
              <a:miter lim="800000"/>
              <a:headEnd/>
              <a:tailEnd/>
            </a:ln>
          </p:spPr>
          <p:txBody>
            <a:bodyPr wrap="none" anchor="ctr"/>
            <a:lstStyle/>
            <a:p>
              <a:endParaRPr lang="zh-CN" altLang="en-US" sz="2400">
                <a:latin typeface="Times New Roman" pitchFamily="18" charset="0"/>
              </a:endParaRPr>
            </a:p>
          </p:txBody>
        </p:sp>
        <p:sp>
          <p:nvSpPr>
            <p:cNvPr id="40999" name="Oval 18"/>
            <p:cNvSpPr>
              <a:spLocks noChangeArrowheads="1"/>
            </p:cNvSpPr>
            <p:nvPr/>
          </p:nvSpPr>
          <p:spPr bwMode="auto">
            <a:xfrm>
              <a:off x="3792" y="1824"/>
              <a:ext cx="240" cy="240"/>
            </a:xfrm>
            <a:prstGeom prst="ellipse">
              <a:avLst/>
            </a:prstGeom>
            <a:solidFill>
              <a:srgbClr val="4D4D4D"/>
            </a:solidFill>
            <a:ln w="9525">
              <a:solidFill>
                <a:srgbClr val="006666"/>
              </a:solidFill>
              <a:round/>
              <a:headEnd/>
              <a:tailEnd/>
            </a:ln>
          </p:spPr>
          <p:txBody>
            <a:bodyPr wrap="none" anchor="ctr"/>
            <a:lstStyle/>
            <a:p>
              <a:endParaRPr lang="zh-CN" altLang="en-US" sz="2400">
                <a:latin typeface="Times New Roman" pitchFamily="18" charset="0"/>
              </a:endParaRPr>
            </a:p>
          </p:txBody>
        </p:sp>
      </p:grpSp>
      <p:sp>
        <p:nvSpPr>
          <p:cNvPr id="201747" name="Oval 19"/>
          <p:cNvSpPr>
            <a:spLocks noChangeArrowheads="1"/>
          </p:cNvSpPr>
          <p:nvPr/>
        </p:nvSpPr>
        <p:spPr bwMode="auto">
          <a:xfrm>
            <a:off x="6934200" y="3276600"/>
            <a:ext cx="381000" cy="381000"/>
          </a:xfrm>
          <a:prstGeom prst="ellipse">
            <a:avLst/>
          </a:prstGeom>
          <a:solidFill>
            <a:srgbClr val="4D4D4D"/>
          </a:solidFill>
          <a:ln w="9525">
            <a:solidFill>
              <a:schemeClr val="tx1"/>
            </a:solidFill>
            <a:round/>
            <a:headEnd/>
            <a:tailEnd/>
          </a:ln>
        </p:spPr>
        <p:txBody>
          <a:bodyPr wrap="none" anchor="ctr"/>
          <a:lstStyle/>
          <a:p>
            <a:endParaRPr lang="zh-CN" altLang="en-US" sz="2400">
              <a:latin typeface="Times New Roman" pitchFamily="18" charset="0"/>
            </a:endParaRPr>
          </a:p>
        </p:txBody>
      </p:sp>
      <p:sp>
        <p:nvSpPr>
          <p:cNvPr id="201748" name="Line 20"/>
          <p:cNvSpPr>
            <a:spLocks noChangeShapeType="1"/>
          </p:cNvSpPr>
          <p:nvPr/>
        </p:nvSpPr>
        <p:spPr bwMode="auto">
          <a:xfrm>
            <a:off x="6477000" y="2286000"/>
            <a:ext cx="0" cy="1143000"/>
          </a:xfrm>
          <a:prstGeom prst="line">
            <a:avLst/>
          </a:prstGeom>
          <a:noFill/>
          <a:ln w="28575">
            <a:solidFill>
              <a:srgbClr val="000099"/>
            </a:solidFill>
            <a:round/>
            <a:headEnd type="triangle" w="med" len="med"/>
            <a:tailEnd type="triangle" w="med" len="med"/>
          </a:ln>
        </p:spPr>
        <p:txBody>
          <a:bodyPr wrap="none" anchor="ctr"/>
          <a:lstStyle/>
          <a:p>
            <a:endParaRPr lang="zh-CN" altLang="en-US"/>
          </a:p>
        </p:txBody>
      </p:sp>
      <p:sp>
        <p:nvSpPr>
          <p:cNvPr id="201749" name="Line 21"/>
          <p:cNvSpPr>
            <a:spLocks noChangeShapeType="1"/>
          </p:cNvSpPr>
          <p:nvPr/>
        </p:nvSpPr>
        <p:spPr bwMode="auto">
          <a:xfrm>
            <a:off x="7467600" y="2895600"/>
            <a:ext cx="0" cy="533400"/>
          </a:xfrm>
          <a:prstGeom prst="line">
            <a:avLst/>
          </a:prstGeom>
          <a:noFill/>
          <a:ln w="9525">
            <a:solidFill>
              <a:srgbClr val="000099"/>
            </a:solidFill>
            <a:round/>
            <a:headEnd/>
            <a:tailEnd/>
          </a:ln>
        </p:spPr>
        <p:txBody>
          <a:bodyPr wrap="none" anchor="ctr"/>
          <a:lstStyle/>
          <a:p>
            <a:endParaRPr lang="zh-CN" altLang="en-US"/>
          </a:p>
        </p:txBody>
      </p:sp>
      <p:sp>
        <p:nvSpPr>
          <p:cNvPr id="201750" name="Line 22"/>
          <p:cNvSpPr>
            <a:spLocks noChangeShapeType="1"/>
          </p:cNvSpPr>
          <p:nvPr/>
        </p:nvSpPr>
        <p:spPr bwMode="auto">
          <a:xfrm>
            <a:off x="7467600" y="3048000"/>
            <a:ext cx="609600" cy="0"/>
          </a:xfrm>
          <a:prstGeom prst="line">
            <a:avLst/>
          </a:prstGeom>
          <a:noFill/>
          <a:ln w="28575">
            <a:solidFill>
              <a:srgbClr val="000099"/>
            </a:solidFill>
            <a:round/>
            <a:headEnd type="triangle" w="med" len="med"/>
            <a:tailEnd type="triangle" w="med" len="med"/>
          </a:ln>
        </p:spPr>
        <p:txBody>
          <a:bodyPr wrap="none" anchor="ctr"/>
          <a:lstStyle/>
          <a:p>
            <a:endParaRPr lang="zh-CN" altLang="en-US"/>
          </a:p>
        </p:txBody>
      </p:sp>
      <p:graphicFrame>
        <p:nvGraphicFramePr>
          <p:cNvPr id="201751" name="Object 23"/>
          <p:cNvGraphicFramePr>
            <a:graphicFrameLocks noChangeAspect="1"/>
          </p:cNvGraphicFramePr>
          <p:nvPr/>
        </p:nvGraphicFramePr>
        <p:xfrm>
          <a:off x="6146800" y="2754313"/>
          <a:ext cx="230188" cy="319087"/>
        </p:xfrm>
        <a:graphic>
          <a:graphicData uri="http://schemas.openxmlformats.org/presentationml/2006/ole">
            <p:oleObj spid="_x0000_s40965" name="公式" r:id="rId6" imgW="126720" imgH="177480" progId="Equation.3">
              <p:embed/>
            </p:oleObj>
          </a:graphicData>
        </a:graphic>
      </p:graphicFrame>
      <p:graphicFrame>
        <p:nvGraphicFramePr>
          <p:cNvPr id="201752" name="Object 24"/>
          <p:cNvGraphicFramePr>
            <a:graphicFrameLocks noChangeAspect="1"/>
          </p:cNvGraphicFramePr>
          <p:nvPr/>
        </p:nvGraphicFramePr>
        <p:xfrm>
          <a:off x="7677150" y="3116263"/>
          <a:ext cx="255588" cy="320675"/>
        </p:xfrm>
        <a:graphic>
          <a:graphicData uri="http://schemas.openxmlformats.org/presentationml/2006/ole">
            <p:oleObj spid="_x0000_s40966" name="公式" r:id="rId7" imgW="139680" imgH="177480" progId="Equation.3">
              <p:embed/>
            </p:oleObj>
          </a:graphicData>
        </a:graphic>
      </p:graphicFrame>
      <p:sp>
        <p:nvSpPr>
          <p:cNvPr id="201753" name="Line 25"/>
          <p:cNvSpPr>
            <a:spLocks noChangeShapeType="1"/>
          </p:cNvSpPr>
          <p:nvPr/>
        </p:nvSpPr>
        <p:spPr bwMode="auto">
          <a:xfrm>
            <a:off x="4572000" y="3657600"/>
            <a:ext cx="3733800" cy="0"/>
          </a:xfrm>
          <a:prstGeom prst="line">
            <a:avLst/>
          </a:prstGeom>
          <a:noFill/>
          <a:ln w="31750">
            <a:solidFill>
              <a:srgbClr val="996600"/>
            </a:solidFill>
            <a:round/>
            <a:headEnd/>
            <a:tailEnd/>
          </a:ln>
        </p:spPr>
        <p:txBody>
          <a:bodyPr wrap="none" anchor="ctr"/>
          <a:lstStyle/>
          <a:p>
            <a:endParaRPr lang="zh-CN" altLang="en-US"/>
          </a:p>
        </p:txBody>
      </p:sp>
      <p:sp>
        <p:nvSpPr>
          <p:cNvPr id="201754" name="Line 26"/>
          <p:cNvSpPr>
            <a:spLocks noChangeShapeType="1"/>
          </p:cNvSpPr>
          <p:nvPr/>
        </p:nvSpPr>
        <p:spPr bwMode="auto">
          <a:xfrm flipH="1">
            <a:off x="4572000" y="2895600"/>
            <a:ext cx="762000" cy="0"/>
          </a:xfrm>
          <a:prstGeom prst="line">
            <a:avLst/>
          </a:prstGeom>
          <a:noFill/>
          <a:ln w="28575">
            <a:solidFill>
              <a:srgbClr val="006600"/>
            </a:solidFill>
            <a:round/>
            <a:headEnd/>
            <a:tailEnd type="triangle" w="med" len="med"/>
          </a:ln>
        </p:spPr>
        <p:txBody>
          <a:bodyPr wrap="none" anchor="ctr"/>
          <a:lstStyle/>
          <a:p>
            <a:endParaRPr lang="zh-CN" altLang="en-US"/>
          </a:p>
        </p:txBody>
      </p:sp>
      <p:graphicFrame>
        <p:nvGraphicFramePr>
          <p:cNvPr id="201755" name="Object 27"/>
          <p:cNvGraphicFramePr>
            <a:graphicFrameLocks noChangeAspect="1"/>
          </p:cNvGraphicFramePr>
          <p:nvPr/>
        </p:nvGraphicFramePr>
        <p:xfrm>
          <a:off x="6907213" y="4735513"/>
          <a:ext cx="228600" cy="319087"/>
        </p:xfrm>
        <a:graphic>
          <a:graphicData uri="http://schemas.openxmlformats.org/presentationml/2006/ole">
            <p:oleObj spid="_x0000_s40967" name="公式" r:id="rId8" imgW="126720" imgH="177480" progId="Equation.3">
              <p:embed/>
            </p:oleObj>
          </a:graphicData>
        </a:graphic>
      </p:graphicFrame>
      <p:graphicFrame>
        <p:nvGraphicFramePr>
          <p:cNvPr id="201756" name="Object 28"/>
          <p:cNvGraphicFramePr>
            <a:graphicFrameLocks noChangeAspect="1"/>
          </p:cNvGraphicFramePr>
          <p:nvPr/>
        </p:nvGraphicFramePr>
        <p:xfrm>
          <a:off x="4849813" y="2487613"/>
          <a:ext cx="320675" cy="409575"/>
        </p:xfrm>
        <a:graphic>
          <a:graphicData uri="http://schemas.openxmlformats.org/presentationml/2006/ole">
            <p:oleObj spid="_x0000_s40968" name="公式" r:id="rId9" imgW="177480" imgH="228600" progId="Equation.3">
              <p:embed/>
            </p:oleObj>
          </a:graphicData>
        </a:graphic>
      </p:graphicFrame>
      <p:graphicFrame>
        <p:nvGraphicFramePr>
          <p:cNvPr id="201757" name="Object 29"/>
          <p:cNvGraphicFramePr>
            <a:graphicFrameLocks noChangeAspect="1"/>
          </p:cNvGraphicFramePr>
          <p:nvPr/>
        </p:nvGraphicFramePr>
        <p:xfrm>
          <a:off x="7677150" y="4829175"/>
          <a:ext cx="301625" cy="320675"/>
        </p:xfrm>
        <a:graphic>
          <a:graphicData uri="http://schemas.openxmlformats.org/presentationml/2006/ole">
            <p:oleObj spid="_x0000_s40969" name="公式" r:id="rId10" imgW="164880" imgH="177480" progId="Equation.3">
              <p:embed/>
            </p:oleObj>
          </a:graphicData>
        </a:graphic>
      </p:graphicFrame>
      <p:sp>
        <p:nvSpPr>
          <p:cNvPr id="201758" name="Text Box 30"/>
          <p:cNvSpPr txBox="1">
            <a:spLocks noChangeArrowheads="1"/>
          </p:cNvSpPr>
          <p:nvPr/>
        </p:nvSpPr>
        <p:spPr bwMode="auto">
          <a:xfrm>
            <a:off x="762000" y="2422525"/>
            <a:ext cx="3352800" cy="457200"/>
          </a:xfrm>
          <a:prstGeom prst="rect">
            <a:avLst/>
          </a:prstGeom>
          <a:noFill/>
          <a:ln w="9525">
            <a:noFill/>
            <a:miter lim="800000"/>
            <a:headEnd/>
            <a:tailEnd/>
          </a:ln>
        </p:spPr>
        <p:txBody>
          <a:bodyPr>
            <a:spAutoFit/>
          </a:bodyPr>
          <a:lstStyle/>
          <a:p>
            <a:pPr>
              <a:spcBef>
                <a:spcPct val="50000"/>
              </a:spcBef>
            </a:pPr>
            <a:r>
              <a:rPr kumimoji="1" lang="zh-CN" altLang="en-US" sz="2400">
                <a:latin typeface="Times New Roman" pitchFamily="18" charset="0"/>
              </a:rPr>
              <a:t>根据速度变换定理</a:t>
            </a:r>
          </a:p>
        </p:txBody>
      </p:sp>
      <p:sp>
        <p:nvSpPr>
          <p:cNvPr id="201759" name="Text Box 31"/>
          <p:cNvSpPr txBox="1">
            <a:spLocks noChangeArrowheads="1"/>
          </p:cNvSpPr>
          <p:nvPr/>
        </p:nvSpPr>
        <p:spPr bwMode="auto">
          <a:xfrm>
            <a:off x="838200" y="3641725"/>
            <a:ext cx="2743200" cy="369888"/>
          </a:xfrm>
          <a:prstGeom prst="rect">
            <a:avLst/>
          </a:prstGeom>
          <a:noFill/>
          <a:ln w="9525">
            <a:noFill/>
            <a:miter lim="800000"/>
            <a:headEnd/>
            <a:tailEnd/>
          </a:ln>
        </p:spPr>
        <p:txBody>
          <a:bodyPr lIns="0" tIns="0" rIns="0" bIns="0">
            <a:spAutoFit/>
          </a:bodyPr>
          <a:lstStyle/>
          <a:p>
            <a:pPr>
              <a:spcBef>
                <a:spcPct val="50000"/>
              </a:spcBef>
            </a:pPr>
            <a:r>
              <a:rPr kumimoji="1" lang="zh-CN" altLang="en-US" sz="2400">
                <a:latin typeface="Times New Roman" pitchFamily="18" charset="0"/>
              </a:rPr>
              <a:t>画出矢量图</a:t>
            </a:r>
          </a:p>
        </p:txBody>
      </p:sp>
      <p:sp>
        <p:nvSpPr>
          <p:cNvPr id="201760" name="Line 32"/>
          <p:cNvSpPr>
            <a:spLocks noChangeShapeType="1"/>
          </p:cNvSpPr>
          <p:nvPr/>
        </p:nvSpPr>
        <p:spPr bwMode="auto">
          <a:xfrm>
            <a:off x="8229600" y="2057400"/>
            <a:ext cx="0" cy="1447800"/>
          </a:xfrm>
          <a:prstGeom prst="line">
            <a:avLst/>
          </a:prstGeom>
          <a:noFill/>
          <a:ln w="28575">
            <a:solidFill>
              <a:srgbClr val="FF6600"/>
            </a:solidFill>
            <a:round/>
            <a:headEnd/>
            <a:tailEnd type="triangle" w="med" len="med"/>
          </a:ln>
        </p:spPr>
        <p:txBody>
          <a:bodyPr wrap="none" anchor="ctr"/>
          <a:lstStyle/>
          <a:p>
            <a:endParaRPr lang="zh-CN" altLang="en-US"/>
          </a:p>
        </p:txBody>
      </p:sp>
      <p:graphicFrame>
        <p:nvGraphicFramePr>
          <p:cNvPr id="201761" name="Object 33"/>
          <p:cNvGraphicFramePr>
            <a:graphicFrameLocks noChangeAspect="1"/>
          </p:cNvGraphicFramePr>
          <p:nvPr/>
        </p:nvGraphicFramePr>
        <p:xfrm>
          <a:off x="927100" y="5094288"/>
          <a:ext cx="4762500" cy="798512"/>
        </p:xfrm>
        <a:graphic>
          <a:graphicData uri="http://schemas.openxmlformats.org/presentationml/2006/ole">
            <p:oleObj spid="_x0000_s40970" name="公式" r:id="rId11" imgW="2654280" imgH="444240" progId="Equation.3">
              <p:embed/>
            </p:oleObj>
          </a:graphicData>
        </a:graphic>
      </p:graphicFrame>
      <p:graphicFrame>
        <p:nvGraphicFramePr>
          <p:cNvPr id="201762" name="Object 34"/>
          <p:cNvGraphicFramePr>
            <a:graphicFrameLocks noChangeAspect="1"/>
          </p:cNvGraphicFramePr>
          <p:nvPr/>
        </p:nvGraphicFramePr>
        <p:xfrm>
          <a:off x="7170738" y="5634038"/>
          <a:ext cx="320675" cy="411162"/>
        </p:xfrm>
        <a:graphic>
          <a:graphicData uri="http://schemas.openxmlformats.org/presentationml/2006/ole">
            <p:oleObj spid="_x0000_s40971" name="公式" r:id="rId12" imgW="177480" imgH="228600" progId="Equation.3">
              <p:embed/>
            </p:oleObj>
          </a:graphicData>
        </a:graphic>
      </p:graphicFrame>
      <p:sp>
        <p:nvSpPr>
          <p:cNvPr id="201763" name="Rectangle 35"/>
          <p:cNvSpPr>
            <a:spLocks noChangeArrowheads="1"/>
          </p:cNvSpPr>
          <p:nvPr/>
        </p:nvSpPr>
        <p:spPr bwMode="auto">
          <a:xfrm>
            <a:off x="295275" y="450850"/>
            <a:ext cx="492125" cy="457200"/>
          </a:xfrm>
          <a:prstGeom prst="rect">
            <a:avLst/>
          </a:prstGeom>
          <a:noFill/>
          <a:ln w="9525">
            <a:noFill/>
            <a:miter lim="800000"/>
            <a:headEnd/>
            <a:tailEnd/>
          </a:ln>
        </p:spPr>
        <p:txBody>
          <a:bodyPr wrap="none">
            <a:spAutoFit/>
          </a:bodyPr>
          <a:lstStyle/>
          <a:p>
            <a:pPr algn="ctr"/>
            <a:r>
              <a:rPr kumimoji="1" lang="zh-CN" altLang="en-US" sz="2400">
                <a:solidFill>
                  <a:srgbClr val="FF0000"/>
                </a:solidFill>
                <a:latin typeface="Times New Roman" pitchFamily="18" charset="0"/>
              </a:rPr>
              <a:t>例</a:t>
            </a:r>
          </a:p>
        </p:txBody>
      </p:sp>
      <p:sp>
        <p:nvSpPr>
          <p:cNvPr id="201764" name="Rectangle 36"/>
          <p:cNvSpPr>
            <a:spLocks noChangeArrowheads="1"/>
          </p:cNvSpPr>
          <p:nvPr/>
        </p:nvSpPr>
        <p:spPr bwMode="auto">
          <a:xfrm>
            <a:off x="295275" y="2389188"/>
            <a:ext cx="492125" cy="457200"/>
          </a:xfrm>
          <a:prstGeom prst="rect">
            <a:avLst/>
          </a:prstGeom>
          <a:noFill/>
          <a:ln w="9525">
            <a:noFill/>
            <a:miter lim="800000"/>
            <a:headEnd/>
            <a:tailEnd/>
          </a:ln>
        </p:spPr>
        <p:txBody>
          <a:bodyPr wrap="none">
            <a:spAutoFit/>
          </a:bodyPr>
          <a:lstStyle/>
          <a:p>
            <a:pPr algn="ctr"/>
            <a:r>
              <a:rPr kumimoji="1" lang="zh-CN" altLang="en-US" sz="2400">
                <a:solidFill>
                  <a:srgbClr val="FF0000"/>
                </a:solidFill>
                <a:latin typeface="Times New Roman" pitchFamily="18" charset="0"/>
              </a:rPr>
              <a:t>解</a:t>
            </a:r>
          </a:p>
        </p:txBody>
      </p:sp>
      <p:sp>
        <p:nvSpPr>
          <p:cNvPr id="201765" name="Rectangle 37"/>
          <p:cNvSpPr>
            <a:spLocks noChangeArrowheads="1"/>
          </p:cNvSpPr>
          <p:nvPr/>
        </p:nvSpPr>
        <p:spPr bwMode="auto">
          <a:xfrm>
            <a:off x="774700" y="1812925"/>
            <a:ext cx="3257550" cy="506413"/>
          </a:xfrm>
          <a:prstGeom prst="rect">
            <a:avLst/>
          </a:prstGeom>
          <a:noFill/>
          <a:ln w="9525">
            <a:noFill/>
            <a:miter lim="800000"/>
            <a:headEnd/>
            <a:tailEnd/>
          </a:ln>
        </p:spPr>
        <p:txBody>
          <a:bodyPr>
            <a:spAutoFit/>
          </a:bodyPr>
          <a:lstStyle/>
          <a:p>
            <a:pPr>
              <a:lnSpc>
                <a:spcPct val="125000"/>
              </a:lnSpc>
              <a:spcBef>
                <a:spcPct val="50000"/>
              </a:spcBef>
            </a:pPr>
            <a:r>
              <a:rPr kumimoji="1" lang="zh-CN" altLang="en-US" sz="2400">
                <a:latin typeface="Times New Roman" pitchFamily="18" charset="0"/>
              </a:rPr>
              <a:t>雨滴的速度矢量。</a:t>
            </a:r>
          </a:p>
        </p:txBody>
      </p:sp>
      <p:sp>
        <p:nvSpPr>
          <p:cNvPr id="201766" name="Rectangle 38"/>
          <p:cNvSpPr>
            <a:spLocks noChangeArrowheads="1"/>
          </p:cNvSpPr>
          <p:nvPr/>
        </p:nvSpPr>
        <p:spPr bwMode="auto">
          <a:xfrm>
            <a:off x="295275" y="1892300"/>
            <a:ext cx="492125" cy="457200"/>
          </a:xfrm>
          <a:prstGeom prst="rect">
            <a:avLst/>
          </a:prstGeom>
          <a:noFill/>
          <a:ln w="9525">
            <a:noFill/>
            <a:miter lim="800000"/>
            <a:headEnd/>
            <a:tailEnd/>
          </a:ln>
        </p:spPr>
        <p:txBody>
          <a:bodyPr wrap="none">
            <a:spAutoFit/>
          </a:bodyPr>
          <a:lstStyle/>
          <a:p>
            <a:pPr algn="ctr"/>
            <a:r>
              <a:rPr kumimoji="1" lang="zh-CN" altLang="en-US" sz="2400">
                <a:solidFill>
                  <a:srgbClr val="FF0000"/>
                </a:solidFill>
                <a:latin typeface="Times New Roman" pitchFamily="18" charset="0"/>
              </a:rPr>
              <a:t>求</a:t>
            </a:r>
          </a:p>
        </p:txBody>
      </p:sp>
      <p:sp>
        <p:nvSpPr>
          <p:cNvPr id="201767" name="Arc 39"/>
          <p:cNvSpPr>
            <a:spLocks/>
          </p:cNvSpPr>
          <p:nvPr/>
        </p:nvSpPr>
        <p:spPr bwMode="auto">
          <a:xfrm rot="1981432">
            <a:off x="6900863" y="5486400"/>
            <a:ext cx="152400" cy="76200"/>
          </a:xfrm>
          <a:custGeom>
            <a:avLst/>
            <a:gdLst>
              <a:gd name="T0" fmla="*/ 0 w 21600"/>
              <a:gd name="T1" fmla="*/ 0 h 21600"/>
              <a:gd name="T2" fmla="*/ 7586607 w 21600"/>
              <a:gd name="T3" fmla="*/ 948327 h 21600"/>
              <a:gd name="T4" fmla="*/ 0 w 21600"/>
              <a:gd name="T5" fmla="*/ 94832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0000CC"/>
            </a:solidFill>
            <a:round/>
            <a:headEnd/>
            <a:tailEnd/>
          </a:ln>
        </p:spPr>
        <p:txBody>
          <a:bodyPr wrap="none" anchor="ctr"/>
          <a:lstStyle/>
          <a:p>
            <a:endParaRPr lang="zh-CN" altLang="en-US" sz="2400">
              <a:latin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1763"/>
                                        </p:tgtEl>
                                        <p:attrNameLst>
                                          <p:attrName>style.visibility</p:attrName>
                                        </p:attrNameLst>
                                      </p:cBhvr>
                                      <p:to>
                                        <p:strVal val="visible"/>
                                      </p:to>
                                    </p:set>
                                    <p:animEffect transition="in" filter="wipe(left)">
                                      <p:cBhvr>
                                        <p:cTn id="7" dur="500"/>
                                        <p:tgtEl>
                                          <p:spTgt spid="20176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01730"/>
                                        </p:tgtEl>
                                        <p:attrNameLst>
                                          <p:attrName>style.visibility</p:attrName>
                                        </p:attrNameLst>
                                      </p:cBhvr>
                                      <p:to>
                                        <p:strVal val="visible"/>
                                      </p:to>
                                    </p:set>
                                    <p:animEffect transition="in" filter="wipe(up)">
                                      <p:cBhvr>
                                        <p:cTn id="12" dur="500"/>
                                        <p:tgtEl>
                                          <p:spTgt spid="2017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1753"/>
                                        </p:tgtEl>
                                        <p:attrNameLst>
                                          <p:attrName>style.visibility</p:attrName>
                                        </p:attrNameLst>
                                      </p:cBhvr>
                                      <p:to>
                                        <p:strVal val="visible"/>
                                      </p:to>
                                    </p:set>
                                    <p:animEffect transition="in" filter="wipe(left)">
                                      <p:cBhvr>
                                        <p:cTn id="17" dur="500"/>
                                        <p:tgtEl>
                                          <p:spTgt spid="20175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201738"/>
                                        </p:tgtEl>
                                        <p:attrNameLst>
                                          <p:attrName>style.visibility</p:attrName>
                                        </p:attrNameLst>
                                      </p:cBhvr>
                                      <p:to>
                                        <p:strVal val="visible"/>
                                      </p:to>
                                    </p:set>
                                    <p:animEffect transition="in" filter="wipe(left)">
                                      <p:cBhvr>
                                        <p:cTn id="26" dur="500"/>
                                        <p:tgtEl>
                                          <p:spTgt spid="201738"/>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201747"/>
                                        </p:tgtEl>
                                        <p:attrNameLst>
                                          <p:attrName>style.visibility</p:attrName>
                                        </p:attrNameLst>
                                      </p:cBhvr>
                                      <p:to>
                                        <p:strVal val="visible"/>
                                      </p:to>
                                    </p:set>
                                    <p:animEffect transition="in" filter="wipe(left)">
                                      <p:cBhvr>
                                        <p:cTn id="30" dur="500"/>
                                        <p:tgtEl>
                                          <p:spTgt spid="20174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201748"/>
                                        </p:tgtEl>
                                        <p:attrNameLst>
                                          <p:attrName>style.visibility</p:attrName>
                                        </p:attrNameLst>
                                      </p:cBhvr>
                                      <p:to>
                                        <p:strVal val="visible"/>
                                      </p:to>
                                    </p:set>
                                    <p:animEffect transition="in" filter="wipe(up)">
                                      <p:cBhvr>
                                        <p:cTn id="35" dur="500"/>
                                        <p:tgtEl>
                                          <p:spTgt spid="201748"/>
                                        </p:tgtEl>
                                      </p:cBhvr>
                                    </p:animEffec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201751"/>
                                        </p:tgtEl>
                                        <p:attrNameLst>
                                          <p:attrName>style.visibility</p:attrName>
                                        </p:attrNameLst>
                                      </p:cBhvr>
                                      <p:to>
                                        <p:strVal val="visible"/>
                                      </p:to>
                                    </p:set>
                                    <p:animEffect transition="in" filter="wipe(left)">
                                      <p:cBhvr>
                                        <p:cTn id="39" dur="500"/>
                                        <p:tgtEl>
                                          <p:spTgt spid="20175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201733"/>
                                        </p:tgtEl>
                                        <p:attrNameLst>
                                          <p:attrName>style.visibility</p:attrName>
                                        </p:attrNameLst>
                                      </p:cBhvr>
                                      <p:to>
                                        <p:strVal val="visible"/>
                                      </p:to>
                                    </p:set>
                                    <p:animEffect transition="in" filter="wipe(up)">
                                      <p:cBhvr>
                                        <p:cTn id="44" dur="500"/>
                                        <p:tgtEl>
                                          <p:spTgt spid="20173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201749"/>
                                        </p:tgtEl>
                                        <p:attrNameLst>
                                          <p:attrName>style.visibility</p:attrName>
                                        </p:attrNameLst>
                                      </p:cBhvr>
                                      <p:to>
                                        <p:strVal val="visible"/>
                                      </p:to>
                                    </p:set>
                                    <p:animEffect transition="in" filter="wipe(up)">
                                      <p:cBhvr>
                                        <p:cTn id="49" dur="500"/>
                                        <p:tgtEl>
                                          <p:spTgt spid="201749"/>
                                        </p:tgtEl>
                                      </p:cBhvr>
                                    </p:animEffect>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201750"/>
                                        </p:tgtEl>
                                        <p:attrNameLst>
                                          <p:attrName>style.visibility</p:attrName>
                                        </p:attrNameLst>
                                      </p:cBhvr>
                                      <p:to>
                                        <p:strVal val="visible"/>
                                      </p:to>
                                    </p:set>
                                    <p:animEffect transition="in" filter="wipe(left)">
                                      <p:cBhvr>
                                        <p:cTn id="53" dur="500"/>
                                        <p:tgtEl>
                                          <p:spTgt spid="201750"/>
                                        </p:tgtEl>
                                      </p:cBhvr>
                                    </p:animEffect>
                                  </p:childTnLst>
                                </p:cTn>
                              </p:par>
                            </p:childTnLst>
                          </p:cTn>
                        </p:par>
                        <p:par>
                          <p:cTn id="54" fill="hold">
                            <p:stCondLst>
                              <p:cond delay="1000"/>
                            </p:stCondLst>
                            <p:childTnLst>
                              <p:par>
                                <p:cTn id="55" presetID="22" presetClass="entr" presetSubtype="8" fill="hold" nodeType="afterEffect">
                                  <p:stCondLst>
                                    <p:cond delay="0"/>
                                  </p:stCondLst>
                                  <p:childTnLst>
                                    <p:set>
                                      <p:cBhvr>
                                        <p:cTn id="56" dur="1" fill="hold">
                                          <p:stCondLst>
                                            <p:cond delay="0"/>
                                          </p:stCondLst>
                                        </p:cTn>
                                        <p:tgtEl>
                                          <p:spTgt spid="201752"/>
                                        </p:tgtEl>
                                        <p:attrNameLst>
                                          <p:attrName>style.visibility</p:attrName>
                                        </p:attrNameLst>
                                      </p:cBhvr>
                                      <p:to>
                                        <p:strVal val="visible"/>
                                      </p:to>
                                    </p:set>
                                    <p:animEffect transition="in" filter="wipe(left)">
                                      <p:cBhvr>
                                        <p:cTn id="57" dur="500"/>
                                        <p:tgtEl>
                                          <p:spTgt spid="20175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2" fill="hold" grpId="0" nodeType="clickEffect">
                                  <p:stCondLst>
                                    <p:cond delay="0"/>
                                  </p:stCondLst>
                                  <p:childTnLst>
                                    <p:set>
                                      <p:cBhvr>
                                        <p:cTn id="61" dur="1" fill="hold">
                                          <p:stCondLst>
                                            <p:cond delay="0"/>
                                          </p:stCondLst>
                                        </p:cTn>
                                        <p:tgtEl>
                                          <p:spTgt spid="201754"/>
                                        </p:tgtEl>
                                        <p:attrNameLst>
                                          <p:attrName>style.visibility</p:attrName>
                                        </p:attrNameLst>
                                      </p:cBhvr>
                                      <p:to>
                                        <p:strVal val="visible"/>
                                      </p:to>
                                    </p:set>
                                    <p:animEffect transition="in" filter="wipe(right)">
                                      <p:cBhvr>
                                        <p:cTn id="62" dur="500"/>
                                        <p:tgtEl>
                                          <p:spTgt spid="201754"/>
                                        </p:tgtEl>
                                      </p:cBhvr>
                                    </p:animEffect>
                                  </p:childTnLst>
                                </p:cTn>
                              </p:par>
                            </p:childTnLst>
                          </p:cTn>
                        </p:par>
                        <p:par>
                          <p:cTn id="63" fill="hold">
                            <p:stCondLst>
                              <p:cond delay="500"/>
                            </p:stCondLst>
                            <p:childTnLst>
                              <p:par>
                                <p:cTn id="64" presetID="22" presetClass="entr" presetSubtype="8" fill="hold" nodeType="afterEffect">
                                  <p:stCondLst>
                                    <p:cond delay="0"/>
                                  </p:stCondLst>
                                  <p:childTnLst>
                                    <p:set>
                                      <p:cBhvr>
                                        <p:cTn id="65" dur="1" fill="hold">
                                          <p:stCondLst>
                                            <p:cond delay="0"/>
                                          </p:stCondLst>
                                        </p:cTn>
                                        <p:tgtEl>
                                          <p:spTgt spid="201756"/>
                                        </p:tgtEl>
                                        <p:attrNameLst>
                                          <p:attrName>style.visibility</p:attrName>
                                        </p:attrNameLst>
                                      </p:cBhvr>
                                      <p:to>
                                        <p:strVal val="visible"/>
                                      </p:to>
                                    </p:set>
                                    <p:animEffect transition="in" filter="wipe(left)">
                                      <p:cBhvr>
                                        <p:cTn id="66" dur="500"/>
                                        <p:tgtEl>
                                          <p:spTgt spid="201756"/>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grpId="0" nodeType="clickEffect">
                                  <p:stCondLst>
                                    <p:cond delay="0"/>
                                  </p:stCondLst>
                                  <p:childTnLst>
                                    <p:set>
                                      <p:cBhvr>
                                        <p:cTn id="70" dur="1" fill="hold">
                                          <p:stCondLst>
                                            <p:cond delay="0"/>
                                          </p:stCondLst>
                                        </p:cTn>
                                        <p:tgtEl>
                                          <p:spTgt spid="201760"/>
                                        </p:tgtEl>
                                        <p:attrNameLst>
                                          <p:attrName>style.visibility</p:attrName>
                                        </p:attrNameLst>
                                      </p:cBhvr>
                                      <p:to>
                                        <p:strVal val="visible"/>
                                      </p:to>
                                    </p:set>
                                    <p:animEffect transition="in" filter="wipe(up)">
                                      <p:cBhvr>
                                        <p:cTn id="71" dur="500"/>
                                        <p:tgtEl>
                                          <p:spTgt spid="201760"/>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201766"/>
                                        </p:tgtEl>
                                        <p:attrNameLst>
                                          <p:attrName>style.visibility</p:attrName>
                                        </p:attrNameLst>
                                      </p:cBhvr>
                                      <p:to>
                                        <p:strVal val="visible"/>
                                      </p:to>
                                    </p:set>
                                    <p:animEffect transition="in" filter="wipe(left)">
                                      <p:cBhvr>
                                        <p:cTn id="76" dur="500"/>
                                        <p:tgtEl>
                                          <p:spTgt spid="201766"/>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201765"/>
                                        </p:tgtEl>
                                        <p:attrNameLst>
                                          <p:attrName>style.visibility</p:attrName>
                                        </p:attrNameLst>
                                      </p:cBhvr>
                                      <p:to>
                                        <p:strVal val="visible"/>
                                      </p:to>
                                    </p:set>
                                    <p:animEffect transition="in" filter="wipe(left)">
                                      <p:cBhvr>
                                        <p:cTn id="81" dur="500"/>
                                        <p:tgtEl>
                                          <p:spTgt spid="201765"/>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01764"/>
                                        </p:tgtEl>
                                        <p:attrNameLst>
                                          <p:attrName>style.visibility</p:attrName>
                                        </p:attrNameLst>
                                      </p:cBhvr>
                                      <p:to>
                                        <p:strVal val="visible"/>
                                      </p:to>
                                    </p:set>
                                    <p:animEffect transition="in" filter="wipe(left)">
                                      <p:cBhvr>
                                        <p:cTn id="86" dur="500"/>
                                        <p:tgtEl>
                                          <p:spTgt spid="201764"/>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201758"/>
                                        </p:tgtEl>
                                        <p:attrNameLst>
                                          <p:attrName>style.visibility</p:attrName>
                                        </p:attrNameLst>
                                      </p:cBhvr>
                                      <p:to>
                                        <p:strVal val="visible"/>
                                      </p:to>
                                    </p:set>
                                    <p:animEffect transition="in" filter="wipe(left)">
                                      <p:cBhvr>
                                        <p:cTn id="91" dur="500"/>
                                        <p:tgtEl>
                                          <p:spTgt spid="201758"/>
                                        </p:tgtEl>
                                      </p:cBhvr>
                                    </p:animEffect>
                                  </p:childTnLst>
                                </p:cTn>
                              </p:par>
                            </p:childTnLst>
                          </p:cTn>
                        </p:par>
                      </p:childTnLst>
                    </p:cTn>
                  </p:par>
                  <p:par>
                    <p:cTn id="92" fill="hold">
                      <p:stCondLst>
                        <p:cond delay="indefinite"/>
                      </p:stCondLst>
                      <p:childTnLst>
                        <p:par>
                          <p:cTn id="93" fill="hold">
                            <p:stCondLst>
                              <p:cond delay="0"/>
                            </p:stCondLst>
                            <p:childTnLst>
                              <p:par>
                                <p:cTn id="94" presetID="23" presetClass="entr" presetSubtype="16" fill="hold" nodeType="clickEffect">
                                  <p:stCondLst>
                                    <p:cond delay="0"/>
                                  </p:stCondLst>
                                  <p:childTnLst>
                                    <p:set>
                                      <p:cBhvr>
                                        <p:cTn id="95" dur="1" fill="hold">
                                          <p:stCondLst>
                                            <p:cond delay="0"/>
                                          </p:stCondLst>
                                        </p:cTn>
                                        <p:tgtEl>
                                          <p:spTgt spid="201731"/>
                                        </p:tgtEl>
                                        <p:attrNameLst>
                                          <p:attrName>style.visibility</p:attrName>
                                        </p:attrNameLst>
                                      </p:cBhvr>
                                      <p:to>
                                        <p:strVal val="visible"/>
                                      </p:to>
                                    </p:set>
                                    <p:anim calcmode="lin" valueType="num">
                                      <p:cBhvr>
                                        <p:cTn id="96" dur="500" fill="hold"/>
                                        <p:tgtEl>
                                          <p:spTgt spid="201731"/>
                                        </p:tgtEl>
                                        <p:attrNameLst>
                                          <p:attrName>ppt_w</p:attrName>
                                        </p:attrNameLst>
                                      </p:cBhvr>
                                      <p:tavLst>
                                        <p:tav tm="0">
                                          <p:val>
                                            <p:fltVal val="0"/>
                                          </p:val>
                                        </p:tav>
                                        <p:tav tm="100000">
                                          <p:val>
                                            <p:strVal val="#ppt_w"/>
                                          </p:val>
                                        </p:tav>
                                      </p:tavLst>
                                    </p:anim>
                                    <p:anim calcmode="lin" valueType="num">
                                      <p:cBhvr>
                                        <p:cTn id="97" dur="500" fill="hold"/>
                                        <p:tgtEl>
                                          <p:spTgt spid="201731"/>
                                        </p:tgtEl>
                                        <p:attrNameLst>
                                          <p:attrName>ppt_h</p:attrName>
                                        </p:attrNameLst>
                                      </p:cBhvr>
                                      <p:tavLst>
                                        <p:tav tm="0">
                                          <p:val>
                                            <p:fltVal val="0"/>
                                          </p:val>
                                        </p:tav>
                                        <p:tav tm="100000">
                                          <p:val>
                                            <p:strVal val="#ppt_h"/>
                                          </p:val>
                                        </p:tav>
                                      </p:tavLst>
                                    </p:anim>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201759"/>
                                        </p:tgtEl>
                                        <p:attrNameLst>
                                          <p:attrName>style.visibility</p:attrName>
                                        </p:attrNameLst>
                                      </p:cBhvr>
                                      <p:to>
                                        <p:strVal val="visible"/>
                                      </p:to>
                                    </p:set>
                                    <p:animEffect transition="in" filter="wipe(left)">
                                      <p:cBhvr>
                                        <p:cTn id="102" dur="500"/>
                                        <p:tgtEl>
                                          <p:spTgt spid="201759"/>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2" fill="hold" grpId="0" nodeType="clickEffect">
                                  <p:stCondLst>
                                    <p:cond delay="0"/>
                                  </p:stCondLst>
                                  <p:childTnLst>
                                    <p:set>
                                      <p:cBhvr>
                                        <p:cTn id="106" dur="1" fill="hold">
                                          <p:stCondLst>
                                            <p:cond delay="0"/>
                                          </p:stCondLst>
                                        </p:cTn>
                                        <p:tgtEl>
                                          <p:spTgt spid="201737"/>
                                        </p:tgtEl>
                                        <p:attrNameLst>
                                          <p:attrName>style.visibility</p:attrName>
                                        </p:attrNameLst>
                                      </p:cBhvr>
                                      <p:to>
                                        <p:strVal val="visible"/>
                                      </p:to>
                                    </p:set>
                                    <p:animEffect transition="in" filter="wipe(right)">
                                      <p:cBhvr>
                                        <p:cTn id="107" dur="500"/>
                                        <p:tgtEl>
                                          <p:spTgt spid="201737"/>
                                        </p:tgtEl>
                                      </p:cBhvr>
                                    </p:animEffect>
                                  </p:childTnLst>
                                </p:cTn>
                              </p:par>
                            </p:childTnLst>
                          </p:cTn>
                        </p:par>
                        <p:par>
                          <p:cTn id="108" fill="hold">
                            <p:stCondLst>
                              <p:cond delay="500"/>
                            </p:stCondLst>
                            <p:childTnLst>
                              <p:par>
                                <p:cTn id="109" presetID="22" presetClass="entr" presetSubtype="8" fill="hold" nodeType="afterEffect">
                                  <p:stCondLst>
                                    <p:cond delay="0"/>
                                  </p:stCondLst>
                                  <p:childTnLst>
                                    <p:set>
                                      <p:cBhvr>
                                        <p:cTn id="110" dur="1" fill="hold">
                                          <p:stCondLst>
                                            <p:cond delay="0"/>
                                          </p:stCondLst>
                                        </p:cTn>
                                        <p:tgtEl>
                                          <p:spTgt spid="201762"/>
                                        </p:tgtEl>
                                        <p:attrNameLst>
                                          <p:attrName>style.visibility</p:attrName>
                                        </p:attrNameLst>
                                      </p:cBhvr>
                                      <p:to>
                                        <p:strVal val="visible"/>
                                      </p:to>
                                    </p:set>
                                    <p:animEffect transition="in" filter="wipe(left)">
                                      <p:cBhvr>
                                        <p:cTn id="111" dur="500"/>
                                        <p:tgtEl>
                                          <p:spTgt spid="201762"/>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1" fill="hold" grpId="0" nodeType="clickEffect">
                                  <p:stCondLst>
                                    <p:cond delay="0"/>
                                  </p:stCondLst>
                                  <p:childTnLst>
                                    <p:set>
                                      <p:cBhvr>
                                        <p:cTn id="115" dur="1" fill="hold">
                                          <p:stCondLst>
                                            <p:cond delay="0"/>
                                          </p:stCondLst>
                                        </p:cTn>
                                        <p:tgtEl>
                                          <p:spTgt spid="201735"/>
                                        </p:tgtEl>
                                        <p:attrNameLst>
                                          <p:attrName>style.visibility</p:attrName>
                                        </p:attrNameLst>
                                      </p:cBhvr>
                                      <p:to>
                                        <p:strVal val="visible"/>
                                      </p:to>
                                    </p:set>
                                    <p:animEffect transition="in" filter="wipe(up)">
                                      <p:cBhvr>
                                        <p:cTn id="116" dur="500"/>
                                        <p:tgtEl>
                                          <p:spTgt spid="201735"/>
                                        </p:tgtEl>
                                      </p:cBhvr>
                                    </p:animEffect>
                                  </p:childTnLst>
                                </p:cTn>
                              </p:par>
                            </p:childTnLst>
                          </p:cTn>
                        </p:par>
                        <p:par>
                          <p:cTn id="117" fill="hold">
                            <p:stCondLst>
                              <p:cond delay="500"/>
                            </p:stCondLst>
                            <p:childTnLst>
                              <p:par>
                                <p:cTn id="118" presetID="22" presetClass="entr" presetSubtype="8" fill="hold" nodeType="afterEffect">
                                  <p:stCondLst>
                                    <p:cond delay="0"/>
                                  </p:stCondLst>
                                  <p:childTnLst>
                                    <p:set>
                                      <p:cBhvr>
                                        <p:cTn id="119" dur="1" fill="hold">
                                          <p:stCondLst>
                                            <p:cond delay="0"/>
                                          </p:stCondLst>
                                        </p:cTn>
                                        <p:tgtEl>
                                          <p:spTgt spid="201757"/>
                                        </p:tgtEl>
                                        <p:attrNameLst>
                                          <p:attrName>style.visibility</p:attrName>
                                        </p:attrNameLst>
                                      </p:cBhvr>
                                      <p:to>
                                        <p:strVal val="visible"/>
                                      </p:to>
                                    </p:set>
                                    <p:animEffect transition="in" filter="wipe(left)">
                                      <p:cBhvr>
                                        <p:cTn id="120" dur="500"/>
                                        <p:tgtEl>
                                          <p:spTgt spid="201757"/>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1" fill="hold" grpId="0" nodeType="clickEffect">
                                  <p:stCondLst>
                                    <p:cond delay="0"/>
                                  </p:stCondLst>
                                  <p:childTnLst>
                                    <p:set>
                                      <p:cBhvr>
                                        <p:cTn id="124" dur="1" fill="hold">
                                          <p:stCondLst>
                                            <p:cond delay="0"/>
                                          </p:stCondLst>
                                        </p:cTn>
                                        <p:tgtEl>
                                          <p:spTgt spid="201736"/>
                                        </p:tgtEl>
                                        <p:attrNameLst>
                                          <p:attrName>style.visibility</p:attrName>
                                        </p:attrNameLst>
                                      </p:cBhvr>
                                      <p:to>
                                        <p:strVal val="visible"/>
                                      </p:to>
                                    </p:set>
                                    <p:animEffect transition="in" filter="wipe(up)">
                                      <p:cBhvr>
                                        <p:cTn id="125" dur="500"/>
                                        <p:tgtEl>
                                          <p:spTgt spid="201736"/>
                                        </p:tgtEl>
                                      </p:cBhvr>
                                    </p:animEffect>
                                  </p:childTnLst>
                                </p:cTn>
                              </p:par>
                            </p:childTnLst>
                          </p:cTn>
                        </p:par>
                        <p:par>
                          <p:cTn id="126" fill="hold">
                            <p:stCondLst>
                              <p:cond delay="500"/>
                            </p:stCondLst>
                            <p:childTnLst>
                              <p:par>
                                <p:cTn id="127" presetID="22" presetClass="entr" presetSubtype="8" fill="hold" nodeType="afterEffect">
                                  <p:stCondLst>
                                    <p:cond delay="0"/>
                                  </p:stCondLst>
                                  <p:childTnLst>
                                    <p:set>
                                      <p:cBhvr>
                                        <p:cTn id="128" dur="1" fill="hold">
                                          <p:stCondLst>
                                            <p:cond delay="0"/>
                                          </p:stCondLst>
                                        </p:cTn>
                                        <p:tgtEl>
                                          <p:spTgt spid="201755"/>
                                        </p:tgtEl>
                                        <p:attrNameLst>
                                          <p:attrName>style.visibility</p:attrName>
                                        </p:attrNameLst>
                                      </p:cBhvr>
                                      <p:to>
                                        <p:strVal val="visible"/>
                                      </p:to>
                                    </p:set>
                                    <p:animEffect transition="in" filter="wipe(left)">
                                      <p:cBhvr>
                                        <p:cTn id="129" dur="500"/>
                                        <p:tgtEl>
                                          <p:spTgt spid="201755"/>
                                        </p:tgtEl>
                                      </p:cBhvr>
                                    </p:animEffect>
                                  </p:childTnLst>
                                </p:cTn>
                              </p:par>
                            </p:childTnLst>
                          </p:cTn>
                        </p:par>
                        <p:par>
                          <p:cTn id="130" fill="hold">
                            <p:stCondLst>
                              <p:cond delay="1000"/>
                            </p:stCondLst>
                            <p:childTnLst>
                              <p:par>
                                <p:cTn id="131" presetID="2" presetClass="entr" presetSubtype="2" fill="hold" grpId="0" nodeType="afterEffect">
                                  <p:stCondLst>
                                    <p:cond delay="0"/>
                                  </p:stCondLst>
                                  <p:childTnLst>
                                    <p:set>
                                      <p:cBhvr>
                                        <p:cTn id="132" dur="1" fill="hold">
                                          <p:stCondLst>
                                            <p:cond delay="0"/>
                                          </p:stCondLst>
                                        </p:cTn>
                                        <p:tgtEl>
                                          <p:spTgt spid="201767"/>
                                        </p:tgtEl>
                                        <p:attrNameLst>
                                          <p:attrName>style.visibility</p:attrName>
                                        </p:attrNameLst>
                                      </p:cBhvr>
                                      <p:to>
                                        <p:strVal val="visible"/>
                                      </p:to>
                                    </p:set>
                                    <p:anim calcmode="lin" valueType="num">
                                      <p:cBhvr additive="base">
                                        <p:cTn id="133" dur="500" fill="hold"/>
                                        <p:tgtEl>
                                          <p:spTgt spid="201767"/>
                                        </p:tgtEl>
                                        <p:attrNameLst>
                                          <p:attrName>ppt_x</p:attrName>
                                        </p:attrNameLst>
                                      </p:cBhvr>
                                      <p:tavLst>
                                        <p:tav tm="0">
                                          <p:val>
                                            <p:strVal val="1+#ppt_w/2"/>
                                          </p:val>
                                        </p:tav>
                                        <p:tav tm="100000">
                                          <p:val>
                                            <p:strVal val="#ppt_x"/>
                                          </p:val>
                                        </p:tav>
                                      </p:tavLst>
                                    </p:anim>
                                    <p:anim calcmode="lin" valueType="num">
                                      <p:cBhvr additive="base">
                                        <p:cTn id="134" dur="500" fill="hold"/>
                                        <p:tgtEl>
                                          <p:spTgt spid="201767"/>
                                        </p:tgtEl>
                                        <p:attrNameLst>
                                          <p:attrName>ppt_y</p:attrName>
                                        </p:attrNameLst>
                                      </p:cBhvr>
                                      <p:tavLst>
                                        <p:tav tm="0">
                                          <p:val>
                                            <p:strVal val="#ppt_y"/>
                                          </p:val>
                                        </p:tav>
                                        <p:tav tm="100000">
                                          <p:val>
                                            <p:strVal val="#ppt_y"/>
                                          </p:val>
                                        </p:tav>
                                      </p:tavLst>
                                    </p:anim>
                                  </p:childTnLst>
                                </p:cTn>
                              </p:par>
                            </p:childTnLst>
                          </p:cTn>
                        </p:par>
                        <p:par>
                          <p:cTn id="135" fill="hold">
                            <p:stCondLst>
                              <p:cond delay="1500"/>
                            </p:stCondLst>
                            <p:childTnLst>
                              <p:par>
                                <p:cTn id="136" presetID="22" presetClass="entr" presetSubtype="8" fill="hold" nodeType="afterEffect">
                                  <p:stCondLst>
                                    <p:cond delay="0"/>
                                  </p:stCondLst>
                                  <p:childTnLst>
                                    <p:set>
                                      <p:cBhvr>
                                        <p:cTn id="137" dur="1" fill="hold">
                                          <p:stCondLst>
                                            <p:cond delay="0"/>
                                          </p:stCondLst>
                                        </p:cTn>
                                        <p:tgtEl>
                                          <p:spTgt spid="201734"/>
                                        </p:tgtEl>
                                        <p:attrNameLst>
                                          <p:attrName>style.visibility</p:attrName>
                                        </p:attrNameLst>
                                      </p:cBhvr>
                                      <p:to>
                                        <p:strVal val="visible"/>
                                      </p:to>
                                    </p:set>
                                    <p:animEffect transition="in" filter="wipe(left)">
                                      <p:cBhvr>
                                        <p:cTn id="138" dur="500"/>
                                        <p:tgtEl>
                                          <p:spTgt spid="201734"/>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8" fill="hold" nodeType="clickEffect">
                                  <p:stCondLst>
                                    <p:cond delay="0"/>
                                  </p:stCondLst>
                                  <p:childTnLst>
                                    <p:set>
                                      <p:cBhvr>
                                        <p:cTn id="142" dur="1" fill="hold">
                                          <p:stCondLst>
                                            <p:cond delay="0"/>
                                          </p:stCondLst>
                                        </p:cTn>
                                        <p:tgtEl>
                                          <p:spTgt spid="201732"/>
                                        </p:tgtEl>
                                        <p:attrNameLst>
                                          <p:attrName>style.visibility</p:attrName>
                                        </p:attrNameLst>
                                      </p:cBhvr>
                                      <p:to>
                                        <p:strVal val="visible"/>
                                      </p:to>
                                    </p:set>
                                    <p:animEffect transition="in" filter="wipe(left)">
                                      <p:cBhvr>
                                        <p:cTn id="143" dur="500"/>
                                        <p:tgtEl>
                                          <p:spTgt spid="201732"/>
                                        </p:tgtEl>
                                      </p:cBhvr>
                                    </p:animEffect>
                                  </p:childTnLst>
                                </p:cTn>
                              </p:par>
                            </p:childTnLst>
                          </p:cTn>
                        </p:par>
                      </p:childTnLst>
                    </p:cTn>
                  </p:par>
                  <p:par>
                    <p:cTn id="144" fill="hold">
                      <p:stCondLst>
                        <p:cond delay="indefinite"/>
                      </p:stCondLst>
                      <p:childTnLst>
                        <p:par>
                          <p:cTn id="145" fill="hold">
                            <p:stCondLst>
                              <p:cond delay="0"/>
                            </p:stCondLst>
                            <p:childTnLst>
                              <p:par>
                                <p:cTn id="146" presetID="23" presetClass="entr" presetSubtype="16" fill="hold" nodeType="clickEffect">
                                  <p:stCondLst>
                                    <p:cond delay="0"/>
                                  </p:stCondLst>
                                  <p:childTnLst>
                                    <p:set>
                                      <p:cBhvr>
                                        <p:cTn id="147" dur="1" fill="hold">
                                          <p:stCondLst>
                                            <p:cond delay="0"/>
                                          </p:stCondLst>
                                        </p:cTn>
                                        <p:tgtEl>
                                          <p:spTgt spid="201761"/>
                                        </p:tgtEl>
                                        <p:attrNameLst>
                                          <p:attrName>style.visibility</p:attrName>
                                        </p:attrNameLst>
                                      </p:cBhvr>
                                      <p:to>
                                        <p:strVal val="visible"/>
                                      </p:to>
                                    </p:set>
                                    <p:anim calcmode="lin" valueType="num">
                                      <p:cBhvr>
                                        <p:cTn id="148" dur="500" fill="hold"/>
                                        <p:tgtEl>
                                          <p:spTgt spid="201761"/>
                                        </p:tgtEl>
                                        <p:attrNameLst>
                                          <p:attrName>ppt_w</p:attrName>
                                        </p:attrNameLst>
                                      </p:cBhvr>
                                      <p:tavLst>
                                        <p:tav tm="0">
                                          <p:val>
                                            <p:fltVal val="0"/>
                                          </p:val>
                                        </p:tav>
                                        <p:tav tm="100000">
                                          <p:val>
                                            <p:strVal val="#ppt_w"/>
                                          </p:val>
                                        </p:tav>
                                      </p:tavLst>
                                    </p:anim>
                                    <p:anim calcmode="lin" valueType="num">
                                      <p:cBhvr>
                                        <p:cTn id="149" dur="500" fill="hold"/>
                                        <p:tgtEl>
                                          <p:spTgt spid="20176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0" grpId="0" autoUpdateAnimBg="0"/>
      <p:bldP spid="201733" grpId="0" animBg="1"/>
      <p:bldP spid="201735" grpId="0" animBg="1"/>
      <p:bldP spid="201736" grpId="0" animBg="1"/>
      <p:bldP spid="201737" grpId="0" animBg="1"/>
      <p:bldP spid="201738" grpId="0" animBg="1" autoUpdateAnimBg="0"/>
      <p:bldP spid="201747" grpId="0" animBg="1"/>
      <p:bldP spid="201748" grpId="0" animBg="1"/>
      <p:bldP spid="201749" grpId="0" animBg="1"/>
      <p:bldP spid="201750" grpId="0" animBg="1"/>
      <p:bldP spid="201753" grpId="0" animBg="1"/>
      <p:bldP spid="201754" grpId="0" animBg="1"/>
      <p:bldP spid="201758" grpId="0" autoUpdateAnimBg="0"/>
      <p:bldP spid="201759" grpId="0" autoUpdateAnimBg="0"/>
      <p:bldP spid="201760" grpId="0" animBg="1"/>
      <p:bldP spid="201763" grpId="0" autoUpdateAnimBg="0"/>
      <p:bldP spid="201764" grpId="0" autoUpdateAnimBg="0"/>
      <p:bldP spid="201765" grpId="0" autoUpdateAnimBg="0"/>
      <p:bldP spid="201766" grpId="0" autoUpdateAnimBg="0"/>
      <p:bldP spid="201767"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Text Box 2"/>
          <p:cNvSpPr txBox="1">
            <a:spLocks noChangeArrowheads="1"/>
          </p:cNvSpPr>
          <p:nvPr/>
        </p:nvSpPr>
        <p:spPr bwMode="auto">
          <a:xfrm>
            <a:off x="762000" y="403225"/>
            <a:ext cx="7696200" cy="1006475"/>
          </a:xfrm>
          <a:prstGeom prst="rect">
            <a:avLst/>
          </a:prstGeom>
          <a:noFill/>
          <a:ln w="9525">
            <a:noFill/>
            <a:miter lim="800000"/>
            <a:headEnd/>
            <a:tailEnd/>
          </a:ln>
        </p:spPr>
        <p:txBody>
          <a:bodyPr>
            <a:spAutoFit/>
          </a:bodyPr>
          <a:lstStyle/>
          <a:p>
            <a:pPr>
              <a:lnSpc>
                <a:spcPct val="125000"/>
              </a:lnSpc>
              <a:spcBef>
                <a:spcPct val="50000"/>
              </a:spcBef>
            </a:pPr>
            <a:r>
              <a:rPr kumimoji="1" lang="zh-CN" altLang="en-US" sz="2400">
                <a:latin typeface="Times New Roman" pitchFamily="18" charset="0"/>
              </a:rPr>
              <a:t>升降机以加速度 </a:t>
            </a:r>
            <a:r>
              <a:rPr kumimoji="1" lang="en-US" altLang="zh-CN" sz="2400">
                <a:solidFill>
                  <a:srgbClr val="FF6600"/>
                </a:solidFill>
                <a:latin typeface="Times New Roman" pitchFamily="18" charset="0"/>
              </a:rPr>
              <a:t>1.22 m/s</a:t>
            </a:r>
            <a:r>
              <a:rPr kumimoji="1" lang="en-US" altLang="zh-CN" sz="2400" baseline="30000">
                <a:solidFill>
                  <a:srgbClr val="FF6600"/>
                </a:solidFill>
                <a:latin typeface="Times New Roman" pitchFamily="18" charset="0"/>
              </a:rPr>
              <a:t>2</a:t>
            </a:r>
            <a:r>
              <a:rPr kumimoji="1" lang="en-US" altLang="zh-CN" sz="2400">
                <a:latin typeface="Times New Roman" pitchFamily="18" charset="0"/>
              </a:rPr>
              <a:t> </a:t>
            </a:r>
            <a:r>
              <a:rPr kumimoji="1" lang="zh-CN" altLang="en-US" sz="2400">
                <a:latin typeface="Times New Roman" pitchFamily="18" charset="0"/>
              </a:rPr>
              <a:t>上升，有一螺母自升降机的天花板松落，天花板与升降机的底板相距</a:t>
            </a:r>
            <a:r>
              <a:rPr kumimoji="1" lang="zh-CN" altLang="en-US" sz="2400">
                <a:solidFill>
                  <a:srgbClr val="FF6600"/>
                </a:solidFill>
                <a:latin typeface="Times New Roman" pitchFamily="18" charset="0"/>
              </a:rPr>
              <a:t> </a:t>
            </a:r>
            <a:r>
              <a:rPr kumimoji="1" lang="en-US" altLang="zh-CN" sz="2400">
                <a:solidFill>
                  <a:srgbClr val="FF6600"/>
                </a:solidFill>
                <a:latin typeface="Times New Roman" pitchFamily="18" charset="0"/>
              </a:rPr>
              <a:t>2.74m</a:t>
            </a:r>
            <a:r>
              <a:rPr kumimoji="1" lang="en-US" altLang="zh-CN" sz="2400">
                <a:latin typeface="Times New Roman" pitchFamily="18" charset="0"/>
              </a:rPr>
              <a:t> </a:t>
            </a:r>
            <a:r>
              <a:rPr kumimoji="1" lang="zh-CN" altLang="en-US" sz="2400">
                <a:latin typeface="Times New Roman" pitchFamily="18" charset="0"/>
              </a:rPr>
              <a:t>。</a:t>
            </a:r>
          </a:p>
        </p:txBody>
      </p:sp>
      <p:sp>
        <p:nvSpPr>
          <p:cNvPr id="202755" name="Rectangle 3"/>
          <p:cNvSpPr>
            <a:spLocks noChangeArrowheads="1"/>
          </p:cNvSpPr>
          <p:nvPr/>
        </p:nvSpPr>
        <p:spPr bwMode="auto">
          <a:xfrm>
            <a:off x="6553200" y="2286000"/>
            <a:ext cx="1143000" cy="1828800"/>
          </a:xfrm>
          <a:prstGeom prst="rect">
            <a:avLst/>
          </a:prstGeom>
          <a:solidFill>
            <a:srgbClr val="FF9966">
              <a:alpha val="50195"/>
            </a:srgbClr>
          </a:solidFill>
          <a:ln w="38100">
            <a:solidFill>
              <a:srgbClr val="006600"/>
            </a:solidFill>
            <a:miter lim="800000"/>
            <a:headEnd/>
            <a:tailEnd/>
          </a:ln>
        </p:spPr>
        <p:txBody>
          <a:bodyPr wrap="none" anchor="ctr"/>
          <a:lstStyle/>
          <a:p>
            <a:endParaRPr lang="zh-CN" altLang="en-US" sz="2400">
              <a:latin typeface="Times New Roman" pitchFamily="18" charset="0"/>
            </a:endParaRPr>
          </a:p>
        </p:txBody>
      </p:sp>
      <p:sp>
        <p:nvSpPr>
          <p:cNvPr id="202756" name="Line 4"/>
          <p:cNvSpPr>
            <a:spLocks noChangeShapeType="1"/>
          </p:cNvSpPr>
          <p:nvPr/>
        </p:nvSpPr>
        <p:spPr bwMode="auto">
          <a:xfrm>
            <a:off x="7696200" y="2286000"/>
            <a:ext cx="762000" cy="0"/>
          </a:xfrm>
          <a:prstGeom prst="line">
            <a:avLst/>
          </a:prstGeom>
          <a:noFill/>
          <a:ln w="19050">
            <a:solidFill>
              <a:srgbClr val="0000CC"/>
            </a:solidFill>
            <a:round/>
            <a:headEnd/>
            <a:tailEnd/>
          </a:ln>
        </p:spPr>
        <p:txBody>
          <a:bodyPr wrap="none" anchor="ctr"/>
          <a:lstStyle/>
          <a:p>
            <a:endParaRPr lang="zh-CN" altLang="en-US"/>
          </a:p>
        </p:txBody>
      </p:sp>
      <p:sp>
        <p:nvSpPr>
          <p:cNvPr id="202757" name="Line 5"/>
          <p:cNvSpPr>
            <a:spLocks noChangeShapeType="1"/>
          </p:cNvSpPr>
          <p:nvPr/>
        </p:nvSpPr>
        <p:spPr bwMode="auto">
          <a:xfrm>
            <a:off x="7696200" y="4114800"/>
            <a:ext cx="762000" cy="0"/>
          </a:xfrm>
          <a:prstGeom prst="line">
            <a:avLst/>
          </a:prstGeom>
          <a:noFill/>
          <a:ln w="19050">
            <a:solidFill>
              <a:srgbClr val="0000CC"/>
            </a:solidFill>
            <a:round/>
            <a:headEnd/>
            <a:tailEnd/>
          </a:ln>
        </p:spPr>
        <p:txBody>
          <a:bodyPr wrap="none" anchor="ctr"/>
          <a:lstStyle/>
          <a:p>
            <a:endParaRPr lang="zh-CN" altLang="en-US"/>
          </a:p>
        </p:txBody>
      </p:sp>
      <p:sp>
        <p:nvSpPr>
          <p:cNvPr id="202758" name="Text Box 6"/>
          <p:cNvSpPr txBox="1">
            <a:spLocks noChangeArrowheads="1"/>
          </p:cNvSpPr>
          <p:nvPr/>
        </p:nvSpPr>
        <p:spPr bwMode="auto">
          <a:xfrm>
            <a:off x="8229600" y="2971800"/>
            <a:ext cx="457200" cy="457200"/>
          </a:xfrm>
          <a:prstGeom prst="rect">
            <a:avLst/>
          </a:prstGeom>
          <a:noFill/>
          <a:ln w="9525">
            <a:noFill/>
            <a:miter lim="800000"/>
            <a:headEnd/>
            <a:tailEnd/>
          </a:ln>
        </p:spPr>
        <p:txBody>
          <a:bodyPr>
            <a:spAutoFit/>
          </a:bodyPr>
          <a:lstStyle/>
          <a:p>
            <a:pPr>
              <a:spcBef>
                <a:spcPct val="50000"/>
              </a:spcBef>
            </a:pPr>
            <a:r>
              <a:rPr kumimoji="1" lang="en-US" altLang="zh-CN" sz="2400" i="1">
                <a:solidFill>
                  <a:srgbClr val="000099"/>
                </a:solidFill>
                <a:latin typeface="Times New Roman" pitchFamily="18" charset="0"/>
              </a:rPr>
              <a:t>h</a:t>
            </a:r>
          </a:p>
        </p:txBody>
      </p:sp>
      <p:sp>
        <p:nvSpPr>
          <p:cNvPr id="202759" name="Line 7"/>
          <p:cNvSpPr>
            <a:spLocks noChangeShapeType="1"/>
          </p:cNvSpPr>
          <p:nvPr/>
        </p:nvSpPr>
        <p:spPr bwMode="auto">
          <a:xfrm>
            <a:off x="8153400" y="2286000"/>
            <a:ext cx="0" cy="1828800"/>
          </a:xfrm>
          <a:prstGeom prst="line">
            <a:avLst/>
          </a:prstGeom>
          <a:noFill/>
          <a:ln w="28575">
            <a:solidFill>
              <a:srgbClr val="0000CC"/>
            </a:solidFill>
            <a:round/>
            <a:headEnd type="triangle" w="med" len="med"/>
            <a:tailEnd type="triangle" w="med" len="med"/>
          </a:ln>
        </p:spPr>
        <p:txBody>
          <a:bodyPr wrap="none" anchor="ctr"/>
          <a:lstStyle/>
          <a:p>
            <a:endParaRPr lang="zh-CN" altLang="en-US"/>
          </a:p>
        </p:txBody>
      </p:sp>
      <p:sp>
        <p:nvSpPr>
          <p:cNvPr id="202760" name="AutoShape 8" descr="绿色大理石"/>
          <p:cNvSpPr>
            <a:spLocks noChangeArrowheads="1"/>
          </p:cNvSpPr>
          <p:nvPr/>
        </p:nvSpPr>
        <p:spPr bwMode="auto">
          <a:xfrm>
            <a:off x="7010400" y="2286000"/>
            <a:ext cx="228600" cy="228600"/>
          </a:xfrm>
          <a:prstGeom prst="can">
            <a:avLst>
              <a:gd name="adj" fmla="val 25000"/>
            </a:avLst>
          </a:prstGeom>
          <a:blipFill dpi="0" rotWithShape="1">
            <a:blip r:embed="rId3"/>
            <a:srcRect/>
            <a:tile tx="0" ty="0" sx="100000" sy="100000" flip="none" algn="tl"/>
          </a:blipFill>
          <a:ln w="9525">
            <a:solidFill>
              <a:schemeClr val="tx1"/>
            </a:solidFill>
            <a:round/>
            <a:headEnd/>
            <a:tailEnd/>
          </a:ln>
        </p:spPr>
        <p:txBody>
          <a:bodyPr wrap="none" anchor="ctr"/>
          <a:lstStyle/>
          <a:p>
            <a:endParaRPr lang="zh-CN" altLang="en-US" sz="2400">
              <a:latin typeface="Times New Roman" pitchFamily="18" charset="0"/>
            </a:endParaRPr>
          </a:p>
        </p:txBody>
      </p:sp>
      <p:sp>
        <p:nvSpPr>
          <p:cNvPr id="202761" name="Line 9"/>
          <p:cNvSpPr>
            <a:spLocks noChangeShapeType="1"/>
          </p:cNvSpPr>
          <p:nvPr/>
        </p:nvSpPr>
        <p:spPr bwMode="auto">
          <a:xfrm flipV="1">
            <a:off x="7162800" y="1676400"/>
            <a:ext cx="0" cy="533400"/>
          </a:xfrm>
          <a:prstGeom prst="line">
            <a:avLst/>
          </a:prstGeom>
          <a:noFill/>
          <a:ln w="38100">
            <a:solidFill>
              <a:srgbClr val="0000CC"/>
            </a:solidFill>
            <a:round/>
            <a:headEnd/>
            <a:tailEnd type="triangle" w="med" len="med"/>
          </a:ln>
        </p:spPr>
        <p:txBody>
          <a:bodyPr wrap="none" anchor="ctr"/>
          <a:lstStyle/>
          <a:p>
            <a:endParaRPr lang="zh-CN" altLang="en-US"/>
          </a:p>
        </p:txBody>
      </p:sp>
      <p:grpSp>
        <p:nvGrpSpPr>
          <p:cNvPr id="2" name="Group 10"/>
          <p:cNvGrpSpPr>
            <a:grpSpLocks/>
          </p:cNvGrpSpPr>
          <p:nvPr/>
        </p:nvGrpSpPr>
        <p:grpSpPr bwMode="auto">
          <a:xfrm>
            <a:off x="7315200" y="1752600"/>
            <a:ext cx="533400" cy="457200"/>
            <a:chOff x="2304" y="2688"/>
            <a:chExt cx="336" cy="288"/>
          </a:xfrm>
        </p:grpSpPr>
        <p:sp>
          <p:nvSpPr>
            <p:cNvPr id="42017" name="Text Box 11"/>
            <p:cNvSpPr txBox="1">
              <a:spLocks noChangeArrowheads="1"/>
            </p:cNvSpPr>
            <p:nvPr/>
          </p:nvSpPr>
          <p:spPr bwMode="auto">
            <a:xfrm>
              <a:off x="2304" y="2688"/>
              <a:ext cx="336" cy="288"/>
            </a:xfrm>
            <a:prstGeom prst="rect">
              <a:avLst/>
            </a:prstGeom>
            <a:noFill/>
            <a:ln w="9525">
              <a:noFill/>
              <a:miter lim="800000"/>
              <a:headEnd/>
              <a:tailEnd/>
            </a:ln>
          </p:spPr>
          <p:txBody>
            <a:bodyPr>
              <a:spAutoFit/>
            </a:bodyPr>
            <a:lstStyle/>
            <a:p>
              <a:pPr>
                <a:spcBef>
                  <a:spcPct val="50000"/>
                </a:spcBef>
              </a:pPr>
              <a:r>
                <a:rPr kumimoji="1" lang="en-US" altLang="zh-CN" sz="2400" b="0" i="1">
                  <a:solidFill>
                    <a:srgbClr val="000099"/>
                  </a:solidFill>
                  <a:latin typeface="Times New Roman" pitchFamily="18" charset="0"/>
                </a:rPr>
                <a:t>a</a:t>
              </a:r>
            </a:p>
          </p:txBody>
        </p:sp>
        <p:sp>
          <p:nvSpPr>
            <p:cNvPr id="42018" name="Line 12"/>
            <p:cNvSpPr>
              <a:spLocks noChangeShapeType="1"/>
            </p:cNvSpPr>
            <p:nvPr/>
          </p:nvSpPr>
          <p:spPr bwMode="auto">
            <a:xfrm>
              <a:off x="2352" y="2784"/>
              <a:ext cx="144" cy="0"/>
            </a:xfrm>
            <a:prstGeom prst="line">
              <a:avLst/>
            </a:prstGeom>
            <a:noFill/>
            <a:ln w="9525">
              <a:solidFill>
                <a:srgbClr val="000099"/>
              </a:solidFill>
              <a:round/>
              <a:headEnd/>
              <a:tailEnd type="triangle" w="med" len="med"/>
            </a:ln>
          </p:spPr>
          <p:txBody>
            <a:bodyPr wrap="none" anchor="ctr"/>
            <a:lstStyle/>
            <a:p>
              <a:endParaRPr lang="zh-CN" altLang="en-US"/>
            </a:p>
          </p:txBody>
        </p:sp>
      </p:grpSp>
      <p:grpSp>
        <p:nvGrpSpPr>
          <p:cNvPr id="3" name="Group 13"/>
          <p:cNvGrpSpPr>
            <a:grpSpLocks/>
          </p:cNvGrpSpPr>
          <p:nvPr/>
        </p:nvGrpSpPr>
        <p:grpSpPr bwMode="auto">
          <a:xfrm>
            <a:off x="6553200" y="1905000"/>
            <a:ext cx="533400" cy="2743200"/>
            <a:chOff x="3552" y="1152"/>
            <a:chExt cx="336" cy="1728"/>
          </a:xfrm>
        </p:grpSpPr>
        <p:sp>
          <p:nvSpPr>
            <p:cNvPr id="42013" name="Line 14"/>
            <p:cNvSpPr>
              <a:spLocks noChangeShapeType="1"/>
            </p:cNvSpPr>
            <p:nvPr/>
          </p:nvSpPr>
          <p:spPr bwMode="auto">
            <a:xfrm>
              <a:off x="3840" y="1392"/>
              <a:ext cx="0" cy="1488"/>
            </a:xfrm>
            <a:prstGeom prst="line">
              <a:avLst/>
            </a:prstGeom>
            <a:noFill/>
            <a:ln w="9525">
              <a:solidFill>
                <a:schemeClr val="hlink"/>
              </a:solidFill>
              <a:round/>
              <a:headEnd/>
              <a:tailEnd type="triangle" w="med" len="med"/>
            </a:ln>
          </p:spPr>
          <p:txBody>
            <a:bodyPr wrap="none" anchor="ctr"/>
            <a:lstStyle/>
            <a:p>
              <a:endParaRPr lang="zh-CN" altLang="en-US"/>
            </a:p>
          </p:txBody>
        </p:sp>
        <p:sp>
          <p:nvSpPr>
            <p:cNvPr id="42014" name="Rectangle 15"/>
            <p:cNvSpPr>
              <a:spLocks noChangeArrowheads="1"/>
            </p:cNvSpPr>
            <p:nvPr/>
          </p:nvSpPr>
          <p:spPr bwMode="auto">
            <a:xfrm>
              <a:off x="3552" y="1152"/>
              <a:ext cx="308" cy="288"/>
            </a:xfrm>
            <a:prstGeom prst="rect">
              <a:avLst/>
            </a:prstGeom>
            <a:noFill/>
            <a:ln w="9525">
              <a:noFill/>
              <a:miter lim="800000"/>
              <a:headEnd/>
              <a:tailEnd/>
            </a:ln>
          </p:spPr>
          <p:txBody>
            <a:bodyPr>
              <a:spAutoFit/>
            </a:bodyPr>
            <a:lstStyle/>
            <a:p>
              <a:pPr algn="ctr"/>
              <a:r>
                <a:rPr kumimoji="1" lang="en-US" altLang="zh-CN" sz="2400" i="1">
                  <a:solidFill>
                    <a:schemeClr val="hlink"/>
                  </a:solidFill>
                  <a:latin typeface="Times New Roman" pitchFamily="18" charset="0"/>
                </a:rPr>
                <a:t>O'</a:t>
              </a:r>
            </a:p>
          </p:txBody>
        </p:sp>
        <p:sp>
          <p:nvSpPr>
            <p:cNvPr id="42015" name="Rectangle 16"/>
            <p:cNvSpPr>
              <a:spLocks noChangeArrowheads="1"/>
            </p:cNvSpPr>
            <p:nvPr/>
          </p:nvSpPr>
          <p:spPr bwMode="auto">
            <a:xfrm>
              <a:off x="3552" y="2544"/>
              <a:ext cx="265" cy="288"/>
            </a:xfrm>
            <a:prstGeom prst="rect">
              <a:avLst/>
            </a:prstGeom>
            <a:noFill/>
            <a:ln w="9525">
              <a:noFill/>
              <a:miter lim="800000"/>
              <a:headEnd/>
              <a:tailEnd/>
            </a:ln>
          </p:spPr>
          <p:txBody>
            <a:bodyPr wrap="none">
              <a:spAutoFit/>
            </a:bodyPr>
            <a:lstStyle/>
            <a:p>
              <a:pPr algn="ctr"/>
              <a:r>
                <a:rPr kumimoji="1" lang="en-US" altLang="zh-CN" sz="2400" i="1">
                  <a:solidFill>
                    <a:schemeClr val="hlink"/>
                  </a:solidFill>
                  <a:latin typeface="Times New Roman" pitchFamily="18" charset="0"/>
                </a:rPr>
                <a:t>x'</a:t>
              </a:r>
            </a:p>
          </p:txBody>
        </p:sp>
        <p:sp>
          <p:nvSpPr>
            <p:cNvPr id="42016" name="Oval 17"/>
            <p:cNvSpPr>
              <a:spLocks noChangeArrowheads="1"/>
            </p:cNvSpPr>
            <p:nvPr/>
          </p:nvSpPr>
          <p:spPr bwMode="auto">
            <a:xfrm>
              <a:off x="3792" y="1344"/>
              <a:ext cx="96" cy="96"/>
            </a:xfrm>
            <a:prstGeom prst="ellipse">
              <a:avLst/>
            </a:prstGeom>
            <a:solidFill>
              <a:schemeClr val="hlink"/>
            </a:solidFill>
            <a:ln w="9525">
              <a:solidFill>
                <a:schemeClr val="tx1"/>
              </a:solidFill>
              <a:round/>
              <a:headEnd/>
              <a:tailEnd/>
            </a:ln>
          </p:spPr>
          <p:txBody>
            <a:bodyPr wrap="none" anchor="ctr"/>
            <a:lstStyle/>
            <a:p>
              <a:endParaRPr lang="zh-CN" altLang="en-US" sz="2400">
                <a:latin typeface="Times New Roman" pitchFamily="18" charset="0"/>
              </a:endParaRPr>
            </a:p>
          </p:txBody>
        </p:sp>
      </p:grpSp>
      <p:sp>
        <p:nvSpPr>
          <p:cNvPr id="202770" name="Line 18"/>
          <p:cNvSpPr>
            <a:spLocks noChangeShapeType="1"/>
          </p:cNvSpPr>
          <p:nvPr/>
        </p:nvSpPr>
        <p:spPr bwMode="auto">
          <a:xfrm>
            <a:off x="6324600" y="1752600"/>
            <a:ext cx="0" cy="2895600"/>
          </a:xfrm>
          <a:prstGeom prst="line">
            <a:avLst/>
          </a:prstGeom>
          <a:noFill/>
          <a:ln w="28575">
            <a:solidFill>
              <a:srgbClr val="0000CC"/>
            </a:solidFill>
            <a:round/>
            <a:headEnd/>
            <a:tailEnd type="triangle" w="med" len="med"/>
          </a:ln>
        </p:spPr>
        <p:txBody>
          <a:bodyPr wrap="none" anchor="ctr"/>
          <a:lstStyle/>
          <a:p>
            <a:endParaRPr lang="zh-CN" altLang="en-US"/>
          </a:p>
        </p:txBody>
      </p:sp>
      <p:sp>
        <p:nvSpPr>
          <p:cNvPr id="202771" name="Text Box 19"/>
          <p:cNvSpPr txBox="1">
            <a:spLocks noChangeArrowheads="1"/>
          </p:cNvSpPr>
          <p:nvPr/>
        </p:nvSpPr>
        <p:spPr bwMode="auto">
          <a:xfrm>
            <a:off x="5870575" y="1524000"/>
            <a:ext cx="457200" cy="457200"/>
          </a:xfrm>
          <a:prstGeom prst="rect">
            <a:avLst/>
          </a:prstGeom>
          <a:noFill/>
          <a:ln w="9525">
            <a:noFill/>
            <a:miter lim="800000"/>
            <a:headEnd/>
            <a:tailEnd/>
          </a:ln>
        </p:spPr>
        <p:txBody>
          <a:bodyPr>
            <a:spAutoFit/>
          </a:bodyPr>
          <a:lstStyle/>
          <a:p>
            <a:pPr algn="ctr">
              <a:spcBef>
                <a:spcPct val="50000"/>
              </a:spcBef>
            </a:pPr>
            <a:r>
              <a:rPr kumimoji="1" lang="en-US" altLang="zh-CN" sz="2400" i="1">
                <a:solidFill>
                  <a:srgbClr val="000099"/>
                </a:solidFill>
                <a:latin typeface="Times New Roman" pitchFamily="18" charset="0"/>
              </a:rPr>
              <a:t>O</a:t>
            </a:r>
          </a:p>
        </p:txBody>
      </p:sp>
      <p:sp>
        <p:nvSpPr>
          <p:cNvPr id="202772" name="Text Box 20"/>
          <p:cNvSpPr txBox="1">
            <a:spLocks noChangeArrowheads="1"/>
          </p:cNvSpPr>
          <p:nvPr/>
        </p:nvSpPr>
        <p:spPr bwMode="auto">
          <a:xfrm>
            <a:off x="5838825" y="4321175"/>
            <a:ext cx="533400" cy="457200"/>
          </a:xfrm>
          <a:prstGeom prst="rect">
            <a:avLst/>
          </a:prstGeom>
          <a:noFill/>
          <a:ln w="9525">
            <a:noFill/>
            <a:miter lim="800000"/>
            <a:headEnd/>
            <a:tailEnd/>
          </a:ln>
        </p:spPr>
        <p:txBody>
          <a:bodyPr>
            <a:spAutoFit/>
          </a:bodyPr>
          <a:lstStyle/>
          <a:p>
            <a:pPr algn="ctr">
              <a:spcBef>
                <a:spcPct val="50000"/>
              </a:spcBef>
            </a:pPr>
            <a:r>
              <a:rPr kumimoji="1" lang="en-US" altLang="zh-CN" sz="2400" i="1">
                <a:solidFill>
                  <a:srgbClr val="000099"/>
                </a:solidFill>
                <a:latin typeface="Times New Roman" pitchFamily="18" charset="0"/>
              </a:rPr>
              <a:t>x</a:t>
            </a:r>
          </a:p>
        </p:txBody>
      </p:sp>
      <p:sp>
        <p:nvSpPr>
          <p:cNvPr id="202773" name="Oval 21"/>
          <p:cNvSpPr>
            <a:spLocks noChangeArrowheads="1"/>
          </p:cNvSpPr>
          <p:nvPr/>
        </p:nvSpPr>
        <p:spPr bwMode="auto">
          <a:xfrm>
            <a:off x="6248400" y="1676400"/>
            <a:ext cx="152400" cy="152400"/>
          </a:xfrm>
          <a:prstGeom prst="ellipse">
            <a:avLst/>
          </a:prstGeom>
          <a:solidFill>
            <a:srgbClr val="000099"/>
          </a:solidFill>
          <a:ln w="9525">
            <a:solidFill>
              <a:schemeClr val="tx1"/>
            </a:solidFill>
            <a:round/>
            <a:headEnd/>
            <a:tailEnd/>
          </a:ln>
        </p:spPr>
        <p:txBody>
          <a:bodyPr wrap="none" anchor="ctr"/>
          <a:lstStyle/>
          <a:p>
            <a:endParaRPr lang="zh-CN" altLang="en-US" sz="2400">
              <a:latin typeface="Times New Roman" pitchFamily="18" charset="0"/>
            </a:endParaRPr>
          </a:p>
        </p:txBody>
      </p:sp>
      <p:sp>
        <p:nvSpPr>
          <p:cNvPr id="202774" name="Text Box 22"/>
          <p:cNvSpPr txBox="1">
            <a:spLocks noChangeArrowheads="1"/>
          </p:cNvSpPr>
          <p:nvPr/>
        </p:nvSpPr>
        <p:spPr bwMode="auto">
          <a:xfrm>
            <a:off x="762000" y="1905000"/>
            <a:ext cx="4440238" cy="457200"/>
          </a:xfrm>
          <a:prstGeom prst="rect">
            <a:avLst/>
          </a:prstGeom>
          <a:noFill/>
          <a:ln w="9525">
            <a:noFill/>
            <a:miter lim="800000"/>
            <a:headEnd/>
            <a:tailEnd/>
          </a:ln>
        </p:spPr>
        <p:txBody>
          <a:bodyPr>
            <a:spAutoFit/>
          </a:bodyPr>
          <a:lstStyle/>
          <a:p>
            <a:pPr>
              <a:spcBef>
                <a:spcPct val="50000"/>
              </a:spcBef>
            </a:pPr>
            <a:r>
              <a:rPr kumimoji="1" lang="zh-CN" altLang="en-US" sz="2400">
                <a:latin typeface="Times New Roman" pitchFamily="18" charset="0"/>
              </a:rPr>
              <a:t>取螺母刚松落为计时零点。 </a:t>
            </a:r>
          </a:p>
        </p:txBody>
      </p:sp>
      <p:sp>
        <p:nvSpPr>
          <p:cNvPr id="202775" name="Text Box 23"/>
          <p:cNvSpPr txBox="1">
            <a:spLocks noChangeArrowheads="1"/>
          </p:cNvSpPr>
          <p:nvPr/>
        </p:nvSpPr>
        <p:spPr bwMode="auto">
          <a:xfrm>
            <a:off x="838200" y="2971800"/>
            <a:ext cx="2133600" cy="369888"/>
          </a:xfrm>
          <a:prstGeom prst="rect">
            <a:avLst/>
          </a:prstGeom>
          <a:noFill/>
          <a:ln w="9525">
            <a:noFill/>
            <a:miter lim="800000"/>
            <a:headEnd/>
            <a:tailEnd/>
          </a:ln>
        </p:spPr>
        <p:txBody>
          <a:bodyPr lIns="0" tIns="0" rIns="0" bIns="0">
            <a:spAutoFit/>
          </a:bodyPr>
          <a:lstStyle/>
          <a:p>
            <a:pPr>
              <a:spcBef>
                <a:spcPct val="50000"/>
              </a:spcBef>
            </a:pPr>
            <a:r>
              <a:rPr kumimoji="1" lang="zh-CN" altLang="en-US" sz="2400">
                <a:solidFill>
                  <a:srgbClr val="FF6600"/>
                </a:solidFill>
                <a:latin typeface="Times New Roman" pitchFamily="18" charset="0"/>
              </a:rPr>
              <a:t>三种加速度</a:t>
            </a:r>
            <a:r>
              <a:rPr kumimoji="1" lang="zh-CN" altLang="en-US" sz="2400">
                <a:latin typeface="Times New Roman" pitchFamily="18" charset="0"/>
              </a:rPr>
              <a:t>为</a:t>
            </a:r>
            <a:r>
              <a:rPr kumimoji="1" lang="en-US" altLang="zh-CN" sz="2400">
                <a:latin typeface="Times New Roman" pitchFamily="18" charset="0"/>
              </a:rPr>
              <a:t>:</a:t>
            </a:r>
          </a:p>
        </p:txBody>
      </p:sp>
      <p:graphicFrame>
        <p:nvGraphicFramePr>
          <p:cNvPr id="202776" name="Object 24"/>
          <p:cNvGraphicFramePr>
            <a:graphicFrameLocks noChangeAspect="1"/>
          </p:cNvGraphicFramePr>
          <p:nvPr/>
        </p:nvGraphicFramePr>
        <p:xfrm>
          <a:off x="1287463" y="3473450"/>
          <a:ext cx="3349625" cy="457200"/>
        </p:xfrm>
        <a:graphic>
          <a:graphicData uri="http://schemas.openxmlformats.org/presentationml/2006/ole">
            <p:oleObj spid="_x0000_s41986" name="公式" r:id="rId4" imgW="1841400" imgH="253800" progId="Equation.3">
              <p:embed/>
            </p:oleObj>
          </a:graphicData>
        </a:graphic>
      </p:graphicFrame>
      <p:graphicFrame>
        <p:nvGraphicFramePr>
          <p:cNvPr id="202777" name="Object 25"/>
          <p:cNvGraphicFramePr>
            <a:graphicFrameLocks noChangeAspect="1"/>
          </p:cNvGraphicFramePr>
          <p:nvPr/>
        </p:nvGraphicFramePr>
        <p:xfrm>
          <a:off x="1412875" y="4225925"/>
          <a:ext cx="2870200" cy="411163"/>
        </p:xfrm>
        <a:graphic>
          <a:graphicData uri="http://schemas.openxmlformats.org/presentationml/2006/ole">
            <p:oleObj spid="_x0000_s41987" name="公式" r:id="rId5" imgW="1574640" imgH="228600" progId="Equation.3">
              <p:embed/>
            </p:oleObj>
          </a:graphicData>
        </a:graphic>
      </p:graphicFrame>
      <p:graphicFrame>
        <p:nvGraphicFramePr>
          <p:cNvPr id="202778" name="Object 26"/>
          <p:cNvGraphicFramePr>
            <a:graphicFrameLocks noChangeAspect="1"/>
          </p:cNvGraphicFramePr>
          <p:nvPr/>
        </p:nvGraphicFramePr>
        <p:xfrm>
          <a:off x="1536700" y="4924425"/>
          <a:ext cx="2408238" cy="409575"/>
        </p:xfrm>
        <a:graphic>
          <a:graphicData uri="http://schemas.openxmlformats.org/presentationml/2006/ole">
            <p:oleObj spid="_x0000_s41988" name="公式" r:id="rId6" imgW="1320480" imgH="228600" progId="Equation.3">
              <p:embed/>
            </p:oleObj>
          </a:graphicData>
        </a:graphic>
      </p:graphicFrame>
      <p:graphicFrame>
        <p:nvGraphicFramePr>
          <p:cNvPr id="202779" name="Object 27"/>
          <p:cNvGraphicFramePr>
            <a:graphicFrameLocks noChangeAspect="1"/>
          </p:cNvGraphicFramePr>
          <p:nvPr/>
        </p:nvGraphicFramePr>
        <p:xfrm>
          <a:off x="1592263" y="5648325"/>
          <a:ext cx="1235075" cy="731838"/>
        </p:xfrm>
        <a:graphic>
          <a:graphicData uri="http://schemas.openxmlformats.org/presentationml/2006/ole">
            <p:oleObj spid="_x0000_s41989" name="公式" r:id="rId7" imgW="685800" imgH="406080" progId="Equation.3">
              <p:embed/>
            </p:oleObj>
          </a:graphicData>
        </a:graphic>
      </p:graphicFrame>
      <p:sp>
        <p:nvSpPr>
          <p:cNvPr id="202780" name="Text Box 28"/>
          <p:cNvSpPr txBox="1">
            <a:spLocks noChangeArrowheads="1"/>
          </p:cNvSpPr>
          <p:nvPr/>
        </p:nvSpPr>
        <p:spPr bwMode="auto">
          <a:xfrm>
            <a:off x="762000" y="2438400"/>
            <a:ext cx="4419600" cy="457200"/>
          </a:xfrm>
          <a:prstGeom prst="rect">
            <a:avLst/>
          </a:prstGeom>
          <a:noFill/>
          <a:ln w="9525">
            <a:noFill/>
            <a:miter lim="800000"/>
            <a:headEnd/>
            <a:tailEnd/>
          </a:ln>
        </p:spPr>
        <p:txBody>
          <a:bodyPr>
            <a:spAutoFit/>
          </a:bodyPr>
          <a:lstStyle/>
          <a:p>
            <a:pPr>
              <a:spcBef>
                <a:spcPct val="50000"/>
              </a:spcBef>
            </a:pPr>
            <a:r>
              <a:rPr kumimoji="1" lang="zh-CN" altLang="en-US" sz="2400">
                <a:latin typeface="Times New Roman" pitchFamily="18" charset="0"/>
              </a:rPr>
              <a:t>动点为螺母</a:t>
            </a:r>
            <a:r>
              <a:rPr kumimoji="1" lang="en-US" altLang="zh-CN" sz="2400">
                <a:latin typeface="Times New Roman" pitchFamily="18" charset="0"/>
              </a:rPr>
              <a:t>,</a:t>
            </a:r>
            <a:r>
              <a:rPr kumimoji="1" lang="zh-CN" altLang="en-US" sz="2400">
                <a:latin typeface="Times New Roman" pitchFamily="18" charset="0"/>
              </a:rPr>
              <a:t>取</a:t>
            </a:r>
            <a:r>
              <a:rPr kumimoji="1" lang="zh-CN" altLang="en-US" sz="2400">
                <a:solidFill>
                  <a:srgbClr val="FF6600"/>
                </a:solidFill>
                <a:latin typeface="Times New Roman" pitchFamily="18" charset="0"/>
              </a:rPr>
              <a:t>二个坐标系</a:t>
            </a:r>
            <a:r>
              <a:rPr kumimoji="1" lang="zh-CN" altLang="en-US" sz="2400">
                <a:latin typeface="Times New Roman" pitchFamily="18" charset="0"/>
              </a:rPr>
              <a:t>如图</a:t>
            </a:r>
          </a:p>
        </p:txBody>
      </p:sp>
      <p:sp>
        <p:nvSpPr>
          <p:cNvPr id="202781" name="Rectangle 29"/>
          <p:cNvSpPr>
            <a:spLocks noChangeArrowheads="1"/>
          </p:cNvSpPr>
          <p:nvPr/>
        </p:nvSpPr>
        <p:spPr bwMode="auto">
          <a:xfrm>
            <a:off x="296863" y="457200"/>
            <a:ext cx="492125" cy="457200"/>
          </a:xfrm>
          <a:prstGeom prst="rect">
            <a:avLst/>
          </a:prstGeom>
          <a:noFill/>
          <a:ln w="9525">
            <a:noFill/>
            <a:miter lim="800000"/>
            <a:headEnd/>
            <a:tailEnd/>
          </a:ln>
        </p:spPr>
        <p:txBody>
          <a:bodyPr wrap="none">
            <a:spAutoFit/>
          </a:bodyPr>
          <a:lstStyle/>
          <a:p>
            <a:pPr algn="ctr"/>
            <a:r>
              <a:rPr kumimoji="1" lang="zh-CN" altLang="en-US" sz="2400">
                <a:solidFill>
                  <a:srgbClr val="FF0000"/>
                </a:solidFill>
                <a:latin typeface="Times New Roman" pitchFamily="18" charset="0"/>
              </a:rPr>
              <a:t>例</a:t>
            </a:r>
          </a:p>
        </p:txBody>
      </p:sp>
      <p:sp>
        <p:nvSpPr>
          <p:cNvPr id="202782" name="Rectangle 30"/>
          <p:cNvSpPr>
            <a:spLocks noChangeArrowheads="1"/>
          </p:cNvSpPr>
          <p:nvPr/>
        </p:nvSpPr>
        <p:spPr bwMode="auto">
          <a:xfrm>
            <a:off x="304800" y="1905000"/>
            <a:ext cx="492125" cy="457200"/>
          </a:xfrm>
          <a:prstGeom prst="rect">
            <a:avLst/>
          </a:prstGeom>
          <a:noFill/>
          <a:ln w="9525">
            <a:noFill/>
            <a:miter lim="800000"/>
            <a:headEnd/>
            <a:tailEnd/>
          </a:ln>
        </p:spPr>
        <p:txBody>
          <a:bodyPr wrap="none">
            <a:spAutoFit/>
          </a:bodyPr>
          <a:lstStyle/>
          <a:p>
            <a:pPr algn="ctr"/>
            <a:r>
              <a:rPr kumimoji="1" lang="zh-CN" altLang="en-US" sz="2400">
                <a:solidFill>
                  <a:srgbClr val="FF0000"/>
                </a:solidFill>
                <a:latin typeface="Times New Roman" pitchFamily="18" charset="0"/>
              </a:rPr>
              <a:t>解</a:t>
            </a:r>
          </a:p>
        </p:txBody>
      </p:sp>
      <p:sp>
        <p:nvSpPr>
          <p:cNvPr id="202783" name="Rectangle 31"/>
          <p:cNvSpPr>
            <a:spLocks noChangeArrowheads="1"/>
          </p:cNvSpPr>
          <p:nvPr/>
        </p:nvSpPr>
        <p:spPr bwMode="auto">
          <a:xfrm>
            <a:off x="784225" y="1298575"/>
            <a:ext cx="5227638" cy="493713"/>
          </a:xfrm>
          <a:prstGeom prst="rect">
            <a:avLst/>
          </a:prstGeom>
          <a:noFill/>
          <a:ln w="9525">
            <a:noFill/>
            <a:miter lim="800000"/>
            <a:headEnd/>
            <a:tailEnd/>
          </a:ln>
        </p:spPr>
        <p:txBody>
          <a:bodyPr>
            <a:spAutoFit/>
          </a:bodyPr>
          <a:lstStyle/>
          <a:p>
            <a:pPr>
              <a:lnSpc>
                <a:spcPct val="120000"/>
              </a:lnSpc>
              <a:spcBef>
                <a:spcPct val="50000"/>
              </a:spcBef>
            </a:pPr>
            <a:r>
              <a:rPr kumimoji="1" lang="zh-CN" altLang="en-US" sz="2400">
                <a:latin typeface="Times New Roman" pitchFamily="18" charset="0"/>
              </a:rPr>
              <a:t>螺母自天花板落到底板所需的时间。</a:t>
            </a:r>
          </a:p>
        </p:txBody>
      </p:sp>
      <p:sp>
        <p:nvSpPr>
          <p:cNvPr id="202784" name="Rectangle 32"/>
          <p:cNvSpPr>
            <a:spLocks noChangeArrowheads="1"/>
          </p:cNvSpPr>
          <p:nvPr/>
        </p:nvSpPr>
        <p:spPr bwMode="auto">
          <a:xfrm>
            <a:off x="296863" y="1371600"/>
            <a:ext cx="492125" cy="457200"/>
          </a:xfrm>
          <a:prstGeom prst="rect">
            <a:avLst/>
          </a:prstGeom>
          <a:noFill/>
          <a:ln w="9525">
            <a:noFill/>
            <a:miter lim="800000"/>
            <a:headEnd/>
            <a:tailEnd/>
          </a:ln>
        </p:spPr>
        <p:txBody>
          <a:bodyPr wrap="none">
            <a:spAutoFit/>
          </a:bodyPr>
          <a:lstStyle/>
          <a:p>
            <a:pPr algn="ctr"/>
            <a:r>
              <a:rPr kumimoji="1" lang="zh-CN" altLang="en-US" sz="2400">
                <a:solidFill>
                  <a:srgbClr val="FF0000"/>
                </a:solidFill>
                <a:latin typeface="Times New Roman" pitchFamily="18" charset="0"/>
              </a:rPr>
              <a:t>求</a:t>
            </a:r>
          </a:p>
        </p:txBody>
      </p:sp>
      <p:graphicFrame>
        <p:nvGraphicFramePr>
          <p:cNvPr id="202785" name="Object 33"/>
          <p:cNvGraphicFramePr>
            <a:graphicFrameLocks noChangeAspect="1"/>
          </p:cNvGraphicFramePr>
          <p:nvPr/>
        </p:nvGraphicFramePr>
        <p:xfrm>
          <a:off x="3446463" y="5634038"/>
          <a:ext cx="3914775" cy="842962"/>
        </p:xfrm>
        <a:graphic>
          <a:graphicData uri="http://schemas.openxmlformats.org/presentationml/2006/ole">
            <p:oleObj spid="_x0000_s41990" name="公式" r:id="rId8" imgW="2184120" imgH="469800" progId="Equation.3">
              <p:embed/>
            </p:oleObj>
          </a:graphicData>
        </a:graphic>
      </p:graphicFrame>
      <p:sp>
        <p:nvSpPr>
          <p:cNvPr id="202787" name="AutoShape 35">
            <a:hlinkClick r:id="rId9" action="ppaction://hlinksldjump" highlightClick="1"/>
          </p:cNvPr>
          <p:cNvSpPr>
            <a:spLocks noChangeAspect="1" noChangeArrowheads="1"/>
          </p:cNvSpPr>
          <p:nvPr/>
        </p:nvSpPr>
        <p:spPr bwMode="auto">
          <a:xfrm>
            <a:off x="8720138" y="6280150"/>
            <a:ext cx="244475" cy="244475"/>
          </a:xfrm>
          <a:prstGeom prst="actionButtonBeginning">
            <a:avLst/>
          </a:prstGeom>
          <a:solidFill>
            <a:schemeClr val="accent1"/>
          </a:solidFill>
          <a:ln w="19050">
            <a:noFill/>
            <a:miter lim="800000"/>
            <a:headEnd/>
            <a:tailEnd/>
          </a:ln>
        </p:spPr>
        <p:txBody>
          <a:bodyPr wrap="none" anchor="ctr"/>
          <a:lstStyle/>
          <a:p>
            <a:endParaRPr lang="zh-CN" altLang="en-US" sz="2400">
              <a:latin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2781"/>
                                        </p:tgtEl>
                                        <p:attrNameLst>
                                          <p:attrName>style.visibility</p:attrName>
                                        </p:attrNameLst>
                                      </p:cBhvr>
                                      <p:to>
                                        <p:strVal val="visible"/>
                                      </p:to>
                                    </p:set>
                                    <p:animEffect transition="in" filter="wipe(left)">
                                      <p:cBhvr>
                                        <p:cTn id="7" dur="500"/>
                                        <p:tgtEl>
                                          <p:spTgt spid="20278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2754"/>
                                        </p:tgtEl>
                                        <p:attrNameLst>
                                          <p:attrName>style.visibility</p:attrName>
                                        </p:attrNameLst>
                                      </p:cBhvr>
                                      <p:to>
                                        <p:strVal val="visible"/>
                                      </p:to>
                                    </p:set>
                                    <p:animEffect transition="in" filter="wipe(left)">
                                      <p:cBhvr>
                                        <p:cTn id="12" dur="500"/>
                                        <p:tgtEl>
                                          <p:spTgt spid="20275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02755"/>
                                        </p:tgtEl>
                                        <p:attrNameLst>
                                          <p:attrName>style.visibility</p:attrName>
                                        </p:attrNameLst>
                                      </p:cBhvr>
                                      <p:to>
                                        <p:strVal val="visible"/>
                                      </p:to>
                                    </p:set>
                                    <p:animEffect transition="in" filter="box(out)">
                                      <p:cBhvr>
                                        <p:cTn id="17" dur="500"/>
                                        <p:tgtEl>
                                          <p:spTgt spid="20275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02761"/>
                                        </p:tgtEl>
                                        <p:attrNameLst>
                                          <p:attrName>style.visibility</p:attrName>
                                        </p:attrNameLst>
                                      </p:cBhvr>
                                      <p:to>
                                        <p:strVal val="visible"/>
                                      </p:to>
                                    </p:set>
                                    <p:animEffect transition="in" filter="wipe(down)">
                                      <p:cBhvr>
                                        <p:cTn id="22" dur="500"/>
                                        <p:tgtEl>
                                          <p:spTgt spid="202761"/>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2" presetClass="entr" presetSubtype="1" fill="hold" grpId="0" nodeType="clickEffect">
                                  <p:stCondLst>
                                    <p:cond delay="0"/>
                                  </p:stCondLst>
                                  <p:childTnLst>
                                    <p:set>
                                      <p:cBhvr>
                                        <p:cTn id="30" dur="1" fill="hold">
                                          <p:stCondLst>
                                            <p:cond delay="0"/>
                                          </p:stCondLst>
                                        </p:cTn>
                                        <p:tgtEl>
                                          <p:spTgt spid="202760"/>
                                        </p:tgtEl>
                                        <p:attrNameLst>
                                          <p:attrName>style.visibility</p:attrName>
                                        </p:attrNameLst>
                                      </p:cBhvr>
                                      <p:to>
                                        <p:strVal val="visible"/>
                                      </p:to>
                                    </p:set>
                                    <p:animEffect transition="in" filter="slide(fromTop)">
                                      <p:cBhvr>
                                        <p:cTn id="31" dur="500"/>
                                        <p:tgtEl>
                                          <p:spTgt spid="20276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02756"/>
                                        </p:tgtEl>
                                        <p:attrNameLst>
                                          <p:attrName>style.visibility</p:attrName>
                                        </p:attrNameLst>
                                      </p:cBhvr>
                                      <p:to>
                                        <p:strVal val="visible"/>
                                      </p:to>
                                    </p:set>
                                    <p:animEffect transition="in" filter="wipe(left)">
                                      <p:cBhvr>
                                        <p:cTn id="36" dur="500"/>
                                        <p:tgtEl>
                                          <p:spTgt spid="20275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02757"/>
                                        </p:tgtEl>
                                        <p:attrNameLst>
                                          <p:attrName>style.visibility</p:attrName>
                                        </p:attrNameLst>
                                      </p:cBhvr>
                                      <p:to>
                                        <p:strVal val="visible"/>
                                      </p:to>
                                    </p:set>
                                    <p:animEffect transition="in" filter="wipe(left)">
                                      <p:cBhvr>
                                        <p:cTn id="41" dur="500"/>
                                        <p:tgtEl>
                                          <p:spTgt spid="20275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202759"/>
                                        </p:tgtEl>
                                        <p:attrNameLst>
                                          <p:attrName>style.visibility</p:attrName>
                                        </p:attrNameLst>
                                      </p:cBhvr>
                                      <p:to>
                                        <p:strVal val="visible"/>
                                      </p:to>
                                    </p:set>
                                    <p:animEffect transition="in" filter="wipe(up)">
                                      <p:cBhvr>
                                        <p:cTn id="46" dur="500"/>
                                        <p:tgtEl>
                                          <p:spTgt spid="202759"/>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20275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02784"/>
                                        </p:tgtEl>
                                        <p:attrNameLst>
                                          <p:attrName>style.visibility</p:attrName>
                                        </p:attrNameLst>
                                      </p:cBhvr>
                                      <p:to>
                                        <p:strVal val="visible"/>
                                      </p:to>
                                    </p:set>
                                    <p:animEffect transition="in" filter="wipe(left)">
                                      <p:cBhvr>
                                        <p:cTn id="55" dur="500"/>
                                        <p:tgtEl>
                                          <p:spTgt spid="202784"/>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202783"/>
                                        </p:tgtEl>
                                        <p:attrNameLst>
                                          <p:attrName>style.visibility</p:attrName>
                                        </p:attrNameLst>
                                      </p:cBhvr>
                                      <p:to>
                                        <p:strVal val="visible"/>
                                      </p:to>
                                    </p:set>
                                    <p:animEffect transition="in" filter="wipe(left)">
                                      <p:cBhvr>
                                        <p:cTn id="60" dur="500"/>
                                        <p:tgtEl>
                                          <p:spTgt spid="202783"/>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02782"/>
                                        </p:tgtEl>
                                        <p:attrNameLst>
                                          <p:attrName>style.visibility</p:attrName>
                                        </p:attrNameLst>
                                      </p:cBhvr>
                                      <p:to>
                                        <p:strVal val="visible"/>
                                      </p:to>
                                    </p:set>
                                    <p:animEffect transition="in" filter="wipe(left)">
                                      <p:cBhvr>
                                        <p:cTn id="65" dur="500"/>
                                        <p:tgtEl>
                                          <p:spTgt spid="202782"/>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202774"/>
                                        </p:tgtEl>
                                        <p:attrNameLst>
                                          <p:attrName>style.visibility</p:attrName>
                                        </p:attrNameLst>
                                      </p:cBhvr>
                                      <p:to>
                                        <p:strVal val="visible"/>
                                      </p:to>
                                    </p:set>
                                    <p:animEffect transition="in" filter="wipe(left)">
                                      <p:cBhvr>
                                        <p:cTn id="70" dur="500"/>
                                        <p:tgtEl>
                                          <p:spTgt spid="20277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02780"/>
                                        </p:tgtEl>
                                        <p:attrNameLst>
                                          <p:attrName>style.visibility</p:attrName>
                                        </p:attrNameLst>
                                      </p:cBhvr>
                                      <p:to>
                                        <p:strVal val="visible"/>
                                      </p:to>
                                    </p:set>
                                    <p:animEffect transition="in" filter="wipe(left)">
                                      <p:cBhvr>
                                        <p:cTn id="75" dur="500"/>
                                        <p:tgtEl>
                                          <p:spTgt spid="202780"/>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499"/>
                                          </p:stCondLst>
                                        </p:cTn>
                                        <p:tgtEl>
                                          <p:spTgt spid="202773"/>
                                        </p:tgtEl>
                                        <p:attrNameLst>
                                          <p:attrName>style.visibility</p:attrName>
                                        </p:attrNameLst>
                                      </p:cBhvr>
                                      <p:to>
                                        <p:strVal val="visible"/>
                                      </p:to>
                                    </p:set>
                                  </p:childTnLst>
                                </p:cTn>
                              </p:par>
                            </p:childTnLst>
                          </p:cTn>
                        </p:par>
                        <p:par>
                          <p:cTn id="80" fill="hold">
                            <p:stCondLst>
                              <p:cond delay="500"/>
                            </p:stCondLst>
                            <p:childTnLst>
                              <p:par>
                                <p:cTn id="81" presetID="1" presetClass="entr" presetSubtype="0" fill="hold" grpId="0" nodeType="afterEffect">
                                  <p:stCondLst>
                                    <p:cond delay="0"/>
                                  </p:stCondLst>
                                  <p:childTnLst>
                                    <p:set>
                                      <p:cBhvr>
                                        <p:cTn id="82" dur="1" fill="hold">
                                          <p:stCondLst>
                                            <p:cond delay="499"/>
                                          </p:stCondLst>
                                        </p:cTn>
                                        <p:tgtEl>
                                          <p:spTgt spid="202771"/>
                                        </p:tgtEl>
                                        <p:attrNameLst>
                                          <p:attrName>style.visibility</p:attrName>
                                        </p:attrNameLst>
                                      </p:cBhvr>
                                      <p:to>
                                        <p:strVal val="visible"/>
                                      </p:to>
                                    </p:set>
                                  </p:childTnLst>
                                </p:cTn>
                              </p:par>
                            </p:childTnLst>
                          </p:cTn>
                        </p:par>
                        <p:par>
                          <p:cTn id="83" fill="hold">
                            <p:stCondLst>
                              <p:cond delay="1000"/>
                            </p:stCondLst>
                            <p:childTnLst>
                              <p:par>
                                <p:cTn id="84" presetID="22" presetClass="entr" presetSubtype="1" fill="hold" grpId="0" nodeType="afterEffect">
                                  <p:stCondLst>
                                    <p:cond delay="0"/>
                                  </p:stCondLst>
                                  <p:childTnLst>
                                    <p:set>
                                      <p:cBhvr>
                                        <p:cTn id="85" dur="1" fill="hold">
                                          <p:stCondLst>
                                            <p:cond delay="0"/>
                                          </p:stCondLst>
                                        </p:cTn>
                                        <p:tgtEl>
                                          <p:spTgt spid="202770"/>
                                        </p:tgtEl>
                                        <p:attrNameLst>
                                          <p:attrName>style.visibility</p:attrName>
                                        </p:attrNameLst>
                                      </p:cBhvr>
                                      <p:to>
                                        <p:strVal val="visible"/>
                                      </p:to>
                                    </p:set>
                                    <p:animEffect transition="in" filter="wipe(up)">
                                      <p:cBhvr>
                                        <p:cTn id="86" dur="500"/>
                                        <p:tgtEl>
                                          <p:spTgt spid="202770"/>
                                        </p:tgtEl>
                                      </p:cBhvr>
                                    </p:animEffect>
                                  </p:childTnLst>
                                </p:cTn>
                              </p:par>
                            </p:childTnLst>
                          </p:cTn>
                        </p:par>
                        <p:par>
                          <p:cTn id="87" fill="hold">
                            <p:stCondLst>
                              <p:cond delay="1500"/>
                            </p:stCondLst>
                            <p:childTnLst>
                              <p:par>
                                <p:cTn id="88" presetID="1" presetClass="entr" presetSubtype="0" fill="hold" grpId="0" nodeType="afterEffect">
                                  <p:stCondLst>
                                    <p:cond delay="0"/>
                                  </p:stCondLst>
                                  <p:childTnLst>
                                    <p:set>
                                      <p:cBhvr>
                                        <p:cTn id="89" dur="1" fill="hold">
                                          <p:stCondLst>
                                            <p:cond delay="499"/>
                                          </p:stCondLst>
                                        </p:cTn>
                                        <p:tgtEl>
                                          <p:spTgt spid="202772"/>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22" presetClass="entr" presetSubtype="1" fill="hold" nodeType="clickEffect">
                                  <p:stCondLst>
                                    <p:cond delay="0"/>
                                  </p:stCondLst>
                                  <p:childTnLst>
                                    <p:set>
                                      <p:cBhvr>
                                        <p:cTn id="93" dur="1" fill="hold">
                                          <p:stCondLst>
                                            <p:cond delay="0"/>
                                          </p:stCondLst>
                                        </p:cTn>
                                        <p:tgtEl>
                                          <p:spTgt spid="3"/>
                                        </p:tgtEl>
                                        <p:attrNameLst>
                                          <p:attrName>style.visibility</p:attrName>
                                        </p:attrNameLst>
                                      </p:cBhvr>
                                      <p:to>
                                        <p:strVal val="visible"/>
                                      </p:to>
                                    </p:set>
                                    <p:animEffect transition="in" filter="wipe(up)">
                                      <p:cBhvr>
                                        <p:cTn id="94" dur="500"/>
                                        <p:tgtEl>
                                          <p:spTgt spid="3"/>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202775"/>
                                        </p:tgtEl>
                                        <p:attrNameLst>
                                          <p:attrName>style.visibility</p:attrName>
                                        </p:attrNameLst>
                                      </p:cBhvr>
                                      <p:to>
                                        <p:strVal val="visible"/>
                                      </p:to>
                                    </p:set>
                                    <p:animEffect transition="in" filter="wipe(left)">
                                      <p:cBhvr>
                                        <p:cTn id="99" dur="500"/>
                                        <p:tgtEl>
                                          <p:spTgt spid="202775"/>
                                        </p:tgtEl>
                                      </p:cBhvr>
                                    </p:animEffect>
                                  </p:childTnLst>
                                </p:cTn>
                              </p:par>
                            </p:childTnLst>
                          </p:cTn>
                        </p:par>
                      </p:childTnLst>
                    </p:cTn>
                  </p:par>
                  <p:par>
                    <p:cTn id="100" fill="hold">
                      <p:stCondLst>
                        <p:cond delay="indefinite"/>
                      </p:stCondLst>
                      <p:childTnLst>
                        <p:par>
                          <p:cTn id="101" fill="hold">
                            <p:stCondLst>
                              <p:cond delay="0"/>
                            </p:stCondLst>
                            <p:childTnLst>
                              <p:par>
                                <p:cTn id="102" presetID="23" presetClass="entr" presetSubtype="16" fill="hold" nodeType="clickEffect">
                                  <p:stCondLst>
                                    <p:cond delay="0"/>
                                  </p:stCondLst>
                                  <p:childTnLst>
                                    <p:set>
                                      <p:cBhvr>
                                        <p:cTn id="103" dur="1" fill="hold">
                                          <p:stCondLst>
                                            <p:cond delay="0"/>
                                          </p:stCondLst>
                                        </p:cTn>
                                        <p:tgtEl>
                                          <p:spTgt spid="202776"/>
                                        </p:tgtEl>
                                        <p:attrNameLst>
                                          <p:attrName>style.visibility</p:attrName>
                                        </p:attrNameLst>
                                      </p:cBhvr>
                                      <p:to>
                                        <p:strVal val="visible"/>
                                      </p:to>
                                    </p:set>
                                    <p:anim calcmode="lin" valueType="num">
                                      <p:cBhvr>
                                        <p:cTn id="104" dur="500" fill="hold"/>
                                        <p:tgtEl>
                                          <p:spTgt spid="202776"/>
                                        </p:tgtEl>
                                        <p:attrNameLst>
                                          <p:attrName>ppt_w</p:attrName>
                                        </p:attrNameLst>
                                      </p:cBhvr>
                                      <p:tavLst>
                                        <p:tav tm="0">
                                          <p:val>
                                            <p:fltVal val="0"/>
                                          </p:val>
                                        </p:tav>
                                        <p:tav tm="100000">
                                          <p:val>
                                            <p:strVal val="#ppt_w"/>
                                          </p:val>
                                        </p:tav>
                                      </p:tavLst>
                                    </p:anim>
                                    <p:anim calcmode="lin" valueType="num">
                                      <p:cBhvr>
                                        <p:cTn id="105" dur="500" fill="hold"/>
                                        <p:tgtEl>
                                          <p:spTgt spid="202776"/>
                                        </p:tgtEl>
                                        <p:attrNameLst>
                                          <p:attrName>ppt_h</p:attrName>
                                        </p:attrNameLst>
                                      </p:cBhvr>
                                      <p:tavLst>
                                        <p:tav tm="0">
                                          <p:val>
                                            <p:fltVal val="0"/>
                                          </p:val>
                                        </p:tav>
                                        <p:tav tm="100000">
                                          <p:val>
                                            <p:strVal val="#ppt_h"/>
                                          </p:val>
                                        </p:tav>
                                      </p:tavLst>
                                    </p:anim>
                                  </p:childTnLst>
                                </p:cTn>
                              </p:par>
                            </p:childTnLst>
                          </p:cTn>
                        </p:par>
                      </p:childTnLst>
                    </p:cTn>
                  </p:par>
                  <p:par>
                    <p:cTn id="106" fill="hold">
                      <p:stCondLst>
                        <p:cond delay="indefinite"/>
                      </p:stCondLst>
                      <p:childTnLst>
                        <p:par>
                          <p:cTn id="107" fill="hold">
                            <p:stCondLst>
                              <p:cond delay="0"/>
                            </p:stCondLst>
                            <p:childTnLst>
                              <p:par>
                                <p:cTn id="108" presetID="23" presetClass="entr" presetSubtype="16" fill="hold" nodeType="clickEffect">
                                  <p:stCondLst>
                                    <p:cond delay="0"/>
                                  </p:stCondLst>
                                  <p:childTnLst>
                                    <p:set>
                                      <p:cBhvr>
                                        <p:cTn id="109" dur="1" fill="hold">
                                          <p:stCondLst>
                                            <p:cond delay="0"/>
                                          </p:stCondLst>
                                        </p:cTn>
                                        <p:tgtEl>
                                          <p:spTgt spid="202777"/>
                                        </p:tgtEl>
                                        <p:attrNameLst>
                                          <p:attrName>style.visibility</p:attrName>
                                        </p:attrNameLst>
                                      </p:cBhvr>
                                      <p:to>
                                        <p:strVal val="visible"/>
                                      </p:to>
                                    </p:set>
                                    <p:anim calcmode="lin" valueType="num">
                                      <p:cBhvr>
                                        <p:cTn id="110" dur="500" fill="hold"/>
                                        <p:tgtEl>
                                          <p:spTgt spid="202777"/>
                                        </p:tgtEl>
                                        <p:attrNameLst>
                                          <p:attrName>ppt_w</p:attrName>
                                        </p:attrNameLst>
                                      </p:cBhvr>
                                      <p:tavLst>
                                        <p:tav tm="0">
                                          <p:val>
                                            <p:fltVal val="0"/>
                                          </p:val>
                                        </p:tav>
                                        <p:tav tm="100000">
                                          <p:val>
                                            <p:strVal val="#ppt_w"/>
                                          </p:val>
                                        </p:tav>
                                      </p:tavLst>
                                    </p:anim>
                                    <p:anim calcmode="lin" valueType="num">
                                      <p:cBhvr>
                                        <p:cTn id="111" dur="500" fill="hold"/>
                                        <p:tgtEl>
                                          <p:spTgt spid="202777"/>
                                        </p:tgtEl>
                                        <p:attrNameLst>
                                          <p:attrName>ppt_h</p:attrName>
                                        </p:attrNameLst>
                                      </p:cBhvr>
                                      <p:tavLst>
                                        <p:tav tm="0">
                                          <p:val>
                                            <p:fltVal val="0"/>
                                          </p:val>
                                        </p:tav>
                                        <p:tav tm="100000">
                                          <p:val>
                                            <p:strVal val="#ppt_h"/>
                                          </p:val>
                                        </p:tav>
                                      </p:tavLst>
                                    </p:anim>
                                  </p:childTnLst>
                                </p:cTn>
                              </p:par>
                            </p:childTnLst>
                          </p:cTn>
                        </p:par>
                      </p:childTnLst>
                    </p:cTn>
                  </p:par>
                  <p:par>
                    <p:cTn id="112" fill="hold">
                      <p:stCondLst>
                        <p:cond delay="indefinite"/>
                      </p:stCondLst>
                      <p:childTnLst>
                        <p:par>
                          <p:cTn id="113" fill="hold">
                            <p:stCondLst>
                              <p:cond delay="0"/>
                            </p:stCondLst>
                            <p:childTnLst>
                              <p:par>
                                <p:cTn id="114" presetID="23" presetClass="entr" presetSubtype="16" fill="hold" nodeType="clickEffect">
                                  <p:stCondLst>
                                    <p:cond delay="0"/>
                                  </p:stCondLst>
                                  <p:childTnLst>
                                    <p:set>
                                      <p:cBhvr>
                                        <p:cTn id="115" dur="1" fill="hold">
                                          <p:stCondLst>
                                            <p:cond delay="0"/>
                                          </p:stCondLst>
                                        </p:cTn>
                                        <p:tgtEl>
                                          <p:spTgt spid="202778"/>
                                        </p:tgtEl>
                                        <p:attrNameLst>
                                          <p:attrName>style.visibility</p:attrName>
                                        </p:attrNameLst>
                                      </p:cBhvr>
                                      <p:to>
                                        <p:strVal val="visible"/>
                                      </p:to>
                                    </p:set>
                                    <p:anim calcmode="lin" valueType="num">
                                      <p:cBhvr>
                                        <p:cTn id="116" dur="500" fill="hold"/>
                                        <p:tgtEl>
                                          <p:spTgt spid="202778"/>
                                        </p:tgtEl>
                                        <p:attrNameLst>
                                          <p:attrName>ppt_w</p:attrName>
                                        </p:attrNameLst>
                                      </p:cBhvr>
                                      <p:tavLst>
                                        <p:tav tm="0">
                                          <p:val>
                                            <p:fltVal val="0"/>
                                          </p:val>
                                        </p:tav>
                                        <p:tav tm="100000">
                                          <p:val>
                                            <p:strVal val="#ppt_w"/>
                                          </p:val>
                                        </p:tav>
                                      </p:tavLst>
                                    </p:anim>
                                    <p:anim calcmode="lin" valueType="num">
                                      <p:cBhvr>
                                        <p:cTn id="117" dur="500" fill="hold"/>
                                        <p:tgtEl>
                                          <p:spTgt spid="202778"/>
                                        </p:tgtEl>
                                        <p:attrNameLst>
                                          <p:attrName>ppt_h</p:attrName>
                                        </p:attrNameLst>
                                      </p:cBhvr>
                                      <p:tavLst>
                                        <p:tav tm="0">
                                          <p:val>
                                            <p:fltVal val="0"/>
                                          </p:val>
                                        </p:tav>
                                        <p:tav tm="100000">
                                          <p:val>
                                            <p:strVal val="#ppt_h"/>
                                          </p:val>
                                        </p:tav>
                                      </p:tavLst>
                                    </p:anim>
                                  </p:childTnLst>
                                </p:cTn>
                              </p:par>
                            </p:childTnLst>
                          </p:cTn>
                        </p:par>
                      </p:childTnLst>
                    </p:cTn>
                  </p:par>
                  <p:par>
                    <p:cTn id="118" fill="hold">
                      <p:stCondLst>
                        <p:cond delay="indefinite"/>
                      </p:stCondLst>
                      <p:childTnLst>
                        <p:par>
                          <p:cTn id="119" fill="hold">
                            <p:stCondLst>
                              <p:cond delay="0"/>
                            </p:stCondLst>
                            <p:childTnLst>
                              <p:par>
                                <p:cTn id="120" presetID="23" presetClass="entr" presetSubtype="16" fill="hold" nodeType="clickEffect">
                                  <p:stCondLst>
                                    <p:cond delay="0"/>
                                  </p:stCondLst>
                                  <p:childTnLst>
                                    <p:set>
                                      <p:cBhvr>
                                        <p:cTn id="121" dur="1" fill="hold">
                                          <p:stCondLst>
                                            <p:cond delay="0"/>
                                          </p:stCondLst>
                                        </p:cTn>
                                        <p:tgtEl>
                                          <p:spTgt spid="202779"/>
                                        </p:tgtEl>
                                        <p:attrNameLst>
                                          <p:attrName>style.visibility</p:attrName>
                                        </p:attrNameLst>
                                      </p:cBhvr>
                                      <p:to>
                                        <p:strVal val="visible"/>
                                      </p:to>
                                    </p:set>
                                    <p:anim calcmode="lin" valueType="num">
                                      <p:cBhvr>
                                        <p:cTn id="122" dur="500" fill="hold"/>
                                        <p:tgtEl>
                                          <p:spTgt spid="202779"/>
                                        </p:tgtEl>
                                        <p:attrNameLst>
                                          <p:attrName>ppt_w</p:attrName>
                                        </p:attrNameLst>
                                      </p:cBhvr>
                                      <p:tavLst>
                                        <p:tav tm="0">
                                          <p:val>
                                            <p:fltVal val="0"/>
                                          </p:val>
                                        </p:tav>
                                        <p:tav tm="100000">
                                          <p:val>
                                            <p:strVal val="#ppt_w"/>
                                          </p:val>
                                        </p:tav>
                                      </p:tavLst>
                                    </p:anim>
                                    <p:anim calcmode="lin" valueType="num">
                                      <p:cBhvr>
                                        <p:cTn id="123" dur="500" fill="hold"/>
                                        <p:tgtEl>
                                          <p:spTgt spid="202779"/>
                                        </p:tgtEl>
                                        <p:attrNameLst>
                                          <p:attrName>ppt_h</p:attrName>
                                        </p:attrNameLst>
                                      </p:cBhvr>
                                      <p:tavLst>
                                        <p:tav tm="0">
                                          <p:val>
                                            <p:fltVal val="0"/>
                                          </p:val>
                                        </p:tav>
                                        <p:tav tm="100000">
                                          <p:val>
                                            <p:strVal val="#ppt_h"/>
                                          </p:val>
                                        </p:tav>
                                      </p:tavLst>
                                    </p:anim>
                                  </p:childTnLst>
                                </p:cTn>
                              </p:par>
                            </p:childTnLst>
                          </p:cTn>
                        </p:par>
                      </p:childTnLst>
                    </p:cTn>
                  </p:par>
                  <p:par>
                    <p:cTn id="124" fill="hold">
                      <p:stCondLst>
                        <p:cond delay="indefinite"/>
                      </p:stCondLst>
                      <p:childTnLst>
                        <p:par>
                          <p:cTn id="125" fill="hold">
                            <p:stCondLst>
                              <p:cond delay="0"/>
                            </p:stCondLst>
                            <p:childTnLst>
                              <p:par>
                                <p:cTn id="126" presetID="23" presetClass="entr" presetSubtype="16" fill="hold" nodeType="clickEffect">
                                  <p:stCondLst>
                                    <p:cond delay="0"/>
                                  </p:stCondLst>
                                  <p:childTnLst>
                                    <p:set>
                                      <p:cBhvr>
                                        <p:cTn id="127" dur="1" fill="hold">
                                          <p:stCondLst>
                                            <p:cond delay="0"/>
                                          </p:stCondLst>
                                        </p:cTn>
                                        <p:tgtEl>
                                          <p:spTgt spid="202785"/>
                                        </p:tgtEl>
                                        <p:attrNameLst>
                                          <p:attrName>style.visibility</p:attrName>
                                        </p:attrNameLst>
                                      </p:cBhvr>
                                      <p:to>
                                        <p:strVal val="visible"/>
                                      </p:to>
                                    </p:set>
                                    <p:anim calcmode="lin" valueType="num">
                                      <p:cBhvr>
                                        <p:cTn id="128" dur="500" fill="hold"/>
                                        <p:tgtEl>
                                          <p:spTgt spid="202785"/>
                                        </p:tgtEl>
                                        <p:attrNameLst>
                                          <p:attrName>ppt_w</p:attrName>
                                        </p:attrNameLst>
                                      </p:cBhvr>
                                      <p:tavLst>
                                        <p:tav tm="0">
                                          <p:val>
                                            <p:fltVal val="0"/>
                                          </p:val>
                                        </p:tav>
                                        <p:tav tm="100000">
                                          <p:val>
                                            <p:strVal val="#ppt_w"/>
                                          </p:val>
                                        </p:tav>
                                      </p:tavLst>
                                    </p:anim>
                                    <p:anim calcmode="lin" valueType="num">
                                      <p:cBhvr>
                                        <p:cTn id="129" dur="500" fill="hold"/>
                                        <p:tgtEl>
                                          <p:spTgt spid="202785"/>
                                        </p:tgtEl>
                                        <p:attrNameLst>
                                          <p:attrName>ppt_h</p:attrName>
                                        </p:attrNameLst>
                                      </p:cBhvr>
                                      <p:tavLst>
                                        <p:tav tm="0">
                                          <p:val>
                                            <p:fltVal val="0"/>
                                          </p:val>
                                        </p:tav>
                                        <p:tav tm="100000">
                                          <p:val>
                                            <p:strVal val="#ppt_h"/>
                                          </p:val>
                                        </p:tav>
                                      </p:tavLst>
                                    </p:anim>
                                  </p:child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grpId="0" nodeType="clickEffect">
                                  <p:stCondLst>
                                    <p:cond delay="0"/>
                                  </p:stCondLst>
                                  <p:childTnLst>
                                    <p:set>
                                      <p:cBhvr>
                                        <p:cTn id="133" dur="1" fill="hold">
                                          <p:stCondLst>
                                            <p:cond delay="0"/>
                                          </p:stCondLst>
                                        </p:cTn>
                                        <p:tgtEl>
                                          <p:spTgt spid="202787"/>
                                        </p:tgtEl>
                                        <p:attrNameLst>
                                          <p:attrName>style.visibility</p:attrName>
                                        </p:attrNameLst>
                                      </p:cBhvr>
                                      <p:to>
                                        <p:strVal val="visible"/>
                                      </p:to>
                                    </p:set>
                                    <p:animEffect transition="in" filter="wipe(left)">
                                      <p:cBhvr>
                                        <p:cTn id="134" dur="500"/>
                                        <p:tgtEl>
                                          <p:spTgt spid="202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4" grpId="0" autoUpdateAnimBg="0"/>
      <p:bldP spid="202755" grpId="0" animBg="1"/>
      <p:bldP spid="202756" grpId="0" animBg="1"/>
      <p:bldP spid="202757" grpId="0" animBg="1"/>
      <p:bldP spid="202758" grpId="0" autoUpdateAnimBg="0"/>
      <p:bldP spid="202759" grpId="0" animBg="1"/>
      <p:bldP spid="202760" grpId="0" animBg="1"/>
      <p:bldP spid="202761" grpId="0" animBg="1"/>
      <p:bldP spid="202770" grpId="0" animBg="1"/>
      <p:bldP spid="202771" grpId="0" autoUpdateAnimBg="0"/>
      <p:bldP spid="202772" grpId="0" autoUpdateAnimBg="0"/>
      <p:bldP spid="202773" grpId="0" animBg="1"/>
      <p:bldP spid="202774" grpId="0" autoUpdateAnimBg="0"/>
      <p:bldP spid="202775" grpId="0" autoUpdateAnimBg="0"/>
      <p:bldP spid="202780" grpId="0" autoUpdateAnimBg="0"/>
      <p:bldP spid="202781" grpId="0" autoUpdateAnimBg="0"/>
      <p:bldP spid="202782" grpId="0" autoUpdateAnimBg="0"/>
      <p:bldP spid="202783" grpId="0" autoUpdateAnimBg="0"/>
      <p:bldP spid="202784" grpId="0" autoUpdateAnimBg="0"/>
      <p:bldP spid="202787"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7"/>
          <p:cNvSpPr txBox="1">
            <a:spLocks noChangeArrowheads="1"/>
          </p:cNvSpPr>
          <p:nvPr/>
        </p:nvSpPr>
        <p:spPr bwMode="auto">
          <a:xfrm>
            <a:off x="180975" y="476250"/>
            <a:ext cx="2735263" cy="457200"/>
          </a:xfrm>
          <a:prstGeom prst="rect">
            <a:avLst/>
          </a:prstGeom>
          <a:noFill/>
          <a:ln w="9525">
            <a:noFill/>
            <a:miter lim="800000"/>
            <a:headEnd/>
            <a:tailEnd/>
          </a:ln>
        </p:spPr>
        <p:txBody>
          <a:bodyPr anchor="ctr">
            <a:spAutoFit/>
          </a:bodyPr>
          <a:lstStyle/>
          <a:p>
            <a:pPr>
              <a:spcBef>
                <a:spcPct val="50000"/>
              </a:spcBef>
            </a:pPr>
            <a:r>
              <a:rPr lang="zh-CN" altLang="en-US" sz="2400">
                <a:solidFill>
                  <a:srgbClr val="0000CC"/>
                </a:solidFill>
                <a:latin typeface="Times New Roman" pitchFamily="18" charset="0"/>
              </a:rPr>
              <a:t>基本粒子家族</a:t>
            </a:r>
          </a:p>
        </p:txBody>
      </p:sp>
      <p:sp>
        <p:nvSpPr>
          <p:cNvPr id="118792" name="Text Box 8"/>
          <p:cNvSpPr txBox="1">
            <a:spLocks noChangeArrowheads="1"/>
          </p:cNvSpPr>
          <p:nvPr/>
        </p:nvSpPr>
        <p:spPr bwMode="auto">
          <a:xfrm>
            <a:off x="684213" y="1758950"/>
            <a:ext cx="3671887" cy="457200"/>
          </a:xfrm>
          <a:prstGeom prst="rect">
            <a:avLst/>
          </a:prstGeom>
          <a:noFill/>
          <a:ln w="9525">
            <a:noFill/>
            <a:miter lim="800000"/>
            <a:headEnd/>
            <a:tailEnd/>
          </a:ln>
        </p:spPr>
        <p:txBody>
          <a:bodyPr anchor="ctr">
            <a:spAutoFit/>
          </a:bodyPr>
          <a:lstStyle/>
          <a:p>
            <a:pPr>
              <a:spcBef>
                <a:spcPct val="50000"/>
              </a:spcBef>
            </a:pPr>
            <a:r>
              <a:rPr lang="zh-CN" altLang="en-US" sz="2400">
                <a:solidFill>
                  <a:srgbClr val="FF9933"/>
                </a:solidFill>
                <a:latin typeface="Times New Roman" pitchFamily="18" charset="0"/>
              </a:rPr>
              <a:t>四种相互作用</a:t>
            </a:r>
          </a:p>
        </p:txBody>
      </p:sp>
      <p:sp>
        <p:nvSpPr>
          <p:cNvPr id="118794" name="AutoShape 10"/>
          <p:cNvSpPr>
            <a:spLocks noChangeArrowheads="1"/>
          </p:cNvSpPr>
          <p:nvPr/>
        </p:nvSpPr>
        <p:spPr bwMode="auto">
          <a:xfrm>
            <a:off x="250825" y="1700213"/>
            <a:ext cx="360363" cy="576262"/>
          </a:xfrm>
          <a:prstGeom prst="star4">
            <a:avLst>
              <a:gd name="adj" fmla="val 18509"/>
            </a:avLst>
          </a:prstGeom>
          <a:gradFill rotWithShape="1">
            <a:gsLst>
              <a:gs pos="0">
                <a:srgbClr val="FF9933"/>
              </a:gs>
              <a:gs pos="100000">
                <a:srgbClr val="764718"/>
              </a:gs>
            </a:gsLst>
            <a:path path="shape">
              <a:fillToRect l="50000" t="50000" r="50000" b="50000"/>
            </a:path>
          </a:gradFill>
          <a:ln w="9525">
            <a:noFill/>
            <a:miter lim="800000"/>
            <a:headEnd/>
            <a:tailEnd/>
          </a:ln>
        </p:spPr>
        <p:txBody>
          <a:bodyPr wrap="none" anchor="ctr"/>
          <a:lstStyle/>
          <a:p>
            <a:endParaRPr lang="zh-CN" altLang="en-US" sz="2400">
              <a:latin typeface="Times New Roman" pitchFamily="18" charset="0"/>
            </a:endParaRPr>
          </a:p>
        </p:txBody>
      </p:sp>
      <p:sp>
        <p:nvSpPr>
          <p:cNvPr id="118797" name="Text Box 13"/>
          <p:cNvSpPr txBox="1">
            <a:spLocks noChangeArrowheads="1"/>
          </p:cNvSpPr>
          <p:nvPr/>
        </p:nvSpPr>
        <p:spPr bwMode="auto">
          <a:xfrm>
            <a:off x="2771775" y="1741488"/>
            <a:ext cx="5903913" cy="936625"/>
          </a:xfrm>
          <a:prstGeom prst="rect">
            <a:avLst/>
          </a:prstGeom>
          <a:noFill/>
          <a:ln w="9525">
            <a:noFill/>
            <a:miter lim="800000"/>
            <a:headEnd/>
            <a:tailEnd/>
          </a:ln>
        </p:spPr>
        <p:txBody>
          <a:bodyPr>
            <a:spAutoFit/>
          </a:bodyPr>
          <a:lstStyle/>
          <a:p>
            <a:pPr>
              <a:lnSpc>
                <a:spcPct val="120000"/>
              </a:lnSpc>
            </a:pPr>
            <a:r>
              <a:rPr kumimoji="1" lang="en-US" altLang="zh-CN" sz="2400">
                <a:latin typeface="Times New Roman" pitchFamily="18" charset="0"/>
              </a:rPr>
              <a:t>(1) </a:t>
            </a:r>
            <a:r>
              <a:rPr kumimoji="1" lang="zh-CN" altLang="en-US" sz="2400">
                <a:solidFill>
                  <a:srgbClr val="FF6600"/>
                </a:solidFill>
                <a:latin typeface="Times New Roman" pitchFamily="18" charset="0"/>
              </a:rPr>
              <a:t>电磁相互作用</a:t>
            </a:r>
            <a:r>
              <a:rPr kumimoji="1" lang="zh-CN" altLang="en-US" sz="2400">
                <a:latin typeface="Times New Roman" pitchFamily="18" charset="0"/>
              </a:rPr>
              <a:t>；</a:t>
            </a:r>
            <a:r>
              <a:rPr kumimoji="1" lang="en-US" altLang="zh-CN" sz="2400">
                <a:latin typeface="Times New Roman" pitchFamily="18" charset="0"/>
              </a:rPr>
              <a:t>(2) </a:t>
            </a:r>
            <a:r>
              <a:rPr kumimoji="1" lang="zh-CN" altLang="en-US" sz="2400">
                <a:solidFill>
                  <a:srgbClr val="FF6600"/>
                </a:solidFill>
                <a:latin typeface="Times New Roman" pitchFamily="18" charset="0"/>
              </a:rPr>
              <a:t>引力相互作用</a:t>
            </a:r>
            <a:r>
              <a:rPr kumimoji="1" lang="zh-CN" altLang="en-US" sz="2400">
                <a:latin typeface="Times New Roman" pitchFamily="18" charset="0"/>
              </a:rPr>
              <a:t>；</a:t>
            </a:r>
          </a:p>
          <a:p>
            <a:pPr>
              <a:lnSpc>
                <a:spcPct val="120000"/>
              </a:lnSpc>
            </a:pPr>
            <a:r>
              <a:rPr kumimoji="1" lang="en-US" altLang="zh-CN" sz="2400">
                <a:latin typeface="Times New Roman" pitchFamily="18" charset="0"/>
              </a:rPr>
              <a:t>(3) </a:t>
            </a:r>
            <a:r>
              <a:rPr kumimoji="1" lang="zh-CN" altLang="en-US" sz="2400">
                <a:solidFill>
                  <a:srgbClr val="FF6600"/>
                </a:solidFill>
                <a:latin typeface="Times New Roman" pitchFamily="18" charset="0"/>
              </a:rPr>
              <a:t>强相互作用</a:t>
            </a:r>
            <a:r>
              <a:rPr kumimoji="1" lang="zh-CN" altLang="en-US" sz="2400">
                <a:latin typeface="Times New Roman" pitchFamily="18" charset="0"/>
              </a:rPr>
              <a:t>；  </a:t>
            </a:r>
            <a:r>
              <a:rPr kumimoji="1" lang="en-US" altLang="zh-CN" sz="2400">
                <a:latin typeface="Times New Roman" pitchFamily="18" charset="0"/>
              </a:rPr>
              <a:t>(4) </a:t>
            </a:r>
            <a:r>
              <a:rPr kumimoji="1" lang="zh-CN" altLang="en-US" sz="2400">
                <a:solidFill>
                  <a:srgbClr val="FF6600"/>
                </a:solidFill>
                <a:latin typeface="Times New Roman" pitchFamily="18" charset="0"/>
              </a:rPr>
              <a:t>弱相互作用</a:t>
            </a:r>
            <a:r>
              <a:rPr kumimoji="1" lang="zh-CN" altLang="en-US" sz="2400">
                <a:latin typeface="Times New Roman" pitchFamily="18" charset="0"/>
              </a:rPr>
              <a:t>。</a:t>
            </a:r>
          </a:p>
        </p:txBody>
      </p:sp>
      <p:sp>
        <p:nvSpPr>
          <p:cNvPr id="118798" name="Text Box 14"/>
          <p:cNvSpPr txBox="1">
            <a:spLocks noChangeArrowheads="1"/>
          </p:cNvSpPr>
          <p:nvPr/>
        </p:nvSpPr>
        <p:spPr bwMode="auto">
          <a:xfrm>
            <a:off x="684213" y="5851525"/>
            <a:ext cx="3527425" cy="457200"/>
          </a:xfrm>
          <a:prstGeom prst="rect">
            <a:avLst/>
          </a:prstGeom>
          <a:noFill/>
          <a:ln w="9525">
            <a:noFill/>
            <a:miter lim="800000"/>
            <a:headEnd/>
            <a:tailEnd/>
          </a:ln>
        </p:spPr>
        <p:txBody>
          <a:bodyPr anchor="ctr">
            <a:spAutoFit/>
          </a:bodyPr>
          <a:lstStyle/>
          <a:p>
            <a:pPr>
              <a:spcBef>
                <a:spcPct val="50000"/>
              </a:spcBef>
            </a:pPr>
            <a:r>
              <a:rPr lang="zh-CN" altLang="en-US" sz="2400">
                <a:solidFill>
                  <a:srgbClr val="FF9933"/>
                </a:solidFill>
                <a:latin typeface="Times New Roman" pitchFamily="18" charset="0"/>
              </a:rPr>
              <a:t>基本粒子的特征</a:t>
            </a:r>
          </a:p>
        </p:txBody>
      </p:sp>
      <p:sp>
        <p:nvSpPr>
          <p:cNvPr id="118799" name="AutoShape 15"/>
          <p:cNvSpPr>
            <a:spLocks noChangeArrowheads="1"/>
          </p:cNvSpPr>
          <p:nvPr/>
        </p:nvSpPr>
        <p:spPr bwMode="auto">
          <a:xfrm>
            <a:off x="323850" y="5805488"/>
            <a:ext cx="360363" cy="576262"/>
          </a:xfrm>
          <a:prstGeom prst="star4">
            <a:avLst>
              <a:gd name="adj" fmla="val 18509"/>
            </a:avLst>
          </a:prstGeom>
          <a:gradFill rotWithShape="1">
            <a:gsLst>
              <a:gs pos="0">
                <a:srgbClr val="FF9933"/>
              </a:gs>
              <a:gs pos="100000">
                <a:srgbClr val="764718"/>
              </a:gs>
            </a:gsLst>
            <a:path path="shape">
              <a:fillToRect l="50000" t="50000" r="50000" b="50000"/>
            </a:path>
          </a:gradFill>
          <a:ln w="9525">
            <a:noFill/>
            <a:miter lim="800000"/>
            <a:headEnd/>
            <a:tailEnd/>
          </a:ln>
        </p:spPr>
        <p:txBody>
          <a:bodyPr wrap="none" anchor="ctr"/>
          <a:lstStyle/>
          <a:p>
            <a:endParaRPr lang="zh-CN" altLang="en-US" sz="2400">
              <a:latin typeface="Times New Roman" pitchFamily="18" charset="0"/>
            </a:endParaRPr>
          </a:p>
        </p:txBody>
      </p:sp>
      <p:sp>
        <p:nvSpPr>
          <p:cNvPr id="118800" name="Text Box 16"/>
          <p:cNvSpPr txBox="1">
            <a:spLocks noChangeArrowheads="1"/>
          </p:cNvSpPr>
          <p:nvPr/>
        </p:nvSpPr>
        <p:spPr bwMode="auto">
          <a:xfrm>
            <a:off x="3176588" y="5851525"/>
            <a:ext cx="4824412" cy="461963"/>
          </a:xfrm>
          <a:prstGeom prst="rect">
            <a:avLst/>
          </a:prstGeom>
          <a:noFill/>
          <a:ln w="9525">
            <a:noFill/>
            <a:miter lim="800000"/>
            <a:headEnd/>
            <a:tailEnd/>
          </a:ln>
        </p:spPr>
        <p:txBody>
          <a:bodyPr anchor="ctr">
            <a:spAutoFit/>
          </a:bodyPr>
          <a:lstStyle/>
          <a:p>
            <a:pPr>
              <a:spcBef>
                <a:spcPct val="50000"/>
              </a:spcBef>
            </a:pPr>
            <a:r>
              <a:rPr lang="zh-CN" altLang="en-US" sz="2400">
                <a:latin typeface="Times New Roman" pitchFamily="18" charset="0"/>
              </a:rPr>
              <a:t>质量、电荷、自旋、寿命  </a:t>
            </a:r>
            <a:r>
              <a:rPr lang="en-US" altLang="zh-CN" sz="2400">
                <a:latin typeface="Times New Roman" pitchFamily="18" charset="0"/>
              </a:rPr>
              <a:t>……</a:t>
            </a:r>
            <a:endParaRPr lang="zh-CN" altLang="en-US" sz="2400">
              <a:latin typeface="Times New Roman" pitchFamily="18" charset="0"/>
            </a:endParaRPr>
          </a:p>
        </p:txBody>
      </p:sp>
      <p:sp>
        <p:nvSpPr>
          <p:cNvPr id="118801" name="Text Box 17"/>
          <p:cNvSpPr txBox="1">
            <a:spLocks noChangeArrowheads="1"/>
          </p:cNvSpPr>
          <p:nvPr/>
        </p:nvSpPr>
        <p:spPr bwMode="auto">
          <a:xfrm>
            <a:off x="719138" y="1027113"/>
            <a:ext cx="7165975" cy="457200"/>
          </a:xfrm>
          <a:prstGeom prst="rect">
            <a:avLst/>
          </a:prstGeom>
          <a:noFill/>
          <a:ln w="9525">
            <a:noFill/>
            <a:miter lim="800000"/>
            <a:headEnd/>
            <a:tailEnd/>
          </a:ln>
        </p:spPr>
        <p:txBody>
          <a:bodyPr anchor="ctr">
            <a:spAutoFit/>
          </a:bodyPr>
          <a:lstStyle/>
          <a:p>
            <a:pPr>
              <a:spcBef>
                <a:spcPct val="50000"/>
              </a:spcBef>
            </a:pPr>
            <a:r>
              <a:rPr lang="zh-CN" altLang="en-US" sz="2400">
                <a:latin typeface="Times New Roman" pitchFamily="18" charset="0"/>
              </a:rPr>
              <a:t>人类迄今为止尚未发现其内部结构的“点”粒子。</a:t>
            </a:r>
          </a:p>
        </p:txBody>
      </p:sp>
      <p:sp>
        <p:nvSpPr>
          <p:cNvPr id="118802" name="Rectangle 18"/>
          <p:cNvSpPr>
            <a:spLocks noChangeArrowheads="1"/>
          </p:cNvSpPr>
          <p:nvPr/>
        </p:nvSpPr>
        <p:spPr bwMode="auto">
          <a:xfrm>
            <a:off x="6551613" y="4981575"/>
            <a:ext cx="2206625" cy="608013"/>
          </a:xfrm>
          <a:prstGeom prst="rect">
            <a:avLst/>
          </a:prstGeom>
          <a:solidFill>
            <a:srgbClr val="CCFFFF">
              <a:alpha val="39999"/>
            </a:srgbClr>
          </a:solidFill>
          <a:ln w="9525">
            <a:noFill/>
            <a:miter lim="800000"/>
            <a:headEnd/>
            <a:tailEnd/>
          </a:ln>
        </p:spPr>
        <p:txBody>
          <a:bodyPr anchor="ctr"/>
          <a:lstStyle/>
          <a:p>
            <a:pPr algn="ctr">
              <a:tabLst>
                <a:tab pos="4968875" algn="r"/>
              </a:tabLst>
            </a:pPr>
            <a:r>
              <a:rPr kumimoji="1" lang="zh-CN" altLang="en-US" sz="1700">
                <a:latin typeface="Times New Roman" pitchFamily="18" charset="0"/>
              </a:rPr>
              <a:t>强子，轻子</a:t>
            </a:r>
          </a:p>
        </p:txBody>
      </p:sp>
      <p:sp>
        <p:nvSpPr>
          <p:cNvPr id="118803" name="Rectangle 19"/>
          <p:cNvSpPr>
            <a:spLocks noChangeArrowheads="1"/>
          </p:cNvSpPr>
          <p:nvPr/>
        </p:nvSpPr>
        <p:spPr bwMode="auto">
          <a:xfrm>
            <a:off x="5202238" y="4981575"/>
            <a:ext cx="1349375" cy="608013"/>
          </a:xfrm>
          <a:prstGeom prst="rect">
            <a:avLst/>
          </a:prstGeom>
          <a:solidFill>
            <a:srgbClr val="CCFFFF">
              <a:alpha val="39999"/>
            </a:srgbClr>
          </a:solidFill>
          <a:ln w="9525">
            <a:noFill/>
            <a:miter lim="800000"/>
            <a:headEnd/>
            <a:tailEnd/>
          </a:ln>
        </p:spPr>
        <p:txBody>
          <a:bodyPr anchor="ctr"/>
          <a:lstStyle/>
          <a:p>
            <a:pPr algn="ctr">
              <a:tabLst>
                <a:tab pos="4968875" algn="r"/>
              </a:tabLst>
            </a:pPr>
            <a:r>
              <a:rPr kumimoji="1" lang="zh-CN" altLang="en-US" sz="1700">
                <a:latin typeface="Times New Roman" pitchFamily="18" charset="0"/>
              </a:rPr>
              <a:t>光，胶子，重子</a:t>
            </a:r>
          </a:p>
        </p:txBody>
      </p:sp>
      <p:sp>
        <p:nvSpPr>
          <p:cNvPr id="118804" name="Rectangle 20"/>
          <p:cNvSpPr>
            <a:spLocks noChangeArrowheads="1"/>
          </p:cNvSpPr>
          <p:nvPr/>
        </p:nvSpPr>
        <p:spPr bwMode="auto">
          <a:xfrm>
            <a:off x="3671888" y="4981575"/>
            <a:ext cx="1530350" cy="608013"/>
          </a:xfrm>
          <a:prstGeom prst="rect">
            <a:avLst/>
          </a:prstGeom>
          <a:solidFill>
            <a:srgbClr val="CCFFFF">
              <a:alpha val="39999"/>
            </a:srgbClr>
          </a:solidFill>
          <a:ln w="9525">
            <a:noFill/>
            <a:miter lim="800000"/>
            <a:headEnd/>
            <a:tailEnd/>
          </a:ln>
        </p:spPr>
        <p:txBody>
          <a:bodyPr anchor="ctr"/>
          <a:lstStyle/>
          <a:p>
            <a:pPr algn="ctr">
              <a:tabLst>
                <a:tab pos="4968875" algn="r"/>
              </a:tabLst>
            </a:pPr>
            <a:r>
              <a:rPr kumimoji="1" lang="zh-CN" altLang="en-US" sz="1700">
                <a:latin typeface="Times New Roman" pitchFamily="18" charset="0"/>
              </a:rPr>
              <a:t>一切物体</a:t>
            </a:r>
          </a:p>
        </p:txBody>
      </p:sp>
      <p:sp>
        <p:nvSpPr>
          <p:cNvPr id="118805" name="Rectangle 21"/>
          <p:cNvSpPr>
            <a:spLocks noChangeArrowheads="1"/>
          </p:cNvSpPr>
          <p:nvPr/>
        </p:nvSpPr>
        <p:spPr bwMode="auto">
          <a:xfrm>
            <a:off x="2051050" y="4981575"/>
            <a:ext cx="1620838" cy="608013"/>
          </a:xfrm>
          <a:prstGeom prst="rect">
            <a:avLst/>
          </a:prstGeom>
          <a:solidFill>
            <a:srgbClr val="CCFFFF">
              <a:alpha val="39999"/>
            </a:srgbClr>
          </a:solidFill>
          <a:ln w="9525">
            <a:noFill/>
            <a:miter lim="800000"/>
            <a:headEnd/>
            <a:tailEnd/>
          </a:ln>
        </p:spPr>
        <p:txBody>
          <a:bodyPr anchor="ctr"/>
          <a:lstStyle/>
          <a:p>
            <a:pPr algn="ctr">
              <a:tabLst>
                <a:tab pos="4968875" algn="r"/>
              </a:tabLst>
            </a:pPr>
            <a:r>
              <a:rPr kumimoji="1" lang="zh-CN" altLang="en-US" sz="1700">
                <a:latin typeface="Times New Roman" pitchFamily="18" charset="0"/>
              </a:rPr>
              <a:t>强子，</a:t>
            </a:r>
            <a:r>
              <a:rPr kumimoji="1" lang="en-US" altLang="zh-CN" sz="1700" i="1">
                <a:latin typeface="Times New Roman" pitchFamily="18" charset="0"/>
              </a:rPr>
              <a:t>e</a:t>
            </a:r>
            <a:r>
              <a:rPr kumimoji="1" lang="zh-CN" altLang="en-US" sz="1700">
                <a:latin typeface="Times New Roman" pitchFamily="18" charset="0"/>
              </a:rPr>
              <a:t>，</a:t>
            </a:r>
            <a:r>
              <a:rPr kumimoji="1" lang="en-US" altLang="zh-CN" sz="1700">
                <a:latin typeface="Times New Roman" pitchFamily="18" charset="0"/>
              </a:rPr>
              <a:t>μ</a:t>
            </a:r>
            <a:r>
              <a:rPr kumimoji="1" lang="zh-CN" altLang="en-US" sz="1700">
                <a:latin typeface="Times New Roman" pitchFamily="18" charset="0"/>
              </a:rPr>
              <a:t>，</a:t>
            </a:r>
            <a:r>
              <a:rPr kumimoji="1" lang="en-US" altLang="zh-CN" sz="1700">
                <a:latin typeface="Times New Roman" pitchFamily="18" charset="0"/>
              </a:rPr>
              <a:t>τ</a:t>
            </a:r>
            <a:r>
              <a:rPr kumimoji="1" lang="zh-CN" altLang="en-US" sz="1700">
                <a:latin typeface="Times New Roman" pitchFamily="18" charset="0"/>
              </a:rPr>
              <a:t>，</a:t>
            </a:r>
            <a:r>
              <a:rPr kumimoji="1" lang="en-US" altLang="zh-CN" sz="1700" i="1">
                <a:latin typeface="Times New Roman" pitchFamily="18" charset="0"/>
              </a:rPr>
              <a:t>r</a:t>
            </a:r>
            <a:endParaRPr kumimoji="1" lang="en-US" altLang="zh-CN" sz="1700">
              <a:latin typeface="Times New Roman" pitchFamily="18" charset="0"/>
            </a:endParaRPr>
          </a:p>
        </p:txBody>
      </p:sp>
      <p:sp>
        <p:nvSpPr>
          <p:cNvPr id="118806" name="Rectangle 22"/>
          <p:cNvSpPr>
            <a:spLocks noChangeArrowheads="1"/>
          </p:cNvSpPr>
          <p:nvPr/>
        </p:nvSpPr>
        <p:spPr bwMode="auto">
          <a:xfrm>
            <a:off x="250825" y="4975225"/>
            <a:ext cx="1800225" cy="608013"/>
          </a:xfrm>
          <a:prstGeom prst="rect">
            <a:avLst/>
          </a:prstGeom>
          <a:solidFill>
            <a:srgbClr val="99CCFF">
              <a:alpha val="50195"/>
            </a:srgbClr>
          </a:solidFill>
          <a:ln w="9525">
            <a:noFill/>
            <a:miter lim="800000"/>
            <a:headEnd/>
            <a:tailEnd/>
          </a:ln>
        </p:spPr>
        <p:txBody>
          <a:bodyPr anchor="ctr"/>
          <a:lstStyle/>
          <a:p>
            <a:pPr algn="ctr">
              <a:tabLst>
                <a:tab pos="4968875" algn="r"/>
              </a:tabLst>
            </a:pPr>
            <a:r>
              <a:rPr kumimoji="1" lang="zh-CN" altLang="en-US" sz="1700">
                <a:latin typeface="Times New Roman" pitchFamily="18" charset="0"/>
              </a:rPr>
              <a:t>作用对象</a:t>
            </a:r>
          </a:p>
        </p:txBody>
      </p:sp>
      <p:sp>
        <p:nvSpPr>
          <p:cNvPr id="118807" name="Rectangle 23"/>
          <p:cNvSpPr>
            <a:spLocks noChangeArrowheads="1"/>
          </p:cNvSpPr>
          <p:nvPr/>
        </p:nvSpPr>
        <p:spPr bwMode="auto">
          <a:xfrm>
            <a:off x="6551613" y="4632325"/>
            <a:ext cx="2206625" cy="349250"/>
          </a:xfrm>
          <a:prstGeom prst="rect">
            <a:avLst/>
          </a:prstGeom>
          <a:solidFill>
            <a:srgbClr val="CCFFFF">
              <a:alpha val="50195"/>
            </a:srgbClr>
          </a:solidFill>
          <a:ln w="9525">
            <a:noFill/>
            <a:miter lim="800000"/>
            <a:headEnd/>
            <a:tailEnd/>
          </a:ln>
        </p:spPr>
        <p:txBody>
          <a:bodyPr anchor="ctr"/>
          <a:lstStyle/>
          <a:p>
            <a:pPr algn="ctr">
              <a:tabLst>
                <a:tab pos="4968875" algn="r"/>
              </a:tabLst>
            </a:pPr>
            <a:r>
              <a:rPr kumimoji="1" lang="zh-CN" altLang="en-US" sz="1700">
                <a:latin typeface="Times New Roman" pitchFamily="18" charset="0"/>
              </a:rPr>
              <a:t>约</a:t>
            </a:r>
            <a:r>
              <a:rPr kumimoji="1" lang="en-US" altLang="zh-CN" sz="1700">
                <a:latin typeface="Times New Roman" pitchFamily="18" charset="0"/>
              </a:rPr>
              <a:t>90GeV</a:t>
            </a:r>
          </a:p>
        </p:txBody>
      </p:sp>
      <p:sp>
        <p:nvSpPr>
          <p:cNvPr id="118808" name="Rectangle 24"/>
          <p:cNvSpPr>
            <a:spLocks noChangeArrowheads="1"/>
          </p:cNvSpPr>
          <p:nvPr/>
        </p:nvSpPr>
        <p:spPr bwMode="auto">
          <a:xfrm>
            <a:off x="5202238" y="4645025"/>
            <a:ext cx="1349375" cy="349250"/>
          </a:xfrm>
          <a:prstGeom prst="rect">
            <a:avLst/>
          </a:prstGeom>
          <a:solidFill>
            <a:srgbClr val="CCFFFF">
              <a:alpha val="50195"/>
            </a:srgbClr>
          </a:solidFill>
          <a:ln w="9525">
            <a:noFill/>
            <a:miter lim="800000"/>
            <a:headEnd/>
            <a:tailEnd/>
          </a:ln>
        </p:spPr>
        <p:txBody>
          <a:bodyPr anchor="ctr"/>
          <a:lstStyle/>
          <a:p>
            <a:pPr algn="ctr">
              <a:tabLst>
                <a:tab pos="4968875" algn="r"/>
              </a:tabLst>
            </a:pPr>
            <a:r>
              <a:rPr kumimoji="1" lang="zh-CN" altLang="en-US" sz="1700">
                <a:solidFill>
                  <a:srgbClr val="FF6600"/>
                </a:solidFill>
                <a:latin typeface="Times New Roman" pitchFamily="18" charset="0"/>
              </a:rPr>
              <a:t>假定为</a:t>
            </a:r>
            <a:r>
              <a:rPr kumimoji="1" lang="en-US" altLang="zh-CN" sz="1700">
                <a:solidFill>
                  <a:srgbClr val="FF6600"/>
                </a:solidFill>
                <a:latin typeface="Times New Roman" pitchFamily="18" charset="0"/>
              </a:rPr>
              <a:t>0</a:t>
            </a:r>
          </a:p>
        </p:txBody>
      </p:sp>
      <p:sp>
        <p:nvSpPr>
          <p:cNvPr id="118809" name="Rectangle 25"/>
          <p:cNvSpPr>
            <a:spLocks noChangeArrowheads="1"/>
          </p:cNvSpPr>
          <p:nvPr/>
        </p:nvSpPr>
        <p:spPr bwMode="auto">
          <a:xfrm>
            <a:off x="3671888" y="4632325"/>
            <a:ext cx="1530350" cy="349250"/>
          </a:xfrm>
          <a:prstGeom prst="rect">
            <a:avLst/>
          </a:prstGeom>
          <a:solidFill>
            <a:srgbClr val="CCFFFF">
              <a:alpha val="50195"/>
            </a:srgbClr>
          </a:solidFill>
          <a:ln w="9525">
            <a:noFill/>
            <a:miter lim="800000"/>
            <a:headEnd/>
            <a:tailEnd/>
          </a:ln>
        </p:spPr>
        <p:txBody>
          <a:bodyPr anchor="ctr"/>
          <a:lstStyle/>
          <a:p>
            <a:pPr algn="ctr">
              <a:tabLst>
                <a:tab pos="4968875" algn="r"/>
              </a:tabLst>
            </a:pPr>
            <a:r>
              <a:rPr kumimoji="1" lang="zh-CN" altLang="en-US" sz="1700">
                <a:latin typeface="Times New Roman" pitchFamily="18" charset="0"/>
              </a:rPr>
              <a:t>未知</a:t>
            </a:r>
          </a:p>
        </p:txBody>
      </p:sp>
      <p:sp>
        <p:nvSpPr>
          <p:cNvPr id="118810" name="Rectangle 26"/>
          <p:cNvSpPr>
            <a:spLocks noChangeArrowheads="1"/>
          </p:cNvSpPr>
          <p:nvPr/>
        </p:nvSpPr>
        <p:spPr bwMode="auto">
          <a:xfrm>
            <a:off x="2051050" y="4632325"/>
            <a:ext cx="1620838" cy="349250"/>
          </a:xfrm>
          <a:prstGeom prst="rect">
            <a:avLst/>
          </a:prstGeom>
          <a:solidFill>
            <a:srgbClr val="CCFFFF">
              <a:alpha val="50195"/>
            </a:srgbClr>
          </a:solidFill>
          <a:ln w="9525">
            <a:noFill/>
            <a:miter lim="800000"/>
            <a:headEnd/>
            <a:tailEnd/>
          </a:ln>
        </p:spPr>
        <p:txBody>
          <a:bodyPr anchor="ctr"/>
          <a:lstStyle/>
          <a:p>
            <a:pPr algn="ctr">
              <a:tabLst>
                <a:tab pos="4968875" algn="r"/>
              </a:tabLst>
            </a:pPr>
            <a:r>
              <a:rPr kumimoji="1" lang="en-US" altLang="zh-CN" sz="1700">
                <a:latin typeface="Times New Roman" pitchFamily="18" charset="0"/>
              </a:rPr>
              <a:t>0</a:t>
            </a:r>
          </a:p>
        </p:txBody>
      </p:sp>
      <p:sp>
        <p:nvSpPr>
          <p:cNvPr id="118811" name="Rectangle 27"/>
          <p:cNvSpPr>
            <a:spLocks noChangeArrowheads="1"/>
          </p:cNvSpPr>
          <p:nvPr/>
        </p:nvSpPr>
        <p:spPr bwMode="auto">
          <a:xfrm>
            <a:off x="250825" y="4632325"/>
            <a:ext cx="1800225" cy="349250"/>
          </a:xfrm>
          <a:prstGeom prst="rect">
            <a:avLst/>
          </a:prstGeom>
          <a:solidFill>
            <a:srgbClr val="99CCFF">
              <a:alpha val="50195"/>
            </a:srgbClr>
          </a:solidFill>
          <a:ln w="9525">
            <a:noFill/>
            <a:miter lim="800000"/>
            <a:headEnd/>
            <a:tailEnd/>
          </a:ln>
        </p:spPr>
        <p:txBody>
          <a:bodyPr anchor="ctr"/>
          <a:lstStyle/>
          <a:p>
            <a:pPr algn="ctr">
              <a:tabLst>
                <a:tab pos="4968875" algn="r"/>
              </a:tabLst>
            </a:pPr>
            <a:r>
              <a:rPr kumimoji="1" lang="zh-CN" altLang="en-US" sz="1700">
                <a:latin typeface="Times New Roman" pitchFamily="18" charset="0"/>
              </a:rPr>
              <a:t>媒介粒子质量</a:t>
            </a:r>
          </a:p>
        </p:txBody>
      </p:sp>
      <p:sp>
        <p:nvSpPr>
          <p:cNvPr id="118812" name="Rectangle 28"/>
          <p:cNvSpPr>
            <a:spLocks noChangeArrowheads="1"/>
          </p:cNvSpPr>
          <p:nvPr/>
        </p:nvSpPr>
        <p:spPr bwMode="auto">
          <a:xfrm>
            <a:off x="6551613" y="4283075"/>
            <a:ext cx="2206625" cy="349250"/>
          </a:xfrm>
          <a:prstGeom prst="rect">
            <a:avLst/>
          </a:prstGeom>
          <a:solidFill>
            <a:srgbClr val="CCFFFF">
              <a:alpha val="59999"/>
            </a:srgbClr>
          </a:solidFill>
          <a:ln w="9525">
            <a:noFill/>
            <a:miter lim="800000"/>
            <a:headEnd/>
            <a:tailEnd/>
          </a:ln>
        </p:spPr>
        <p:txBody>
          <a:bodyPr anchor="ctr"/>
          <a:lstStyle/>
          <a:p>
            <a:pPr algn="ctr">
              <a:tabLst>
                <a:tab pos="4968875" algn="r"/>
              </a:tabLst>
            </a:pPr>
            <a:r>
              <a:rPr kumimoji="1" lang="zh-CN" altLang="en-US" sz="1700">
                <a:latin typeface="Times New Roman" pitchFamily="18" charset="0"/>
              </a:rPr>
              <a:t>中间玻色子</a:t>
            </a:r>
            <a:r>
              <a:rPr kumimoji="1" lang="en-US" altLang="zh-CN" sz="1700">
                <a:latin typeface="Times New Roman" pitchFamily="18" charset="0"/>
              </a:rPr>
              <a:t>W</a:t>
            </a:r>
            <a:r>
              <a:rPr kumimoji="1" lang="en-US" altLang="zh-CN" sz="1700" baseline="30000">
                <a:latin typeface="Times New Roman" pitchFamily="18" charset="0"/>
              </a:rPr>
              <a:t>±</a:t>
            </a:r>
            <a:r>
              <a:rPr kumimoji="1" lang="zh-CN" altLang="en-US" sz="1700">
                <a:latin typeface="Times New Roman" pitchFamily="18" charset="0"/>
              </a:rPr>
              <a:t>，</a:t>
            </a:r>
            <a:r>
              <a:rPr kumimoji="1" lang="en-US" altLang="zh-CN" sz="1700">
                <a:latin typeface="Times New Roman" pitchFamily="18" charset="0"/>
              </a:rPr>
              <a:t>Z</a:t>
            </a:r>
            <a:r>
              <a:rPr kumimoji="1" lang="en-US" altLang="zh-CN" sz="1700" baseline="30000">
                <a:latin typeface="Times New Roman" pitchFamily="18" charset="0"/>
              </a:rPr>
              <a:t>0</a:t>
            </a:r>
            <a:endParaRPr kumimoji="1" lang="en-US" altLang="zh-CN" sz="1700">
              <a:latin typeface="Times New Roman" pitchFamily="18" charset="0"/>
            </a:endParaRPr>
          </a:p>
        </p:txBody>
      </p:sp>
      <p:sp>
        <p:nvSpPr>
          <p:cNvPr id="118813" name="Rectangle 29"/>
          <p:cNvSpPr>
            <a:spLocks noChangeArrowheads="1"/>
          </p:cNvSpPr>
          <p:nvPr/>
        </p:nvSpPr>
        <p:spPr bwMode="auto">
          <a:xfrm>
            <a:off x="5202238" y="4283075"/>
            <a:ext cx="1349375" cy="349250"/>
          </a:xfrm>
          <a:prstGeom prst="rect">
            <a:avLst/>
          </a:prstGeom>
          <a:solidFill>
            <a:srgbClr val="CCFFFF">
              <a:alpha val="59999"/>
            </a:srgbClr>
          </a:solidFill>
          <a:ln w="9525">
            <a:noFill/>
            <a:miter lim="800000"/>
            <a:headEnd/>
            <a:tailEnd/>
          </a:ln>
        </p:spPr>
        <p:txBody>
          <a:bodyPr anchor="ctr"/>
          <a:lstStyle/>
          <a:p>
            <a:pPr algn="ctr">
              <a:tabLst>
                <a:tab pos="4968875" algn="r"/>
              </a:tabLst>
            </a:pPr>
            <a:r>
              <a:rPr kumimoji="1" lang="zh-CN" altLang="en-US" sz="1700">
                <a:latin typeface="Times New Roman" pitchFamily="18" charset="0"/>
              </a:rPr>
              <a:t>胶子</a:t>
            </a:r>
            <a:r>
              <a:rPr kumimoji="1" lang="en-US" altLang="zh-CN" sz="1700">
                <a:latin typeface="Times New Roman" pitchFamily="18" charset="0"/>
              </a:rPr>
              <a:t>g1</a:t>
            </a:r>
            <a:r>
              <a:rPr kumimoji="1" lang="zh-CN" altLang="en-US" sz="1700">
                <a:latin typeface="Times New Roman" pitchFamily="18" charset="0"/>
              </a:rPr>
              <a:t>～</a:t>
            </a:r>
            <a:r>
              <a:rPr kumimoji="1" lang="en-US" altLang="zh-CN" sz="1700">
                <a:latin typeface="Times New Roman" pitchFamily="18" charset="0"/>
              </a:rPr>
              <a:t>g8</a:t>
            </a:r>
          </a:p>
        </p:txBody>
      </p:sp>
      <p:sp>
        <p:nvSpPr>
          <p:cNvPr id="118814" name="Rectangle 30"/>
          <p:cNvSpPr>
            <a:spLocks noChangeArrowheads="1"/>
          </p:cNvSpPr>
          <p:nvPr/>
        </p:nvSpPr>
        <p:spPr bwMode="auto">
          <a:xfrm>
            <a:off x="3671888" y="4283075"/>
            <a:ext cx="1530350" cy="349250"/>
          </a:xfrm>
          <a:prstGeom prst="rect">
            <a:avLst/>
          </a:prstGeom>
          <a:solidFill>
            <a:srgbClr val="CCFFFF">
              <a:alpha val="59999"/>
            </a:srgbClr>
          </a:solidFill>
          <a:ln w="9525">
            <a:noFill/>
            <a:miter lim="800000"/>
            <a:headEnd/>
            <a:tailEnd/>
          </a:ln>
        </p:spPr>
        <p:txBody>
          <a:bodyPr anchor="ctr"/>
          <a:lstStyle/>
          <a:p>
            <a:pPr algn="ctr">
              <a:tabLst>
                <a:tab pos="4968875" algn="r"/>
              </a:tabLst>
            </a:pPr>
            <a:r>
              <a:rPr kumimoji="1" lang="zh-CN" altLang="en-US" sz="1700">
                <a:latin typeface="Times New Roman" pitchFamily="18" charset="0"/>
              </a:rPr>
              <a:t>引子</a:t>
            </a:r>
          </a:p>
        </p:txBody>
      </p:sp>
      <p:sp>
        <p:nvSpPr>
          <p:cNvPr id="118815" name="Rectangle 31"/>
          <p:cNvSpPr>
            <a:spLocks noChangeArrowheads="1"/>
          </p:cNvSpPr>
          <p:nvPr/>
        </p:nvSpPr>
        <p:spPr bwMode="auto">
          <a:xfrm>
            <a:off x="2051050" y="4283075"/>
            <a:ext cx="1620838" cy="349250"/>
          </a:xfrm>
          <a:prstGeom prst="rect">
            <a:avLst/>
          </a:prstGeom>
          <a:solidFill>
            <a:srgbClr val="CCFFFF">
              <a:alpha val="59999"/>
            </a:srgbClr>
          </a:solidFill>
          <a:ln w="9525">
            <a:noFill/>
            <a:miter lim="800000"/>
            <a:headEnd/>
            <a:tailEnd/>
          </a:ln>
        </p:spPr>
        <p:txBody>
          <a:bodyPr anchor="ctr"/>
          <a:lstStyle/>
          <a:p>
            <a:pPr algn="ctr">
              <a:tabLst>
                <a:tab pos="4968875" algn="r"/>
              </a:tabLst>
            </a:pPr>
            <a:r>
              <a:rPr kumimoji="1" lang="zh-CN" altLang="en-US" sz="1700">
                <a:latin typeface="Times New Roman" pitchFamily="18" charset="0"/>
              </a:rPr>
              <a:t>光子</a:t>
            </a:r>
            <a:endParaRPr kumimoji="1" lang="en-US" altLang="zh-CN" sz="1700">
              <a:latin typeface="Times New Roman" pitchFamily="18" charset="0"/>
            </a:endParaRPr>
          </a:p>
        </p:txBody>
      </p:sp>
      <p:sp>
        <p:nvSpPr>
          <p:cNvPr id="118816" name="Rectangle 32"/>
          <p:cNvSpPr>
            <a:spLocks noChangeArrowheads="1"/>
          </p:cNvSpPr>
          <p:nvPr/>
        </p:nvSpPr>
        <p:spPr bwMode="auto">
          <a:xfrm>
            <a:off x="250825" y="4283075"/>
            <a:ext cx="1800225" cy="349250"/>
          </a:xfrm>
          <a:prstGeom prst="rect">
            <a:avLst/>
          </a:prstGeom>
          <a:solidFill>
            <a:srgbClr val="99CCFF">
              <a:alpha val="50195"/>
            </a:srgbClr>
          </a:solidFill>
          <a:ln w="9525">
            <a:noFill/>
            <a:miter lim="800000"/>
            <a:headEnd/>
            <a:tailEnd/>
          </a:ln>
        </p:spPr>
        <p:txBody>
          <a:bodyPr anchor="ctr"/>
          <a:lstStyle/>
          <a:p>
            <a:pPr algn="ctr">
              <a:tabLst>
                <a:tab pos="4968875" algn="r"/>
              </a:tabLst>
            </a:pPr>
            <a:r>
              <a:rPr kumimoji="1" lang="zh-CN" altLang="en-US" sz="1700">
                <a:latin typeface="Times New Roman" pitchFamily="18" charset="0"/>
              </a:rPr>
              <a:t>媒介粒子</a:t>
            </a:r>
          </a:p>
        </p:txBody>
      </p:sp>
      <p:sp>
        <p:nvSpPr>
          <p:cNvPr id="118817" name="Rectangle 33"/>
          <p:cNvSpPr>
            <a:spLocks noChangeArrowheads="1"/>
          </p:cNvSpPr>
          <p:nvPr/>
        </p:nvSpPr>
        <p:spPr bwMode="auto">
          <a:xfrm>
            <a:off x="6551613" y="3933825"/>
            <a:ext cx="2206625" cy="349250"/>
          </a:xfrm>
          <a:prstGeom prst="rect">
            <a:avLst/>
          </a:prstGeom>
          <a:solidFill>
            <a:srgbClr val="CCFFFF">
              <a:alpha val="70195"/>
            </a:srgbClr>
          </a:solidFill>
          <a:ln w="9525">
            <a:noFill/>
            <a:miter lim="800000"/>
            <a:headEnd/>
            <a:tailEnd/>
          </a:ln>
        </p:spPr>
        <p:txBody>
          <a:bodyPr anchor="ctr"/>
          <a:lstStyle/>
          <a:p>
            <a:pPr algn="ctr">
              <a:tabLst>
                <a:tab pos="4968875" algn="r"/>
              </a:tabLst>
            </a:pPr>
            <a:r>
              <a:rPr kumimoji="1" lang="en-US" altLang="zh-CN" sz="1700">
                <a:latin typeface="Times New Roman" pitchFamily="18" charset="0"/>
              </a:rPr>
              <a:t>10</a:t>
            </a:r>
            <a:r>
              <a:rPr kumimoji="1" lang="en-US" altLang="zh-CN" sz="1700" baseline="30000">
                <a:latin typeface="Times New Roman" pitchFamily="18" charset="0"/>
              </a:rPr>
              <a:t>-10</a:t>
            </a:r>
            <a:r>
              <a:rPr kumimoji="1" lang="en-US" altLang="zh-CN" sz="1700">
                <a:latin typeface="Times New Roman" pitchFamily="18" charset="0"/>
              </a:rPr>
              <a:t> s</a:t>
            </a:r>
          </a:p>
        </p:txBody>
      </p:sp>
      <p:sp>
        <p:nvSpPr>
          <p:cNvPr id="118818" name="Rectangle 34"/>
          <p:cNvSpPr>
            <a:spLocks noChangeArrowheads="1"/>
          </p:cNvSpPr>
          <p:nvPr/>
        </p:nvSpPr>
        <p:spPr bwMode="auto">
          <a:xfrm>
            <a:off x="5202238" y="3933825"/>
            <a:ext cx="1349375" cy="349250"/>
          </a:xfrm>
          <a:prstGeom prst="rect">
            <a:avLst/>
          </a:prstGeom>
          <a:solidFill>
            <a:srgbClr val="CCFFFF">
              <a:alpha val="70195"/>
            </a:srgbClr>
          </a:solidFill>
          <a:ln w="9525">
            <a:noFill/>
            <a:miter lim="800000"/>
            <a:headEnd/>
            <a:tailEnd/>
          </a:ln>
        </p:spPr>
        <p:txBody>
          <a:bodyPr anchor="ctr"/>
          <a:lstStyle/>
          <a:p>
            <a:pPr algn="ctr">
              <a:tabLst>
                <a:tab pos="4968875" algn="r"/>
              </a:tabLst>
            </a:pPr>
            <a:r>
              <a:rPr kumimoji="1" lang="en-US" altLang="zh-CN" sz="1700">
                <a:latin typeface="Times New Roman" pitchFamily="18" charset="0"/>
              </a:rPr>
              <a:t>10</a:t>
            </a:r>
            <a:r>
              <a:rPr kumimoji="1" lang="en-US" altLang="zh-CN" sz="1700" baseline="30000">
                <a:latin typeface="Times New Roman" pitchFamily="18" charset="0"/>
              </a:rPr>
              <a:t>-23</a:t>
            </a:r>
            <a:r>
              <a:rPr kumimoji="1" lang="en-US" altLang="zh-CN" sz="1700">
                <a:latin typeface="Times New Roman" pitchFamily="18" charset="0"/>
              </a:rPr>
              <a:t> s</a:t>
            </a:r>
          </a:p>
        </p:txBody>
      </p:sp>
      <p:sp>
        <p:nvSpPr>
          <p:cNvPr id="118819" name="Rectangle 35"/>
          <p:cNvSpPr>
            <a:spLocks noChangeArrowheads="1"/>
          </p:cNvSpPr>
          <p:nvPr/>
        </p:nvSpPr>
        <p:spPr bwMode="auto">
          <a:xfrm>
            <a:off x="3671888" y="3933825"/>
            <a:ext cx="1530350" cy="349250"/>
          </a:xfrm>
          <a:prstGeom prst="rect">
            <a:avLst/>
          </a:prstGeom>
          <a:solidFill>
            <a:srgbClr val="CCFFFF">
              <a:alpha val="70195"/>
            </a:srgbClr>
          </a:solidFill>
          <a:ln w="9525">
            <a:noFill/>
            <a:miter lim="800000"/>
            <a:headEnd/>
            <a:tailEnd/>
          </a:ln>
        </p:spPr>
        <p:txBody>
          <a:bodyPr anchor="ctr"/>
          <a:lstStyle/>
          <a:p>
            <a:pPr>
              <a:spcBef>
                <a:spcPct val="20000"/>
              </a:spcBef>
            </a:pPr>
            <a:endParaRPr lang="zh-CN" altLang="en-US" sz="1700">
              <a:latin typeface="Times New Roman" pitchFamily="18" charset="0"/>
            </a:endParaRPr>
          </a:p>
        </p:txBody>
      </p:sp>
      <p:sp>
        <p:nvSpPr>
          <p:cNvPr id="118820" name="Rectangle 36"/>
          <p:cNvSpPr>
            <a:spLocks noChangeArrowheads="1"/>
          </p:cNvSpPr>
          <p:nvPr/>
        </p:nvSpPr>
        <p:spPr bwMode="auto">
          <a:xfrm>
            <a:off x="2051050" y="3933825"/>
            <a:ext cx="1620838" cy="349250"/>
          </a:xfrm>
          <a:prstGeom prst="rect">
            <a:avLst/>
          </a:prstGeom>
          <a:solidFill>
            <a:srgbClr val="CCFFFF">
              <a:alpha val="70195"/>
            </a:srgbClr>
          </a:solidFill>
          <a:ln w="9525">
            <a:noFill/>
            <a:miter lim="800000"/>
            <a:headEnd/>
            <a:tailEnd/>
          </a:ln>
        </p:spPr>
        <p:txBody>
          <a:bodyPr anchor="ctr"/>
          <a:lstStyle/>
          <a:p>
            <a:pPr algn="ctr">
              <a:tabLst>
                <a:tab pos="4968875" algn="r"/>
              </a:tabLst>
            </a:pPr>
            <a:r>
              <a:rPr kumimoji="1" lang="en-US" altLang="zh-CN" sz="1700">
                <a:latin typeface="Times New Roman" pitchFamily="18" charset="0"/>
              </a:rPr>
              <a:t>10</a:t>
            </a:r>
            <a:r>
              <a:rPr kumimoji="1" lang="en-US" altLang="zh-CN" sz="1700" baseline="30000">
                <a:latin typeface="Times New Roman" pitchFamily="18" charset="0"/>
              </a:rPr>
              <a:t>-16</a:t>
            </a:r>
            <a:r>
              <a:rPr kumimoji="1" lang="zh-CN" altLang="en-US" sz="1700">
                <a:latin typeface="Times New Roman" pitchFamily="18" charset="0"/>
              </a:rPr>
              <a:t>～</a:t>
            </a:r>
            <a:r>
              <a:rPr kumimoji="1" lang="en-US" altLang="zh-CN" sz="1700">
                <a:latin typeface="Times New Roman" pitchFamily="18" charset="0"/>
              </a:rPr>
              <a:t>10</a:t>
            </a:r>
            <a:r>
              <a:rPr kumimoji="1" lang="en-US" altLang="zh-CN" sz="1700" baseline="30000">
                <a:latin typeface="Times New Roman" pitchFamily="18" charset="0"/>
              </a:rPr>
              <a:t>-20 </a:t>
            </a:r>
            <a:r>
              <a:rPr kumimoji="1" lang="en-US" altLang="zh-CN" sz="1700">
                <a:latin typeface="Times New Roman" pitchFamily="18" charset="0"/>
              </a:rPr>
              <a:t>s</a:t>
            </a:r>
          </a:p>
        </p:txBody>
      </p:sp>
      <p:sp>
        <p:nvSpPr>
          <p:cNvPr id="118821" name="Rectangle 37"/>
          <p:cNvSpPr>
            <a:spLocks noChangeArrowheads="1"/>
          </p:cNvSpPr>
          <p:nvPr/>
        </p:nvSpPr>
        <p:spPr bwMode="auto">
          <a:xfrm>
            <a:off x="250825" y="3933825"/>
            <a:ext cx="1800225" cy="349250"/>
          </a:xfrm>
          <a:prstGeom prst="rect">
            <a:avLst/>
          </a:prstGeom>
          <a:solidFill>
            <a:srgbClr val="99CCFF">
              <a:alpha val="50195"/>
            </a:srgbClr>
          </a:solidFill>
          <a:ln w="9525">
            <a:noFill/>
            <a:miter lim="800000"/>
            <a:headEnd/>
            <a:tailEnd/>
          </a:ln>
        </p:spPr>
        <p:txBody>
          <a:bodyPr anchor="ctr"/>
          <a:lstStyle/>
          <a:p>
            <a:pPr algn="ctr">
              <a:tabLst>
                <a:tab pos="4968875" algn="r"/>
              </a:tabLst>
            </a:pPr>
            <a:r>
              <a:rPr kumimoji="1" lang="zh-CN" altLang="en-US" sz="1700">
                <a:latin typeface="Times New Roman" pitchFamily="18" charset="0"/>
              </a:rPr>
              <a:t>典型衰变时间</a:t>
            </a:r>
          </a:p>
        </p:txBody>
      </p:sp>
      <p:sp>
        <p:nvSpPr>
          <p:cNvPr id="118822" name="Rectangle 38"/>
          <p:cNvSpPr>
            <a:spLocks noChangeArrowheads="1"/>
          </p:cNvSpPr>
          <p:nvPr/>
        </p:nvSpPr>
        <p:spPr bwMode="auto">
          <a:xfrm>
            <a:off x="6551613" y="3584575"/>
            <a:ext cx="2206625" cy="349250"/>
          </a:xfrm>
          <a:prstGeom prst="rect">
            <a:avLst/>
          </a:prstGeom>
          <a:solidFill>
            <a:srgbClr val="CCFFFF">
              <a:alpha val="79999"/>
            </a:srgbClr>
          </a:solidFill>
          <a:ln w="9525">
            <a:noFill/>
            <a:miter lim="800000"/>
            <a:headEnd/>
            <a:tailEnd/>
          </a:ln>
        </p:spPr>
        <p:txBody>
          <a:bodyPr anchor="ctr"/>
          <a:lstStyle/>
          <a:p>
            <a:pPr algn="ctr">
              <a:tabLst>
                <a:tab pos="4968875" algn="r"/>
              </a:tabLst>
            </a:pPr>
            <a:r>
              <a:rPr kumimoji="1" lang="en-US" altLang="zh-CN" sz="1700">
                <a:latin typeface="Times New Roman" pitchFamily="18" charset="0"/>
              </a:rPr>
              <a:t>10</a:t>
            </a:r>
            <a:r>
              <a:rPr kumimoji="1" lang="en-US" altLang="zh-CN" sz="1700" baseline="30000">
                <a:latin typeface="Times New Roman" pitchFamily="18" charset="0"/>
              </a:rPr>
              <a:t>-13</a:t>
            </a:r>
            <a:endParaRPr kumimoji="1" lang="en-US" altLang="zh-CN" sz="1700">
              <a:latin typeface="Times New Roman" pitchFamily="18" charset="0"/>
            </a:endParaRPr>
          </a:p>
        </p:txBody>
      </p:sp>
      <p:sp>
        <p:nvSpPr>
          <p:cNvPr id="118823" name="Rectangle 39"/>
          <p:cNvSpPr>
            <a:spLocks noChangeArrowheads="1"/>
          </p:cNvSpPr>
          <p:nvPr/>
        </p:nvSpPr>
        <p:spPr bwMode="auto">
          <a:xfrm>
            <a:off x="5202238" y="3584575"/>
            <a:ext cx="1349375" cy="349250"/>
          </a:xfrm>
          <a:prstGeom prst="rect">
            <a:avLst/>
          </a:prstGeom>
          <a:solidFill>
            <a:srgbClr val="CCFFFF">
              <a:alpha val="79999"/>
            </a:srgbClr>
          </a:solidFill>
          <a:ln w="9525">
            <a:noFill/>
            <a:miter lim="800000"/>
            <a:headEnd/>
            <a:tailEnd/>
          </a:ln>
        </p:spPr>
        <p:txBody>
          <a:bodyPr anchor="ctr"/>
          <a:lstStyle/>
          <a:p>
            <a:pPr algn="ctr">
              <a:tabLst>
                <a:tab pos="4968875" algn="r"/>
              </a:tabLst>
            </a:pPr>
            <a:r>
              <a:rPr kumimoji="1" lang="en-US" altLang="zh-CN" sz="1700">
                <a:solidFill>
                  <a:srgbClr val="FF6600"/>
                </a:solidFill>
                <a:latin typeface="Times New Roman" pitchFamily="18" charset="0"/>
              </a:rPr>
              <a:t>1</a:t>
            </a:r>
          </a:p>
        </p:txBody>
      </p:sp>
      <p:sp>
        <p:nvSpPr>
          <p:cNvPr id="118824" name="Rectangle 40"/>
          <p:cNvSpPr>
            <a:spLocks noChangeArrowheads="1"/>
          </p:cNvSpPr>
          <p:nvPr/>
        </p:nvSpPr>
        <p:spPr bwMode="auto">
          <a:xfrm>
            <a:off x="3671888" y="3584575"/>
            <a:ext cx="1530350" cy="349250"/>
          </a:xfrm>
          <a:prstGeom prst="rect">
            <a:avLst/>
          </a:prstGeom>
          <a:solidFill>
            <a:srgbClr val="CCFFFF">
              <a:alpha val="79999"/>
            </a:srgbClr>
          </a:solidFill>
          <a:ln w="9525">
            <a:noFill/>
            <a:miter lim="800000"/>
            <a:headEnd/>
            <a:tailEnd/>
          </a:ln>
        </p:spPr>
        <p:txBody>
          <a:bodyPr anchor="ctr"/>
          <a:lstStyle/>
          <a:p>
            <a:pPr algn="ctr">
              <a:tabLst>
                <a:tab pos="4968875" algn="r"/>
              </a:tabLst>
            </a:pPr>
            <a:r>
              <a:rPr kumimoji="1" lang="en-US" altLang="zh-CN" sz="1700">
                <a:latin typeface="Times New Roman" pitchFamily="18" charset="0"/>
              </a:rPr>
              <a:t>10</a:t>
            </a:r>
            <a:r>
              <a:rPr kumimoji="1" lang="en-US" altLang="zh-CN" sz="1700" baseline="30000">
                <a:latin typeface="Times New Roman" pitchFamily="18" charset="0"/>
              </a:rPr>
              <a:t>-38</a:t>
            </a:r>
            <a:endParaRPr kumimoji="1" lang="en-US" altLang="zh-CN" sz="1700">
              <a:latin typeface="Times New Roman" pitchFamily="18" charset="0"/>
            </a:endParaRPr>
          </a:p>
        </p:txBody>
      </p:sp>
      <p:sp>
        <p:nvSpPr>
          <p:cNvPr id="118825" name="Rectangle 41"/>
          <p:cNvSpPr>
            <a:spLocks noChangeArrowheads="1"/>
          </p:cNvSpPr>
          <p:nvPr/>
        </p:nvSpPr>
        <p:spPr bwMode="auto">
          <a:xfrm>
            <a:off x="2051050" y="3584575"/>
            <a:ext cx="1620838" cy="349250"/>
          </a:xfrm>
          <a:prstGeom prst="rect">
            <a:avLst/>
          </a:prstGeom>
          <a:solidFill>
            <a:srgbClr val="CCFFFF">
              <a:alpha val="79999"/>
            </a:srgbClr>
          </a:solidFill>
          <a:ln w="9525">
            <a:noFill/>
            <a:miter lim="800000"/>
            <a:headEnd/>
            <a:tailEnd/>
          </a:ln>
        </p:spPr>
        <p:txBody>
          <a:bodyPr anchor="ctr"/>
          <a:lstStyle/>
          <a:p>
            <a:pPr algn="ctr">
              <a:tabLst>
                <a:tab pos="4968875" algn="r"/>
              </a:tabLst>
            </a:pPr>
            <a:r>
              <a:rPr kumimoji="1" lang="en-US" altLang="zh-CN" sz="1700">
                <a:latin typeface="Times New Roman" pitchFamily="18" charset="0"/>
              </a:rPr>
              <a:t>10</a:t>
            </a:r>
            <a:r>
              <a:rPr kumimoji="1" lang="en-US" altLang="zh-CN" sz="1700" baseline="30000">
                <a:latin typeface="Times New Roman" pitchFamily="18" charset="0"/>
              </a:rPr>
              <a:t>-2</a:t>
            </a:r>
            <a:endParaRPr kumimoji="1" lang="en-US" altLang="zh-CN" sz="1700">
              <a:latin typeface="Times New Roman" pitchFamily="18" charset="0"/>
            </a:endParaRPr>
          </a:p>
        </p:txBody>
      </p:sp>
      <p:sp>
        <p:nvSpPr>
          <p:cNvPr id="118826" name="Rectangle 42"/>
          <p:cNvSpPr>
            <a:spLocks noChangeArrowheads="1"/>
          </p:cNvSpPr>
          <p:nvPr/>
        </p:nvSpPr>
        <p:spPr bwMode="auto">
          <a:xfrm>
            <a:off x="250825" y="3584575"/>
            <a:ext cx="1800225" cy="349250"/>
          </a:xfrm>
          <a:prstGeom prst="rect">
            <a:avLst/>
          </a:prstGeom>
          <a:solidFill>
            <a:srgbClr val="99CCFF">
              <a:alpha val="50195"/>
            </a:srgbClr>
          </a:solidFill>
          <a:ln w="9525">
            <a:noFill/>
            <a:miter lim="800000"/>
            <a:headEnd/>
            <a:tailEnd/>
          </a:ln>
        </p:spPr>
        <p:txBody>
          <a:bodyPr anchor="ctr"/>
          <a:lstStyle/>
          <a:p>
            <a:pPr algn="ctr">
              <a:tabLst>
                <a:tab pos="4968875" algn="r"/>
              </a:tabLst>
            </a:pPr>
            <a:r>
              <a:rPr kumimoji="1" lang="zh-CN" altLang="en-US" sz="1700">
                <a:latin typeface="Times New Roman" pitchFamily="18" charset="0"/>
              </a:rPr>
              <a:t>相对强度</a:t>
            </a:r>
          </a:p>
        </p:txBody>
      </p:sp>
      <p:sp>
        <p:nvSpPr>
          <p:cNvPr id="118827" name="Rectangle 43"/>
          <p:cNvSpPr>
            <a:spLocks noChangeArrowheads="1"/>
          </p:cNvSpPr>
          <p:nvPr/>
        </p:nvSpPr>
        <p:spPr bwMode="auto">
          <a:xfrm>
            <a:off x="6551613" y="3235325"/>
            <a:ext cx="2206625" cy="349250"/>
          </a:xfrm>
          <a:prstGeom prst="rect">
            <a:avLst/>
          </a:prstGeom>
          <a:solidFill>
            <a:srgbClr val="CCFFFF">
              <a:alpha val="89803"/>
            </a:srgbClr>
          </a:solidFill>
          <a:ln w="9525">
            <a:noFill/>
            <a:miter lim="800000"/>
            <a:headEnd/>
            <a:tailEnd/>
          </a:ln>
        </p:spPr>
        <p:txBody>
          <a:bodyPr anchor="ctr"/>
          <a:lstStyle/>
          <a:p>
            <a:pPr algn="ctr">
              <a:tabLst>
                <a:tab pos="4968875" algn="r"/>
              </a:tabLst>
            </a:pPr>
            <a:r>
              <a:rPr kumimoji="1" lang="en-US" altLang="zh-CN" sz="1700">
                <a:latin typeface="Times New Roman" pitchFamily="18" charset="0"/>
              </a:rPr>
              <a:t>&lt;10</a:t>
            </a:r>
            <a:r>
              <a:rPr kumimoji="1" lang="en-US" altLang="zh-CN" sz="1700" baseline="30000">
                <a:latin typeface="Times New Roman" pitchFamily="18" charset="0"/>
              </a:rPr>
              <a:t>-16</a:t>
            </a:r>
            <a:r>
              <a:rPr kumimoji="1" lang="en-US" altLang="zh-CN" sz="1700">
                <a:latin typeface="Times New Roman" pitchFamily="18" charset="0"/>
              </a:rPr>
              <a:t>m</a:t>
            </a:r>
          </a:p>
        </p:txBody>
      </p:sp>
      <p:sp>
        <p:nvSpPr>
          <p:cNvPr id="118828" name="Rectangle 44"/>
          <p:cNvSpPr>
            <a:spLocks noChangeArrowheads="1"/>
          </p:cNvSpPr>
          <p:nvPr/>
        </p:nvSpPr>
        <p:spPr bwMode="auto">
          <a:xfrm>
            <a:off x="5202238" y="3235325"/>
            <a:ext cx="1349375" cy="349250"/>
          </a:xfrm>
          <a:prstGeom prst="rect">
            <a:avLst/>
          </a:prstGeom>
          <a:solidFill>
            <a:srgbClr val="CCFFFF">
              <a:alpha val="89803"/>
            </a:srgbClr>
          </a:solidFill>
          <a:ln w="9525">
            <a:noFill/>
            <a:miter lim="800000"/>
            <a:headEnd/>
            <a:tailEnd/>
          </a:ln>
        </p:spPr>
        <p:txBody>
          <a:bodyPr anchor="ctr"/>
          <a:lstStyle/>
          <a:p>
            <a:pPr algn="ctr">
              <a:tabLst>
                <a:tab pos="4968875" algn="r"/>
              </a:tabLst>
            </a:pPr>
            <a:r>
              <a:rPr kumimoji="1" lang="en-US" altLang="zh-CN" sz="1700">
                <a:latin typeface="Times New Roman" pitchFamily="18" charset="0"/>
              </a:rPr>
              <a:t>&lt;10</a:t>
            </a:r>
            <a:r>
              <a:rPr kumimoji="1" lang="en-US" altLang="zh-CN" sz="1700" baseline="30000">
                <a:latin typeface="Times New Roman" pitchFamily="18" charset="0"/>
              </a:rPr>
              <a:t>-15</a:t>
            </a:r>
            <a:r>
              <a:rPr kumimoji="1" lang="en-US" altLang="zh-CN" sz="1700">
                <a:latin typeface="Times New Roman" pitchFamily="18" charset="0"/>
              </a:rPr>
              <a:t>m</a:t>
            </a:r>
          </a:p>
        </p:txBody>
      </p:sp>
      <p:sp>
        <p:nvSpPr>
          <p:cNvPr id="118829" name="Rectangle 45"/>
          <p:cNvSpPr>
            <a:spLocks noChangeArrowheads="1"/>
          </p:cNvSpPr>
          <p:nvPr/>
        </p:nvSpPr>
        <p:spPr bwMode="auto">
          <a:xfrm>
            <a:off x="3671888" y="3235325"/>
            <a:ext cx="1530350" cy="349250"/>
          </a:xfrm>
          <a:prstGeom prst="rect">
            <a:avLst/>
          </a:prstGeom>
          <a:solidFill>
            <a:srgbClr val="CCFFFF">
              <a:alpha val="89803"/>
            </a:srgbClr>
          </a:solidFill>
          <a:ln w="9525">
            <a:noFill/>
            <a:miter lim="800000"/>
            <a:headEnd/>
            <a:tailEnd/>
          </a:ln>
        </p:spPr>
        <p:txBody>
          <a:bodyPr anchor="ctr"/>
          <a:lstStyle/>
          <a:p>
            <a:pPr algn="ctr">
              <a:tabLst>
                <a:tab pos="4968875" algn="r"/>
              </a:tabLst>
            </a:pPr>
            <a:r>
              <a:rPr kumimoji="1" lang="zh-CN" altLang="en-US" sz="1700">
                <a:latin typeface="Times New Roman" pitchFamily="18" charset="0"/>
              </a:rPr>
              <a:t>长程</a:t>
            </a:r>
          </a:p>
        </p:txBody>
      </p:sp>
      <p:sp>
        <p:nvSpPr>
          <p:cNvPr id="118830" name="Rectangle 46"/>
          <p:cNvSpPr>
            <a:spLocks noChangeArrowheads="1"/>
          </p:cNvSpPr>
          <p:nvPr/>
        </p:nvSpPr>
        <p:spPr bwMode="auto">
          <a:xfrm>
            <a:off x="2051050" y="3235325"/>
            <a:ext cx="1620838" cy="349250"/>
          </a:xfrm>
          <a:prstGeom prst="rect">
            <a:avLst/>
          </a:prstGeom>
          <a:solidFill>
            <a:srgbClr val="CCFFFF">
              <a:alpha val="89803"/>
            </a:srgbClr>
          </a:solidFill>
          <a:ln w="9525">
            <a:noFill/>
            <a:miter lim="800000"/>
            <a:headEnd/>
            <a:tailEnd/>
          </a:ln>
        </p:spPr>
        <p:txBody>
          <a:bodyPr anchor="ctr"/>
          <a:lstStyle/>
          <a:p>
            <a:pPr algn="ctr">
              <a:tabLst>
                <a:tab pos="4968875" algn="r"/>
              </a:tabLst>
            </a:pPr>
            <a:r>
              <a:rPr kumimoji="1" lang="zh-CN" altLang="en-US" sz="1700">
                <a:latin typeface="Times New Roman" pitchFamily="18" charset="0"/>
              </a:rPr>
              <a:t>长程</a:t>
            </a:r>
          </a:p>
        </p:txBody>
      </p:sp>
      <p:sp>
        <p:nvSpPr>
          <p:cNvPr id="118831" name="Rectangle 47"/>
          <p:cNvSpPr>
            <a:spLocks noChangeArrowheads="1"/>
          </p:cNvSpPr>
          <p:nvPr/>
        </p:nvSpPr>
        <p:spPr bwMode="auto">
          <a:xfrm>
            <a:off x="250825" y="3235325"/>
            <a:ext cx="1800225" cy="349250"/>
          </a:xfrm>
          <a:prstGeom prst="rect">
            <a:avLst/>
          </a:prstGeom>
          <a:solidFill>
            <a:srgbClr val="99CCFF">
              <a:alpha val="50195"/>
            </a:srgbClr>
          </a:solidFill>
          <a:ln w="9525">
            <a:noFill/>
            <a:miter lim="800000"/>
            <a:headEnd/>
            <a:tailEnd/>
          </a:ln>
        </p:spPr>
        <p:txBody>
          <a:bodyPr anchor="ctr"/>
          <a:lstStyle/>
          <a:p>
            <a:pPr algn="ctr">
              <a:tabLst>
                <a:tab pos="4968875" algn="r"/>
              </a:tabLst>
            </a:pPr>
            <a:r>
              <a:rPr kumimoji="1" lang="zh-CN" altLang="en-US" sz="1700">
                <a:latin typeface="Times New Roman" pitchFamily="18" charset="0"/>
              </a:rPr>
              <a:t>作用距离</a:t>
            </a:r>
          </a:p>
        </p:txBody>
      </p:sp>
      <p:sp>
        <p:nvSpPr>
          <p:cNvPr id="118832" name="Rectangle 48"/>
          <p:cNvSpPr>
            <a:spLocks noChangeArrowheads="1"/>
          </p:cNvSpPr>
          <p:nvPr/>
        </p:nvSpPr>
        <p:spPr bwMode="auto">
          <a:xfrm>
            <a:off x="6551613" y="2886075"/>
            <a:ext cx="2206625" cy="349250"/>
          </a:xfrm>
          <a:prstGeom prst="rect">
            <a:avLst/>
          </a:prstGeom>
          <a:solidFill>
            <a:srgbClr val="CCFFFF"/>
          </a:solidFill>
          <a:ln w="9525">
            <a:noFill/>
            <a:miter lim="800000"/>
            <a:headEnd/>
            <a:tailEnd/>
          </a:ln>
        </p:spPr>
        <p:txBody>
          <a:bodyPr anchor="ctr"/>
          <a:lstStyle/>
          <a:p>
            <a:pPr algn="ctr">
              <a:tabLst>
                <a:tab pos="2636838" algn="ctr"/>
                <a:tab pos="4968875" algn="r"/>
                <a:tab pos="5273675" algn="r"/>
              </a:tabLst>
            </a:pPr>
            <a:r>
              <a:rPr kumimoji="1" lang="zh-CN" altLang="en-US" sz="1700">
                <a:latin typeface="Times New Roman" pitchFamily="18" charset="0"/>
              </a:rPr>
              <a:t>弱相互作用</a:t>
            </a:r>
          </a:p>
        </p:txBody>
      </p:sp>
      <p:sp>
        <p:nvSpPr>
          <p:cNvPr id="118833" name="Rectangle 49"/>
          <p:cNvSpPr>
            <a:spLocks noChangeArrowheads="1"/>
          </p:cNvSpPr>
          <p:nvPr/>
        </p:nvSpPr>
        <p:spPr bwMode="auto">
          <a:xfrm>
            <a:off x="5202238" y="2886075"/>
            <a:ext cx="1349375" cy="349250"/>
          </a:xfrm>
          <a:prstGeom prst="rect">
            <a:avLst/>
          </a:prstGeom>
          <a:solidFill>
            <a:srgbClr val="CCFFFF"/>
          </a:solidFill>
          <a:ln w="9525">
            <a:noFill/>
            <a:miter lim="800000"/>
            <a:headEnd/>
            <a:tailEnd/>
          </a:ln>
        </p:spPr>
        <p:txBody>
          <a:bodyPr anchor="ctr"/>
          <a:lstStyle/>
          <a:p>
            <a:pPr algn="ctr">
              <a:tabLst>
                <a:tab pos="4968875" algn="r"/>
              </a:tabLst>
            </a:pPr>
            <a:r>
              <a:rPr kumimoji="1" lang="zh-CN" altLang="en-US" sz="1700">
                <a:latin typeface="Times New Roman" pitchFamily="18" charset="0"/>
              </a:rPr>
              <a:t>强相互作用</a:t>
            </a:r>
          </a:p>
        </p:txBody>
      </p:sp>
      <p:sp>
        <p:nvSpPr>
          <p:cNvPr id="118834" name="Rectangle 50"/>
          <p:cNvSpPr>
            <a:spLocks noChangeArrowheads="1"/>
          </p:cNvSpPr>
          <p:nvPr/>
        </p:nvSpPr>
        <p:spPr bwMode="auto">
          <a:xfrm>
            <a:off x="3671888" y="2886075"/>
            <a:ext cx="1530350" cy="349250"/>
          </a:xfrm>
          <a:prstGeom prst="rect">
            <a:avLst/>
          </a:prstGeom>
          <a:solidFill>
            <a:srgbClr val="CCFFFF"/>
          </a:solidFill>
          <a:ln w="9525">
            <a:noFill/>
            <a:miter lim="800000"/>
            <a:headEnd/>
            <a:tailEnd/>
          </a:ln>
        </p:spPr>
        <p:txBody>
          <a:bodyPr anchor="ctr"/>
          <a:lstStyle/>
          <a:p>
            <a:pPr algn="ctr">
              <a:tabLst>
                <a:tab pos="2636838" algn="ctr"/>
                <a:tab pos="4968875" algn="r"/>
                <a:tab pos="5273675" algn="r"/>
              </a:tabLst>
            </a:pPr>
            <a:r>
              <a:rPr kumimoji="1" lang="zh-CN" altLang="en-US" sz="1700">
                <a:latin typeface="Times New Roman" pitchFamily="18" charset="0"/>
              </a:rPr>
              <a:t>引力相互作用</a:t>
            </a:r>
          </a:p>
        </p:txBody>
      </p:sp>
      <p:sp>
        <p:nvSpPr>
          <p:cNvPr id="118835" name="Rectangle 51"/>
          <p:cNvSpPr>
            <a:spLocks noChangeArrowheads="1"/>
          </p:cNvSpPr>
          <p:nvPr/>
        </p:nvSpPr>
        <p:spPr bwMode="auto">
          <a:xfrm>
            <a:off x="2051050" y="2886075"/>
            <a:ext cx="1620838" cy="349250"/>
          </a:xfrm>
          <a:prstGeom prst="rect">
            <a:avLst/>
          </a:prstGeom>
          <a:solidFill>
            <a:srgbClr val="CCFFFF"/>
          </a:solidFill>
          <a:ln w="9525">
            <a:noFill/>
            <a:miter lim="800000"/>
            <a:headEnd/>
            <a:tailEnd/>
          </a:ln>
        </p:spPr>
        <p:txBody>
          <a:bodyPr anchor="ctr"/>
          <a:lstStyle/>
          <a:p>
            <a:pPr algn="ctr">
              <a:tabLst>
                <a:tab pos="2636838" algn="ctr"/>
                <a:tab pos="4968875" algn="r"/>
                <a:tab pos="5273675" algn="r"/>
              </a:tabLst>
            </a:pPr>
            <a:r>
              <a:rPr kumimoji="1" lang="zh-CN" altLang="en-US" sz="1700">
                <a:latin typeface="Times New Roman" pitchFamily="18" charset="0"/>
              </a:rPr>
              <a:t>电磁相互作用</a:t>
            </a:r>
          </a:p>
        </p:txBody>
      </p:sp>
      <p:sp>
        <p:nvSpPr>
          <p:cNvPr id="118836" name="Rectangle 52"/>
          <p:cNvSpPr>
            <a:spLocks noChangeArrowheads="1"/>
          </p:cNvSpPr>
          <p:nvPr/>
        </p:nvSpPr>
        <p:spPr bwMode="auto">
          <a:xfrm>
            <a:off x="250825" y="2886075"/>
            <a:ext cx="1800225" cy="349250"/>
          </a:xfrm>
          <a:prstGeom prst="rect">
            <a:avLst/>
          </a:prstGeom>
          <a:solidFill>
            <a:srgbClr val="99CCFF">
              <a:alpha val="50195"/>
            </a:srgbClr>
          </a:solidFill>
          <a:ln w="9525">
            <a:noFill/>
            <a:miter lim="800000"/>
            <a:headEnd/>
            <a:tailEnd/>
          </a:ln>
        </p:spPr>
        <p:txBody>
          <a:bodyPr anchor="ctr"/>
          <a:lstStyle/>
          <a:p>
            <a:pPr algn="ctr">
              <a:tabLst>
                <a:tab pos="4968875" algn="r"/>
              </a:tabLst>
            </a:pPr>
            <a:r>
              <a:rPr kumimoji="1" lang="zh-CN" altLang="en-US" sz="1700">
                <a:latin typeface="Times New Roman" pitchFamily="18" charset="0"/>
              </a:rPr>
              <a:t>相互作用类型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18801"/>
                                        </p:tgtEl>
                                        <p:attrNameLst>
                                          <p:attrName>style.visibility</p:attrName>
                                        </p:attrNameLst>
                                      </p:cBhvr>
                                      <p:to>
                                        <p:strVal val="visible"/>
                                      </p:to>
                                    </p:set>
                                    <p:animEffect transition="in" filter="blinds(vertical)">
                                      <p:cBhvr>
                                        <p:cTn id="7" dur="500"/>
                                        <p:tgtEl>
                                          <p:spTgt spid="118801"/>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32" fill="hold" grpId="0" nodeType="clickEffect">
                                  <p:stCondLst>
                                    <p:cond delay="0"/>
                                  </p:stCondLst>
                                  <p:childTnLst>
                                    <p:set>
                                      <p:cBhvr>
                                        <p:cTn id="11" dur="1" fill="hold">
                                          <p:stCondLst>
                                            <p:cond delay="0"/>
                                          </p:stCondLst>
                                        </p:cTn>
                                        <p:tgtEl>
                                          <p:spTgt spid="118794"/>
                                        </p:tgtEl>
                                        <p:attrNameLst>
                                          <p:attrName>style.visibility</p:attrName>
                                        </p:attrNameLst>
                                      </p:cBhvr>
                                      <p:to>
                                        <p:strVal val="visible"/>
                                      </p:to>
                                    </p:set>
                                    <p:anim calcmode="lin" valueType="num">
                                      <p:cBhvr>
                                        <p:cTn id="12" dur="500" fill="hold"/>
                                        <p:tgtEl>
                                          <p:spTgt spid="118794"/>
                                        </p:tgtEl>
                                        <p:attrNameLst>
                                          <p:attrName>ppt_w</p:attrName>
                                        </p:attrNameLst>
                                      </p:cBhvr>
                                      <p:tavLst>
                                        <p:tav tm="0">
                                          <p:val>
                                            <p:strVal val="4*#ppt_w"/>
                                          </p:val>
                                        </p:tav>
                                        <p:tav tm="100000">
                                          <p:val>
                                            <p:strVal val="#ppt_w"/>
                                          </p:val>
                                        </p:tav>
                                      </p:tavLst>
                                    </p:anim>
                                    <p:anim calcmode="lin" valueType="num">
                                      <p:cBhvr>
                                        <p:cTn id="13" dur="500" fill="hold"/>
                                        <p:tgtEl>
                                          <p:spTgt spid="118794"/>
                                        </p:tgtEl>
                                        <p:attrNameLst>
                                          <p:attrName>ppt_h</p:attrName>
                                        </p:attrNameLst>
                                      </p:cBhvr>
                                      <p:tavLst>
                                        <p:tav tm="0">
                                          <p:val>
                                            <p:strVal val="4*#ppt_h"/>
                                          </p:val>
                                        </p:tav>
                                        <p:tav tm="100000">
                                          <p:val>
                                            <p:strVal val="#ppt_h"/>
                                          </p:val>
                                        </p:tav>
                                      </p:tavLst>
                                    </p:anim>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118792"/>
                                        </p:tgtEl>
                                        <p:attrNameLst>
                                          <p:attrName>style.visibility</p:attrName>
                                        </p:attrNameLst>
                                      </p:cBhvr>
                                      <p:to>
                                        <p:strVal val="visible"/>
                                      </p:to>
                                    </p:set>
                                    <p:animEffect transition="in" filter="wipe(left)">
                                      <p:cBhvr>
                                        <p:cTn id="17" dur="500"/>
                                        <p:tgtEl>
                                          <p:spTgt spid="11879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8797"/>
                                        </p:tgtEl>
                                        <p:attrNameLst>
                                          <p:attrName>style.visibility</p:attrName>
                                        </p:attrNameLst>
                                      </p:cBhvr>
                                      <p:to>
                                        <p:strVal val="visible"/>
                                      </p:to>
                                    </p:set>
                                    <p:animEffect transition="in" filter="wipe(left)">
                                      <p:cBhvr>
                                        <p:cTn id="22" dur="1000"/>
                                        <p:tgtEl>
                                          <p:spTgt spid="11879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8836"/>
                                        </p:tgtEl>
                                        <p:attrNameLst>
                                          <p:attrName>style.visibility</p:attrName>
                                        </p:attrNameLst>
                                      </p:cBhvr>
                                      <p:to>
                                        <p:strVal val="visible"/>
                                      </p:to>
                                    </p:set>
                                    <p:animEffect transition="in" filter="wipe(left)">
                                      <p:cBhvr>
                                        <p:cTn id="27" dur="500"/>
                                        <p:tgtEl>
                                          <p:spTgt spid="118836"/>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118835"/>
                                        </p:tgtEl>
                                        <p:attrNameLst>
                                          <p:attrName>style.visibility</p:attrName>
                                        </p:attrNameLst>
                                      </p:cBhvr>
                                      <p:to>
                                        <p:strVal val="visible"/>
                                      </p:to>
                                    </p:set>
                                    <p:animEffect transition="in" filter="wipe(left)">
                                      <p:cBhvr>
                                        <p:cTn id="31" dur="500"/>
                                        <p:tgtEl>
                                          <p:spTgt spid="118835"/>
                                        </p:tgtEl>
                                      </p:cBhvr>
                                    </p:animEffect>
                                  </p:childTnLst>
                                </p:cTn>
                              </p:par>
                            </p:childTnLst>
                          </p:cTn>
                        </p:par>
                        <p:par>
                          <p:cTn id="32" fill="hold">
                            <p:stCondLst>
                              <p:cond delay="1000"/>
                            </p:stCondLst>
                            <p:childTnLst>
                              <p:par>
                                <p:cTn id="33" presetID="22" presetClass="entr" presetSubtype="8" fill="hold" grpId="0" nodeType="afterEffect">
                                  <p:stCondLst>
                                    <p:cond delay="0"/>
                                  </p:stCondLst>
                                  <p:childTnLst>
                                    <p:set>
                                      <p:cBhvr>
                                        <p:cTn id="34" dur="1" fill="hold">
                                          <p:stCondLst>
                                            <p:cond delay="0"/>
                                          </p:stCondLst>
                                        </p:cTn>
                                        <p:tgtEl>
                                          <p:spTgt spid="118834"/>
                                        </p:tgtEl>
                                        <p:attrNameLst>
                                          <p:attrName>style.visibility</p:attrName>
                                        </p:attrNameLst>
                                      </p:cBhvr>
                                      <p:to>
                                        <p:strVal val="visible"/>
                                      </p:to>
                                    </p:set>
                                    <p:animEffect transition="in" filter="wipe(left)">
                                      <p:cBhvr>
                                        <p:cTn id="35" dur="500"/>
                                        <p:tgtEl>
                                          <p:spTgt spid="118834"/>
                                        </p:tgtEl>
                                      </p:cBhvr>
                                    </p:animEffect>
                                  </p:childTnLst>
                                </p:cTn>
                              </p:par>
                            </p:childTnLst>
                          </p:cTn>
                        </p:par>
                        <p:par>
                          <p:cTn id="36" fill="hold">
                            <p:stCondLst>
                              <p:cond delay="1500"/>
                            </p:stCondLst>
                            <p:childTnLst>
                              <p:par>
                                <p:cTn id="37" presetID="22" presetClass="entr" presetSubtype="8" fill="hold" grpId="0" nodeType="afterEffect">
                                  <p:stCondLst>
                                    <p:cond delay="0"/>
                                  </p:stCondLst>
                                  <p:childTnLst>
                                    <p:set>
                                      <p:cBhvr>
                                        <p:cTn id="38" dur="1" fill="hold">
                                          <p:stCondLst>
                                            <p:cond delay="0"/>
                                          </p:stCondLst>
                                        </p:cTn>
                                        <p:tgtEl>
                                          <p:spTgt spid="118833"/>
                                        </p:tgtEl>
                                        <p:attrNameLst>
                                          <p:attrName>style.visibility</p:attrName>
                                        </p:attrNameLst>
                                      </p:cBhvr>
                                      <p:to>
                                        <p:strVal val="visible"/>
                                      </p:to>
                                    </p:set>
                                    <p:animEffect transition="in" filter="wipe(left)">
                                      <p:cBhvr>
                                        <p:cTn id="39" dur="500"/>
                                        <p:tgtEl>
                                          <p:spTgt spid="118833"/>
                                        </p:tgtEl>
                                      </p:cBhvr>
                                    </p:animEffect>
                                  </p:childTnLst>
                                </p:cTn>
                              </p:par>
                            </p:childTnLst>
                          </p:cTn>
                        </p:par>
                        <p:par>
                          <p:cTn id="40" fill="hold">
                            <p:stCondLst>
                              <p:cond delay="2000"/>
                            </p:stCondLst>
                            <p:childTnLst>
                              <p:par>
                                <p:cTn id="41" presetID="22" presetClass="entr" presetSubtype="8" fill="hold" grpId="0" nodeType="afterEffect">
                                  <p:stCondLst>
                                    <p:cond delay="0"/>
                                  </p:stCondLst>
                                  <p:childTnLst>
                                    <p:set>
                                      <p:cBhvr>
                                        <p:cTn id="42" dur="1" fill="hold">
                                          <p:stCondLst>
                                            <p:cond delay="0"/>
                                          </p:stCondLst>
                                        </p:cTn>
                                        <p:tgtEl>
                                          <p:spTgt spid="118832"/>
                                        </p:tgtEl>
                                        <p:attrNameLst>
                                          <p:attrName>style.visibility</p:attrName>
                                        </p:attrNameLst>
                                      </p:cBhvr>
                                      <p:to>
                                        <p:strVal val="visible"/>
                                      </p:to>
                                    </p:set>
                                    <p:animEffect transition="in" filter="wipe(left)">
                                      <p:cBhvr>
                                        <p:cTn id="43" dur="500"/>
                                        <p:tgtEl>
                                          <p:spTgt spid="118832"/>
                                        </p:tgtEl>
                                      </p:cBhvr>
                                    </p:animEffect>
                                  </p:childTnLst>
                                </p:cTn>
                              </p:par>
                            </p:childTnLst>
                          </p:cTn>
                        </p:par>
                        <p:par>
                          <p:cTn id="44" fill="hold">
                            <p:stCondLst>
                              <p:cond delay="2500"/>
                            </p:stCondLst>
                            <p:childTnLst>
                              <p:par>
                                <p:cTn id="45" presetID="22" presetClass="entr" presetSubtype="8" fill="hold" grpId="0" nodeType="afterEffect">
                                  <p:stCondLst>
                                    <p:cond delay="0"/>
                                  </p:stCondLst>
                                  <p:childTnLst>
                                    <p:set>
                                      <p:cBhvr>
                                        <p:cTn id="46" dur="1" fill="hold">
                                          <p:stCondLst>
                                            <p:cond delay="0"/>
                                          </p:stCondLst>
                                        </p:cTn>
                                        <p:tgtEl>
                                          <p:spTgt spid="118831"/>
                                        </p:tgtEl>
                                        <p:attrNameLst>
                                          <p:attrName>style.visibility</p:attrName>
                                        </p:attrNameLst>
                                      </p:cBhvr>
                                      <p:to>
                                        <p:strVal val="visible"/>
                                      </p:to>
                                    </p:set>
                                    <p:animEffect transition="in" filter="wipe(left)">
                                      <p:cBhvr>
                                        <p:cTn id="47" dur="500"/>
                                        <p:tgtEl>
                                          <p:spTgt spid="118831"/>
                                        </p:tgtEl>
                                      </p:cBhvr>
                                    </p:animEffect>
                                  </p:childTnLst>
                                </p:cTn>
                              </p:par>
                            </p:childTnLst>
                          </p:cTn>
                        </p:par>
                        <p:par>
                          <p:cTn id="48" fill="hold">
                            <p:stCondLst>
                              <p:cond delay="3000"/>
                            </p:stCondLst>
                            <p:childTnLst>
                              <p:par>
                                <p:cTn id="49" presetID="22" presetClass="entr" presetSubtype="8" fill="hold" grpId="0" nodeType="afterEffect">
                                  <p:stCondLst>
                                    <p:cond delay="0"/>
                                  </p:stCondLst>
                                  <p:childTnLst>
                                    <p:set>
                                      <p:cBhvr>
                                        <p:cTn id="50" dur="1" fill="hold">
                                          <p:stCondLst>
                                            <p:cond delay="0"/>
                                          </p:stCondLst>
                                        </p:cTn>
                                        <p:tgtEl>
                                          <p:spTgt spid="118830"/>
                                        </p:tgtEl>
                                        <p:attrNameLst>
                                          <p:attrName>style.visibility</p:attrName>
                                        </p:attrNameLst>
                                      </p:cBhvr>
                                      <p:to>
                                        <p:strVal val="visible"/>
                                      </p:to>
                                    </p:set>
                                    <p:animEffect transition="in" filter="wipe(left)">
                                      <p:cBhvr>
                                        <p:cTn id="51" dur="500"/>
                                        <p:tgtEl>
                                          <p:spTgt spid="118830"/>
                                        </p:tgtEl>
                                      </p:cBhvr>
                                    </p:animEffect>
                                  </p:childTnLst>
                                </p:cTn>
                              </p:par>
                            </p:childTnLst>
                          </p:cTn>
                        </p:par>
                        <p:par>
                          <p:cTn id="52" fill="hold">
                            <p:stCondLst>
                              <p:cond delay="3500"/>
                            </p:stCondLst>
                            <p:childTnLst>
                              <p:par>
                                <p:cTn id="53" presetID="22" presetClass="entr" presetSubtype="8" fill="hold" grpId="0" nodeType="afterEffect">
                                  <p:stCondLst>
                                    <p:cond delay="0"/>
                                  </p:stCondLst>
                                  <p:childTnLst>
                                    <p:set>
                                      <p:cBhvr>
                                        <p:cTn id="54" dur="1" fill="hold">
                                          <p:stCondLst>
                                            <p:cond delay="0"/>
                                          </p:stCondLst>
                                        </p:cTn>
                                        <p:tgtEl>
                                          <p:spTgt spid="118829"/>
                                        </p:tgtEl>
                                        <p:attrNameLst>
                                          <p:attrName>style.visibility</p:attrName>
                                        </p:attrNameLst>
                                      </p:cBhvr>
                                      <p:to>
                                        <p:strVal val="visible"/>
                                      </p:to>
                                    </p:set>
                                    <p:animEffect transition="in" filter="wipe(left)">
                                      <p:cBhvr>
                                        <p:cTn id="55" dur="500"/>
                                        <p:tgtEl>
                                          <p:spTgt spid="118829"/>
                                        </p:tgtEl>
                                      </p:cBhvr>
                                    </p:animEffect>
                                  </p:childTnLst>
                                </p:cTn>
                              </p:par>
                            </p:childTnLst>
                          </p:cTn>
                        </p:par>
                        <p:par>
                          <p:cTn id="56" fill="hold">
                            <p:stCondLst>
                              <p:cond delay="4000"/>
                            </p:stCondLst>
                            <p:childTnLst>
                              <p:par>
                                <p:cTn id="57" presetID="22" presetClass="entr" presetSubtype="8" fill="hold" grpId="0" nodeType="afterEffect">
                                  <p:stCondLst>
                                    <p:cond delay="0"/>
                                  </p:stCondLst>
                                  <p:childTnLst>
                                    <p:set>
                                      <p:cBhvr>
                                        <p:cTn id="58" dur="1" fill="hold">
                                          <p:stCondLst>
                                            <p:cond delay="0"/>
                                          </p:stCondLst>
                                        </p:cTn>
                                        <p:tgtEl>
                                          <p:spTgt spid="118828"/>
                                        </p:tgtEl>
                                        <p:attrNameLst>
                                          <p:attrName>style.visibility</p:attrName>
                                        </p:attrNameLst>
                                      </p:cBhvr>
                                      <p:to>
                                        <p:strVal val="visible"/>
                                      </p:to>
                                    </p:set>
                                    <p:animEffect transition="in" filter="wipe(left)">
                                      <p:cBhvr>
                                        <p:cTn id="59" dur="500"/>
                                        <p:tgtEl>
                                          <p:spTgt spid="118828"/>
                                        </p:tgtEl>
                                      </p:cBhvr>
                                    </p:animEffect>
                                  </p:childTnLst>
                                </p:cTn>
                              </p:par>
                            </p:childTnLst>
                          </p:cTn>
                        </p:par>
                        <p:par>
                          <p:cTn id="60" fill="hold">
                            <p:stCondLst>
                              <p:cond delay="4500"/>
                            </p:stCondLst>
                            <p:childTnLst>
                              <p:par>
                                <p:cTn id="61" presetID="22" presetClass="entr" presetSubtype="8" fill="hold" grpId="0" nodeType="afterEffect">
                                  <p:stCondLst>
                                    <p:cond delay="0"/>
                                  </p:stCondLst>
                                  <p:childTnLst>
                                    <p:set>
                                      <p:cBhvr>
                                        <p:cTn id="62" dur="1" fill="hold">
                                          <p:stCondLst>
                                            <p:cond delay="0"/>
                                          </p:stCondLst>
                                        </p:cTn>
                                        <p:tgtEl>
                                          <p:spTgt spid="118827"/>
                                        </p:tgtEl>
                                        <p:attrNameLst>
                                          <p:attrName>style.visibility</p:attrName>
                                        </p:attrNameLst>
                                      </p:cBhvr>
                                      <p:to>
                                        <p:strVal val="visible"/>
                                      </p:to>
                                    </p:set>
                                    <p:animEffect transition="in" filter="wipe(left)">
                                      <p:cBhvr>
                                        <p:cTn id="63" dur="500"/>
                                        <p:tgtEl>
                                          <p:spTgt spid="118827"/>
                                        </p:tgtEl>
                                      </p:cBhvr>
                                    </p:animEffect>
                                  </p:childTnLst>
                                </p:cTn>
                              </p:par>
                            </p:childTnLst>
                          </p:cTn>
                        </p:par>
                        <p:par>
                          <p:cTn id="64" fill="hold">
                            <p:stCondLst>
                              <p:cond delay="5000"/>
                            </p:stCondLst>
                            <p:childTnLst>
                              <p:par>
                                <p:cTn id="65" presetID="22" presetClass="entr" presetSubtype="8" fill="hold" grpId="0" nodeType="afterEffect">
                                  <p:stCondLst>
                                    <p:cond delay="0"/>
                                  </p:stCondLst>
                                  <p:childTnLst>
                                    <p:set>
                                      <p:cBhvr>
                                        <p:cTn id="66" dur="1" fill="hold">
                                          <p:stCondLst>
                                            <p:cond delay="0"/>
                                          </p:stCondLst>
                                        </p:cTn>
                                        <p:tgtEl>
                                          <p:spTgt spid="118826"/>
                                        </p:tgtEl>
                                        <p:attrNameLst>
                                          <p:attrName>style.visibility</p:attrName>
                                        </p:attrNameLst>
                                      </p:cBhvr>
                                      <p:to>
                                        <p:strVal val="visible"/>
                                      </p:to>
                                    </p:set>
                                    <p:animEffect transition="in" filter="wipe(left)">
                                      <p:cBhvr>
                                        <p:cTn id="67" dur="500"/>
                                        <p:tgtEl>
                                          <p:spTgt spid="118826"/>
                                        </p:tgtEl>
                                      </p:cBhvr>
                                    </p:animEffect>
                                  </p:childTnLst>
                                </p:cTn>
                              </p:par>
                            </p:childTnLst>
                          </p:cTn>
                        </p:par>
                        <p:par>
                          <p:cTn id="68" fill="hold">
                            <p:stCondLst>
                              <p:cond delay="5500"/>
                            </p:stCondLst>
                            <p:childTnLst>
                              <p:par>
                                <p:cTn id="69" presetID="22" presetClass="entr" presetSubtype="8" fill="hold" grpId="0" nodeType="afterEffect">
                                  <p:stCondLst>
                                    <p:cond delay="0"/>
                                  </p:stCondLst>
                                  <p:childTnLst>
                                    <p:set>
                                      <p:cBhvr>
                                        <p:cTn id="70" dur="1" fill="hold">
                                          <p:stCondLst>
                                            <p:cond delay="0"/>
                                          </p:stCondLst>
                                        </p:cTn>
                                        <p:tgtEl>
                                          <p:spTgt spid="118825"/>
                                        </p:tgtEl>
                                        <p:attrNameLst>
                                          <p:attrName>style.visibility</p:attrName>
                                        </p:attrNameLst>
                                      </p:cBhvr>
                                      <p:to>
                                        <p:strVal val="visible"/>
                                      </p:to>
                                    </p:set>
                                    <p:animEffect transition="in" filter="wipe(left)">
                                      <p:cBhvr>
                                        <p:cTn id="71" dur="500"/>
                                        <p:tgtEl>
                                          <p:spTgt spid="118825"/>
                                        </p:tgtEl>
                                      </p:cBhvr>
                                    </p:animEffect>
                                  </p:childTnLst>
                                </p:cTn>
                              </p:par>
                            </p:childTnLst>
                          </p:cTn>
                        </p:par>
                        <p:par>
                          <p:cTn id="72" fill="hold">
                            <p:stCondLst>
                              <p:cond delay="6000"/>
                            </p:stCondLst>
                            <p:childTnLst>
                              <p:par>
                                <p:cTn id="73" presetID="22" presetClass="entr" presetSubtype="8" fill="hold" grpId="0" nodeType="afterEffect">
                                  <p:stCondLst>
                                    <p:cond delay="0"/>
                                  </p:stCondLst>
                                  <p:childTnLst>
                                    <p:set>
                                      <p:cBhvr>
                                        <p:cTn id="74" dur="1" fill="hold">
                                          <p:stCondLst>
                                            <p:cond delay="0"/>
                                          </p:stCondLst>
                                        </p:cTn>
                                        <p:tgtEl>
                                          <p:spTgt spid="118824"/>
                                        </p:tgtEl>
                                        <p:attrNameLst>
                                          <p:attrName>style.visibility</p:attrName>
                                        </p:attrNameLst>
                                      </p:cBhvr>
                                      <p:to>
                                        <p:strVal val="visible"/>
                                      </p:to>
                                    </p:set>
                                    <p:animEffect transition="in" filter="wipe(left)">
                                      <p:cBhvr>
                                        <p:cTn id="75" dur="500"/>
                                        <p:tgtEl>
                                          <p:spTgt spid="118824"/>
                                        </p:tgtEl>
                                      </p:cBhvr>
                                    </p:animEffect>
                                  </p:childTnLst>
                                </p:cTn>
                              </p:par>
                            </p:childTnLst>
                          </p:cTn>
                        </p:par>
                        <p:par>
                          <p:cTn id="76" fill="hold">
                            <p:stCondLst>
                              <p:cond delay="6500"/>
                            </p:stCondLst>
                            <p:childTnLst>
                              <p:par>
                                <p:cTn id="77" presetID="22" presetClass="entr" presetSubtype="8" fill="hold" grpId="0" nodeType="afterEffect">
                                  <p:stCondLst>
                                    <p:cond delay="0"/>
                                  </p:stCondLst>
                                  <p:childTnLst>
                                    <p:set>
                                      <p:cBhvr>
                                        <p:cTn id="78" dur="1" fill="hold">
                                          <p:stCondLst>
                                            <p:cond delay="0"/>
                                          </p:stCondLst>
                                        </p:cTn>
                                        <p:tgtEl>
                                          <p:spTgt spid="118823"/>
                                        </p:tgtEl>
                                        <p:attrNameLst>
                                          <p:attrName>style.visibility</p:attrName>
                                        </p:attrNameLst>
                                      </p:cBhvr>
                                      <p:to>
                                        <p:strVal val="visible"/>
                                      </p:to>
                                    </p:set>
                                    <p:animEffect transition="in" filter="wipe(left)">
                                      <p:cBhvr>
                                        <p:cTn id="79" dur="500"/>
                                        <p:tgtEl>
                                          <p:spTgt spid="118823"/>
                                        </p:tgtEl>
                                      </p:cBhvr>
                                    </p:animEffect>
                                  </p:childTnLst>
                                </p:cTn>
                              </p:par>
                            </p:childTnLst>
                          </p:cTn>
                        </p:par>
                        <p:par>
                          <p:cTn id="80" fill="hold">
                            <p:stCondLst>
                              <p:cond delay="7000"/>
                            </p:stCondLst>
                            <p:childTnLst>
                              <p:par>
                                <p:cTn id="81" presetID="22" presetClass="entr" presetSubtype="8" fill="hold" grpId="0" nodeType="afterEffect">
                                  <p:stCondLst>
                                    <p:cond delay="0"/>
                                  </p:stCondLst>
                                  <p:childTnLst>
                                    <p:set>
                                      <p:cBhvr>
                                        <p:cTn id="82" dur="1" fill="hold">
                                          <p:stCondLst>
                                            <p:cond delay="0"/>
                                          </p:stCondLst>
                                        </p:cTn>
                                        <p:tgtEl>
                                          <p:spTgt spid="118822"/>
                                        </p:tgtEl>
                                        <p:attrNameLst>
                                          <p:attrName>style.visibility</p:attrName>
                                        </p:attrNameLst>
                                      </p:cBhvr>
                                      <p:to>
                                        <p:strVal val="visible"/>
                                      </p:to>
                                    </p:set>
                                    <p:animEffect transition="in" filter="wipe(left)">
                                      <p:cBhvr>
                                        <p:cTn id="83" dur="500"/>
                                        <p:tgtEl>
                                          <p:spTgt spid="118822"/>
                                        </p:tgtEl>
                                      </p:cBhvr>
                                    </p:animEffect>
                                  </p:childTnLst>
                                </p:cTn>
                              </p:par>
                            </p:childTnLst>
                          </p:cTn>
                        </p:par>
                        <p:par>
                          <p:cTn id="84" fill="hold">
                            <p:stCondLst>
                              <p:cond delay="7500"/>
                            </p:stCondLst>
                            <p:childTnLst>
                              <p:par>
                                <p:cTn id="85" presetID="22" presetClass="entr" presetSubtype="8" fill="hold" grpId="0" nodeType="afterEffect">
                                  <p:stCondLst>
                                    <p:cond delay="0"/>
                                  </p:stCondLst>
                                  <p:childTnLst>
                                    <p:set>
                                      <p:cBhvr>
                                        <p:cTn id="86" dur="1" fill="hold">
                                          <p:stCondLst>
                                            <p:cond delay="0"/>
                                          </p:stCondLst>
                                        </p:cTn>
                                        <p:tgtEl>
                                          <p:spTgt spid="118821"/>
                                        </p:tgtEl>
                                        <p:attrNameLst>
                                          <p:attrName>style.visibility</p:attrName>
                                        </p:attrNameLst>
                                      </p:cBhvr>
                                      <p:to>
                                        <p:strVal val="visible"/>
                                      </p:to>
                                    </p:set>
                                    <p:animEffect transition="in" filter="wipe(left)">
                                      <p:cBhvr>
                                        <p:cTn id="87" dur="500"/>
                                        <p:tgtEl>
                                          <p:spTgt spid="118821"/>
                                        </p:tgtEl>
                                      </p:cBhvr>
                                    </p:animEffect>
                                  </p:childTnLst>
                                </p:cTn>
                              </p:par>
                            </p:childTnLst>
                          </p:cTn>
                        </p:par>
                        <p:par>
                          <p:cTn id="88" fill="hold">
                            <p:stCondLst>
                              <p:cond delay="8000"/>
                            </p:stCondLst>
                            <p:childTnLst>
                              <p:par>
                                <p:cTn id="89" presetID="22" presetClass="entr" presetSubtype="8" fill="hold" grpId="0" nodeType="afterEffect">
                                  <p:stCondLst>
                                    <p:cond delay="0"/>
                                  </p:stCondLst>
                                  <p:childTnLst>
                                    <p:set>
                                      <p:cBhvr>
                                        <p:cTn id="90" dur="1" fill="hold">
                                          <p:stCondLst>
                                            <p:cond delay="0"/>
                                          </p:stCondLst>
                                        </p:cTn>
                                        <p:tgtEl>
                                          <p:spTgt spid="118820"/>
                                        </p:tgtEl>
                                        <p:attrNameLst>
                                          <p:attrName>style.visibility</p:attrName>
                                        </p:attrNameLst>
                                      </p:cBhvr>
                                      <p:to>
                                        <p:strVal val="visible"/>
                                      </p:to>
                                    </p:set>
                                    <p:animEffect transition="in" filter="wipe(left)">
                                      <p:cBhvr>
                                        <p:cTn id="91" dur="500"/>
                                        <p:tgtEl>
                                          <p:spTgt spid="118820"/>
                                        </p:tgtEl>
                                      </p:cBhvr>
                                    </p:animEffect>
                                  </p:childTnLst>
                                </p:cTn>
                              </p:par>
                            </p:childTnLst>
                          </p:cTn>
                        </p:par>
                        <p:par>
                          <p:cTn id="92" fill="hold">
                            <p:stCondLst>
                              <p:cond delay="8500"/>
                            </p:stCondLst>
                            <p:childTnLst>
                              <p:par>
                                <p:cTn id="93" presetID="22" presetClass="entr" presetSubtype="8" fill="hold" grpId="0" nodeType="afterEffect">
                                  <p:stCondLst>
                                    <p:cond delay="0"/>
                                  </p:stCondLst>
                                  <p:childTnLst>
                                    <p:set>
                                      <p:cBhvr>
                                        <p:cTn id="94" dur="1" fill="hold">
                                          <p:stCondLst>
                                            <p:cond delay="0"/>
                                          </p:stCondLst>
                                        </p:cTn>
                                        <p:tgtEl>
                                          <p:spTgt spid="118819"/>
                                        </p:tgtEl>
                                        <p:attrNameLst>
                                          <p:attrName>style.visibility</p:attrName>
                                        </p:attrNameLst>
                                      </p:cBhvr>
                                      <p:to>
                                        <p:strVal val="visible"/>
                                      </p:to>
                                    </p:set>
                                    <p:animEffect transition="in" filter="wipe(left)">
                                      <p:cBhvr>
                                        <p:cTn id="95" dur="500"/>
                                        <p:tgtEl>
                                          <p:spTgt spid="118819"/>
                                        </p:tgtEl>
                                      </p:cBhvr>
                                    </p:animEffect>
                                  </p:childTnLst>
                                </p:cTn>
                              </p:par>
                            </p:childTnLst>
                          </p:cTn>
                        </p:par>
                        <p:par>
                          <p:cTn id="96" fill="hold">
                            <p:stCondLst>
                              <p:cond delay="9000"/>
                            </p:stCondLst>
                            <p:childTnLst>
                              <p:par>
                                <p:cTn id="97" presetID="22" presetClass="entr" presetSubtype="8" fill="hold" grpId="0" nodeType="afterEffect">
                                  <p:stCondLst>
                                    <p:cond delay="0"/>
                                  </p:stCondLst>
                                  <p:childTnLst>
                                    <p:set>
                                      <p:cBhvr>
                                        <p:cTn id="98" dur="1" fill="hold">
                                          <p:stCondLst>
                                            <p:cond delay="0"/>
                                          </p:stCondLst>
                                        </p:cTn>
                                        <p:tgtEl>
                                          <p:spTgt spid="118818"/>
                                        </p:tgtEl>
                                        <p:attrNameLst>
                                          <p:attrName>style.visibility</p:attrName>
                                        </p:attrNameLst>
                                      </p:cBhvr>
                                      <p:to>
                                        <p:strVal val="visible"/>
                                      </p:to>
                                    </p:set>
                                    <p:animEffect transition="in" filter="wipe(left)">
                                      <p:cBhvr>
                                        <p:cTn id="99" dur="500"/>
                                        <p:tgtEl>
                                          <p:spTgt spid="118818"/>
                                        </p:tgtEl>
                                      </p:cBhvr>
                                    </p:animEffect>
                                  </p:childTnLst>
                                </p:cTn>
                              </p:par>
                            </p:childTnLst>
                          </p:cTn>
                        </p:par>
                        <p:par>
                          <p:cTn id="100" fill="hold">
                            <p:stCondLst>
                              <p:cond delay="9500"/>
                            </p:stCondLst>
                            <p:childTnLst>
                              <p:par>
                                <p:cTn id="101" presetID="22" presetClass="entr" presetSubtype="8" fill="hold" grpId="0" nodeType="afterEffect">
                                  <p:stCondLst>
                                    <p:cond delay="0"/>
                                  </p:stCondLst>
                                  <p:childTnLst>
                                    <p:set>
                                      <p:cBhvr>
                                        <p:cTn id="102" dur="1" fill="hold">
                                          <p:stCondLst>
                                            <p:cond delay="0"/>
                                          </p:stCondLst>
                                        </p:cTn>
                                        <p:tgtEl>
                                          <p:spTgt spid="118817"/>
                                        </p:tgtEl>
                                        <p:attrNameLst>
                                          <p:attrName>style.visibility</p:attrName>
                                        </p:attrNameLst>
                                      </p:cBhvr>
                                      <p:to>
                                        <p:strVal val="visible"/>
                                      </p:to>
                                    </p:set>
                                    <p:animEffect transition="in" filter="wipe(left)">
                                      <p:cBhvr>
                                        <p:cTn id="103" dur="500"/>
                                        <p:tgtEl>
                                          <p:spTgt spid="118817"/>
                                        </p:tgtEl>
                                      </p:cBhvr>
                                    </p:animEffect>
                                  </p:childTnLst>
                                </p:cTn>
                              </p:par>
                            </p:childTnLst>
                          </p:cTn>
                        </p:par>
                        <p:par>
                          <p:cTn id="104" fill="hold">
                            <p:stCondLst>
                              <p:cond delay="10000"/>
                            </p:stCondLst>
                            <p:childTnLst>
                              <p:par>
                                <p:cTn id="105" presetID="22" presetClass="entr" presetSubtype="8" fill="hold" grpId="0" nodeType="afterEffect">
                                  <p:stCondLst>
                                    <p:cond delay="0"/>
                                  </p:stCondLst>
                                  <p:childTnLst>
                                    <p:set>
                                      <p:cBhvr>
                                        <p:cTn id="106" dur="1" fill="hold">
                                          <p:stCondLst>
                                            <p:cond delay="0"/>
                                          </p:stCondLst>
                                        </p:cTn>
                                        <p:tgtEl>
                                          <p:spTgt spid="118816"/>
                                        </p:tgtEl>
                                        <p:attrNameLst>
                                          <p:attrName>style.visibility</p:attrName>
                                        </p:attrNameLst>
                                      </p:cBhvr>
                                      <p:to>
                                        <p:strVal val="visible"/>
                                      </p:to>
                                    </p:set>
                                    <p:animEffect transition="in" filter="wipe(left)">
                                      <p:cBhvr>
                                        <p:cTn id="107" dur="500"/>
                                        <p:tgtEl>
                                          <p:spTgt spid="118816"/>
                                        </p:tgtEl>
                                      </p:cBhvr>
                                    </p:animEffect>
                                  </p:childTnLst>
                                </p:cTn>
                              </p:par>
                            </p:childTnLst>
                          </p:cTn>
                        </p:par>
                        <p:par>
                          <p:cTn id="108" fill="hold">
                            <p:stCondLst>
                              <p:cond delay="10500"/>
                            </p:stCondLst>
                            <p:childTnLst>
                              <p:par>
                                <p:cTn id="109" presetID="22" presetClass="entr" presetSubtype="8" fill="hold" grpId="0" nodeType="afterEffect">
                                  <p:stCondLst>
                                    <p:cond delay="0"/>
                                  </p:stCondLst>
                                  <p:childTnLst>
                                    <p:set>
                                      <p:cBhvr>
                                        <p:cTn id="110" dur="1" fill="hold">
                                          <p:stCondLst>
                                            <p:cond delay="0"/>
                                          </p:stCondLst>
                                        </p:cTn>
                                        <p:tgtEl>
                                          <p:spTgt spid="118815"/>
                                        </p:tgtEl>
                                        <p:attrNameLst>
                                          <p:attrName>style.visibility</p:attrName>
                                        </p:attrNameLst>
                                      </p:cBhvr>
                                      <p:to>
                                        <p:strVal val="visible"/>
                                      </p:to>
                                    </p:set>
                                    <p:animEffect transition="in" filter="wipe(left)">
                                      <p:cBhvr>
                                        <p:cTn id="111" dur="500"/>
                                        <p:tgtEl>
                                          <p:spTgt spid="118815"/>
                                        </p:tgtEl>
                                      </p:cBhvr>
                                    </p:animEffect>
                                  </p:childTnLst>
                                </p:cTn>
                              </p:par>
                            </p:childTnLst>
                          </p:cTn>
                        </p:par>
                        <p:par>
                          <p:cTn id="112" fill="hold">
                            <p:stCondLst>
                              <p:cond delay="11000"/>
                            </p:stCondLst>
                            <p:childTnLst>
                              <p:par>
                                <p:cTn id="113" presetID="22" presetClass="entr" presetSubtype="8" fill="hold" grpId="0" nodeType="afterEffect">
                                  <p:stCondLst>
                                    <p:cond delay="0"/>
                                  </p:stCondLst>
                                  <p:childTnLst>
                                    <p:set>
                                      <p:cBhvr>
                                        <p:cTn id="114" dur="1" fill="hold">
                                          <p:stCondLst>
                                            <p:cond delay="0"/>
                                          </p:stCondLst>
                                        </p:cTn>
                                        <p:tgtEl>
                                          <p:spTgt spid="118814"/>
                                        </p:tgtEl>
                                        <p:attrNameLst>
                                          <p:attrName>style.visibility</p:attrName>
                                        </p:attrNameLst>
                                      </p:cBhvr>
                                      <p:to>
                                        <p:strVal val="visible"/>
                                      </p:to>
                                    </p:set>
                                    <p:animEffect transition="in" filter="wipe(left)">
                                      <p:cBhvr>
                                        <p:cTn id="115" dur="500"/>
                                        <p:tgtEl>
                                          <p:spTgt spid="118814"/>
                                        </p:tgtEl>
                                      </p:cBhvr>
                                    </p:animEffect>
                                  </p:childTnLst>
                                </p:cTn>
                              </p:par>
                            </p:childTnLst>
                          </p:cTn>
                        </p:par>
                        <p:par>
                          <p:cTn id="116" fill="hold">
                            <p:stCondLst>
                              <p:cond delay="11500"/>
                            </p:stCondLst>
                            <p:childTnLst>
                              <p:par>
                                <p:cTn id="117" presetID="22" presetClass="entr" presetSubtype="8" fill="hold" grpId="0" nodeType="afterEffect">
                                  <p:stCondLst>
                                    <p:cond delay="0"/>
                                  </p:stCondLst>
                                  <p:childTnLst>
                                    <p:set>
                                      <p:cBhvr>
                                        <p:cTn id="118" dur="1" fill="hold">
                                          <p:stCondLst>
                                            <p:cond delay="0"/>
                                          </p:stCondLst>
                                        </p:cTn>
                                        <p:tgtEl>
                                          <p:spTgt spid="118813"/>
                                        </p:tgtEl>
                                        <p:attrNameLst>
                                          <p:attrName>style.visibility</p:attrName>
                                        </p:attrNameLst>
                                      </p:cBhvr>
                                      <p:to>
                                        <p:strVal val="visible"/>
                                      </p:to>
                                    </p:set>
                                    <p:animEffect transition="in" filter="wipe(left)">
                                      <p:cBhvr>
                                        <p:cTn id="119" dur="500"/>
                                        <p:tgtEl>
                                          <p:spTgt spid="118813"/>
                                        </p:tgtEl>
                                      </p:cBhvr>
                                    </p:animEffect>
                                  </p:childTnLst>
                                </p:cTn>
                              </p:par>
                            </p:childTnLst>
                          </p:cTn>
                        </p:par>
                        <p:par>
                          <p:cTn id="120" fill="hold">
                            <p:stCondLst>
                              <p:cond delay="12000"/>
                            </p:stCondLst>
                            <p:childTnLst>
                              <p:par>
                                <p:cTn id="121" presetID="22" presetClass="entr" presetSubtype="8" fill="hold" grpId="0" nodeType="afterEffect">
                                  <p:stCondLst>
                                    <p:cond delay="0"/>
                                  </p:stCondLst>
                                  <p:childTnLst>
                                    <p:set>
                                      <p:cBhvr>
                                        <p:cTn id="122" dur="1" fill="hold">
                                          <p:stCondLst>
                                            <p:cond delay="0"/>
                                          </p:stCondLst>
                                        </p:cTn>
                                        <p:tgtEl>
                                          <p:spTgt spid="118812"/>
                                        </p:tgtEl>
                                        <p:attrNameLst>
                                          <p:attrName>style.visibility</p:attrName>
                                        </p:attrNameLst>
                                      </p:cBhvr>
                                      <p:to>
                                        <p:strVal val="visible"/>
                                      </p:to>
                                    </p:set>
                                    <p:animEffect transition="in" filter="wipe(left)">
                                      <p:cBhvr>
                                        <p:cTn id="123" dur="500"/>
                                        <p:tgtEl>
                                          <p:spTgt spid="118812"/>
                                        </p:tgtEl>
                                      </p:cBhvr>
                                    </p:animEffect>
                                  </p:childTnLst>
                                </p:cTn>
                              </p:par>
                            </p:childTnLst>
                          </p:cTn>
                        </p:par>
                        <p:par>
                          <p:cTn id="124" fill="hold">
                            <p:stCondLst>
                              <p:cond delay="12500"/>
                            </p:stCondLst>
                            <p:childTnLst>
                              <p:par>
                                <p:cTn id="125" presetID="22" presetClass="entr" presetSubtype="8" fill="hold" grpId="0" nodeType="afterEffect">
                                  <p:stCondLst>
                                    <p:cond delay="0"/>
                                  </p:stCondLst>
                                  <p:childTnLst>
                                    <p:set>
                                      <p:cBhvr>
                                        <p:cTn id="126" dur="1" fill="hold">
                                          <p:stCondLst>
                                            <p:cond delay="0"/>
                                          </p:stCondLst>
                                        </p:cTn>
                                        <p:tgtEl>
                                          <p:spTgt spid="118811"/>
                                        </p:tgtEl>
                                        <p:attrNameLst>
                                          <p:attrName>style.visibility</p:attrName>
                                        </p:attrNameLst>
                                      </p:cBhvr>
                                      <p:to>
                                        <p:strVal val="visible"/>
                                      </p:to>
                                    </p:set>
                                    <p:animEffect transition="in" filter="wipe(left)">
                                      <p:cBhvr>
                                        <p:cTn id="127" dur="500"/>
                                        <p:tgtEl>
                                          <p:spTgt spid="118811"/>
                                        </p:tgtEl>
                                      </p:cBhvr>
                                    </p:animEffect>
                                  </p:childTnLst>
                                </p:cTn>
                              </p:par>
                            </p:childTnLst>
                          </p:cTn>
                        </p:par>
                        <p:par>
                          <p:cTn id="128" fill="hold">
                            <p:stCondLst>
                              <p:cond delay="13000"/>
                            </p:stCondLst>
                            <p:childTnLst>
                              <p:par>
                                <p:cTn id="129" presetID="22" presetClass="entr" presetSubtype="8" fill="hold" grpId="0" nodeType="afterEffect">
                                  <p:stCondLst>
                                    <p:cond delay="0"/>
                                  </p:stCondLst>
                                  <p:childTnLst>
                                    <p:set>
                                      <p:cBhvr>
                                        <p:cTn id="130" dur="1" fill="hold">
                                          <p:stCondLst>
                                            <p:cond delay="0"/>
                                          </p:stCondLst>
                                        </p:cTn>
                                        <p:tgtEl>
                                          <p:spTgt spid="118810"/>
                                        </p:tgtEl>
                                        <p:attrNameLst>
                                          <p:attrName>style.visibility</p:attrName>
                                        </p:attrNameLst>
                                      </p:cBhvr>
                                      <p:to>
                                        <p:strVal val="visible"/>
                                      </p:to>
                                    </p:set>
                                    <p:animEffect transition="in" filter="wipe(left)">
                                      <p:cBhvr>
                                        <p:cTn id="131" dur="500"/>
                                        <p:tgtEl>
                                          <p:spTgt spid="118810"/>
                                        </p:tgtEl>
                                      </p:cBhvr>
                                    </p:animEffect>
                                  </p:childTnLst>
                                </p:cTn>
                              </p:par>
                            </p:childTnLst>
                          </p:cTn>
                        </p:par>
                        <p:par>
                          <p:cTn id="132" fill="hold">
                            <p:stCondLst>
                              <p:cond delay="13500"/>
                            </p:stCondLst>
                            <p:childTnLst>
                              <p:par>
                                <p:cTn id="133" presetID="22" presetClass="entr" presetSubtype="8" fill="hold" grpId="0" nodeType="afterEffect">
                                  <p:stCondLst>
                                    <p:cond delay="0"/>
                                  </p:stCondLst>
                                  <p:childTnLst>
                                    <p:set>
                                      <p:cBhvr>
                                        <p:cTn id="134" dur="1" fill="hold">
                                          <p:stCondLst>
                                            <p:cond delay="0"/>
                                          </p:stCondLst>
                                        </p:cTn>
                                        <p:tgtEl>
                                          <p:spTgt spid="118809"/>
                                        </p:tgtEl>
                                        <p:attrNameLst>
                                          <p:attrName>style.visibility</p:attrName>
                                        </p:attrNameLst>
                                      </p:cBhvr>
                                      <p:to>
                                        <p:strVal val="visible"/>
                                      </p:to>
                                    </p:set>
                                    <p:animEffect transition="in" filter="wipe(left)">
                                      <p:cBhvr>
                                        <p:cTn id="135" dur="500"/>
                                        <p:tgtEl>
                                          <p:spTgt spid="118809"/>
                                        </p:tgtEl>
                                      </p:cBhvr>
                                    </p:animEffect>
                                  </p:childTnLst>
                                </p:cTn>
                              </p:par>
                            </p:childTnLst>
                          </p:cTn>
                        </p:par>
                        <p:par>
                          <p:cTn id="136" fill="hold">
                            <p:stCondLst>
                              <p:cond delay="14000"/>
                            </p:stCondLst>
                            <p:childTnLst>
                              <p:par>
                                <p:cTn id="137" presetID="22" presetClass="entr" presetSubtype="8" fill="hold" grpId="0" nodeType="afterEffect">
                                  <p:stCondLst>
                                    <p:cond delay="0"/>
                                  </p:stCondLst>
                                  <p:childTnLst>
                                    <p:set>
                                      <p:cBhvr>
                                        <p:cTn id="138" dur="1" fill="hold">
                                          <p:stCondLst>
                                            <p:cond delay="0"/>
                                          </p:stCondLst>
                                        </p:cTn>
                                        <p:tgtEl>
                                          <p:spTgt spid="118808"/>
                                        </p:tgtEl>
                                        <p:attrNameLst>
                                          <p:attrName>style.visibility</p:attrName>
                                        </p:attrNameLst>
                                      </p:cBhvr>
                                      <p:to>
                                        <p:strVal val="visible"/>
                                      </p:to>
                                    </p:set>
                                    <p:animEffect transition="in" filter="wipe(left)">
                                      <p:cBhvr>
                                        <p:cTn id="139" dur="500"/>
                                        <p:tgtEl>
                                          <p:spTgt spid="118808"/>
                                        </p:tgtEl>
                                      </p:cBhvr>
                                    </p:animEffect>
                                  </p:childTnLst>
                                </p:cTn>
                              </p:par>
                            </p:childTnLst>
                          </p:cTn>
                        </p:par>
                        <p:par>
                          <p:cTn id="140" fill="hold">
                            <p:stCondLst>
                              <p:cond delay="14500"/>
                            </p:stCondLst>
                            <p:childTnLst>
                              <p:par>
                                <p:cTn id="141" presetID="22" presetClass="entr" presetSubtype="8" fill="hold" grpId="0" nodeType="afterEffect">
                                  <p:stCondLst>
                                    <p:cond delay="0"/>
                                  </p:stCondLst>
                                  <p:childTnLst>
                                    <p:set>
                                      <p:cBhvr>
                                        <p:cTn id="142" dur="1" fill="hold">
                                          <p:stCondLst>
                                            <p:cond delay="0"/>
                                          </p:stCondLst>
                                        </p:cTn>
                                        <p:tgtEl>
                                          <p:spTgt spid="118807"/>
                                        </p:tgtEl>
                                        <p:attrNameLst>
                                          <p:attrName>style.visibility</p:attrName>
                                        </p:attrNameLst>
                                      </p:cBhvr>
                                      <p:to>
                                        <p:strVal val="visible"/>
                                      </p:to>
                                    </p:set>
                                    <p:animEffect transition="in" filter="wipe(left)">
                                      <p:cBhvr>
                                        <p:cTn id="143" dur="500"/>
                                        <p:tgtEl>
                                          <p:spTgt spid="118807"/>
                                        </p:tgtEl>
                                      </p:cBhvr>
                                    </p:animEffect>
                                  </p:childTnLst>
                                </p:cTn>
                              </p:par>
                            </p:childTnLst>
                          </p:cTn>
                        </p:par>
                        <p:par>
                          <p:cTn id="144" fill="hold">
                            <p:stCondLst>
                              <p:cond delay="15000"/>
                            </p:stCondLst>
                            <p:childTnLst>
                              <p:par>
                                <p:cTn id="145" presetID="22" presetClass="entr" presetSubtype="8" fill="hold" grpId="0" nodeType="afterEffect">
                                  <p:stCondLst>
                                    <p:cond delay="0"/>
                                  </p:stCondLst>
                                  <p:childTnLst>
                                    <p:set>
                                      <p:cBhvr>
                                        <p:cTn id="146" dur="1" fill="hold">
                                          <p:stCondLst>
                                            <p:cond delay="0"/>
                                          </p:stCondLst>
                                        </p:cTn>
                                        <p:tgtEl>
                                          <p:spTgt spid="118806"/>
                                        </p:tgtEl>
                                        <p:attrNameLst>
                                          <p:attrName>style.visibility</p:attrName>
                                        </p:attrNameLst>
                                      </p:cBhvr>
                                      <p:to>
                                        <p:strVal val="visible"/>
                                      </p:to>
                                    </p:set>
                                    <p:animEffect transition="in" filter="wipe(left)">
                                      <p:cBhvr>
                                        <p:cTn id="147" dur="500"/>
                                        <p:tgtEl>
                                          <p:spTgt spid="118806"/>
                                        </p:tgtEl>
                                      </p:cBhvr>
                                    </p:animEffect>
                                  </p:childTnLst>
                                </p:cTn>
                              </p:par>
                            </p:childTnLst>
                          </p:cTn>
                        </p:par>
                        <p:par>
                          <p:cTn id="148" fill="hold">
                            <p:stCondLst>
                              <p:cond delay="15500"/>
                            </p:stCondLst>
                            <p:childTnLst>
                              <p:par>
                                <p:cTn id="149" presetID="22" presetClass="entr" presetSubtype="8" fill="hold" grpId="0" nodeType="afterEffect">
                                  <p:stCondLst>
                                    <p:cond delay="0"/>
                                  </p:stCondLst>
                                  <p:childTnLst>
                                    <p:set>
                                      <p:cBhvr>
                                        <p:cTn id="150" dur="1" fill="hold">
                                          <p:stCondLst>
                                            <p:cond delay="0"/>
                                          </p:stCondLst>
                                        </p:cTn>
                                        <p:tgtEl>
                                          <p:spTgt spid="118805"/>
                                        </p:tgtEl>
                                        <p:attrNameLst>
                                          <p:attrName>style.visibility</p:attrName>
                                        </p:attrNameLst>
                                      </p:cBhvr>
                                      <p:to>
                                        <p:strVal val="visible"/>
                                      </p:to>
                                    </p:set>
                                    <p:animEffect transition="in" filter="wipe(left)">
                                      <p:cBhvr>
                                        <p:cTn id="151" dur="500"/>
                                        <p:tgtEl>
                                          <p:spTgt spid="118805"/>
                                        </p:tgtEl>
                                      </p:cBhvr>
                                    </p:animEffect>
                                  </p:childTnLst>
                                </p:cTn>
                              </p:par>
                            </p:childTnLst>
                          </p:cTn>
                        </p:par>
                        <p:par>
                          <p:cTn id="152" fill="hold">
                            <p:stCondLst>
                              <p:cond delay="16000"/>
                            </p:stCondLst>
                            <p:childTnLst>
                              <p:par>
                                <p:cTn id="153" presetID="22" presetClass="entr" presetSubtype="8" fill="hold" grpId="0" nodeType="afterEffect">
                                  <p:stCondLst>
                                    <p:cond delay="0"/>
                                  </p:stCondLst>
                                  <p:childTnLst>
                                    <p:set>
                                      <p:cBhvr>
                                        <p:cTn id="154" dur="1" fill="hold">
                                          <p:stCondLst>
                                            <p:cond delay="0"/>
                                          </p:stCondLst>
                                        </p:cTn>
                                        <p:tgtEl>
                                          <p:spTgt spid="118804"/>
                                        </p:tgtEl>
                                        <p:attrNameLst>
                                          <p:attrName>style.visibility</p:attrName>
                                        </p:attrNameLst>
                                      </p:cBhvr>
                                      <p:to>
                                        <p:strVal val="visible"/>
                                      </p:to>
                                    </p:set>
                                    <p:animEffect transition="in" filter="wipe(left)">
                                      <p:cBhvr>
                                        <p:cTn id="155" dur="500"/>
                                        <p:tgtEl>
                                          <p:spTgt spid="118804"/>
                                        </p:tgtEl>
                                      </p:cBhvr>
                                    </p:animEffect>
                                  </p:childTnLst>
                                </p:cTn>
                              </p:par>
                            </p:childTnLst>
                          </p:cTn>
                        </p:par>
                        <p:par>
                          <p:cTn id="156" fill="hold">
                            <p:stCondLst>
                              <p:cond delay="16500"/>
                            </p:stCondLst>
                            <p:childTnLst>
                              <p:par>
                                <p:cTn id="157" presetID="22" presetClass="entr" presetSubtype="8" fill="hold" grpId="0" nodeType="afterEffect">
                                  <p:stCondLst>
                                    <p:cond delay="0"/>
                                  </p:stCondLst>
                                  <p:childTnLst>
                                    <p:set>
                                      <p:cBhvr>
                                        <p:cTn id="158" dur="1" fill="hold">
                                          <p:stCondLst>
                                            <p:cond delay="0"/>
                                          </p:stCondLst>
                                        </p:cTn>
                                        <p:tgtEl>
                                          <p:spTgt spid="118803"/>
                                        </p:tgtEl>
                                        <p:attrNameLst>
                                          <p:attrName>style.visibility</p:attrName>
                                        </p:attrNameLst>
                                      </p:cBhvr>
                                      <p:to>
                                        <p:strVal val="visible"/>
                                      </p:to>
                                    </p:set>
                                    <p:animEffect transition="in" filter="wipe(left)">
                                      <p:cBhvr>
                                        <p:cTn id="159" dur="500"/>
                                        <p:tgtEl>
                                          <p:spTgt spid="118803"/>
                                        </p:tgtEl>
                                      </p:cBhvr>
                                    </p:animEffect>
                                  </p:childTnLst>
                                </p:cTn>
                              </p:par>
                            </p:childTnLst>
                          </p:cTn>
                        </p:par>
                        <p:par>
                          <p:cTn id="160" fill="hold">
                            <p:stCondLst>
                              <p:cond delay="17000"/>
                            </p:stCondLst>
                            <p:childTnLst>
                              <p:par>
                                <p:cTn id="161" presetID="22" presetClass="entr" presetSubtype="8" fill="hold" grpId="0" nodeType="afterEffect">
                                  <p:stCondLst>
                                    <p:cond delay="0"/>
                                  </p:stCondLst>
                                  <p:childTnLst>
                                    <p:set>
                                      <p:cBhvr>
                                        <p:cTn id="162" dur="1" fill="hold">
                                          <p:stCondLst>
                                            <p:cond delay="0"/>
                                          </p:stCondLst>
                                        </p:cTn>
                                        <p:tgtEl>
                                          <p:spTgt spid="118802"/>
                                        </p:tgtEl>
                                        <p:attrNameLst>
                                          <p:attrName>style.visibility</p:attrName>
                                        </p:attrNameLst>
                                      </p:cBhvr>
                                      <p:to>
                                        <p:strVal val="visible"/>
                                      </p:to>
                                    </p:set>
                                    <p:animEffect transition="in" filter="wipe(left)">
                                      <p:cBhvr>
                                        <p:cTn id="163" dur="500"/>
                                        <p:tgtEl>
                                          <p:spTgt spid="118802"/>
                                        </p:tgtEl>
                                      </p:cBhvr>
                                    </p:animEffect>
                                  </p:childTnLst>
                                </p:cTn>
                              </p:par>
                            </p:childTnLst>
                          </p:cTn>
                        </p:par>
                      </p:childTnLst>
                    </p:cTn>
                  </p:par>
                  <p:par>
                    <p:cTn id="164" fill="hold">
                      <p:stCondLst>
                        <p:cond delay="indefinite"/>
                      </p:stCondLst>
                      <p:childTnLst>
                        <p:par>
                          <p:cTn id="165" fill="hold">
                            <p:stCondLst>
                              <p:cond delay="0"/>
                            </p:stCondLst>
                            <p:childTnLst>
                              <p:par>
                                <p:cTn id="166" presetID="23" presetClass="entr" presetSubtype="32" fill="hold" grpId="0" nodeType="clickEffect">
                                  <p:stCondLst>
                                    <p:cond delay="0"/>
                                  </p:stCondLst>
                                  <p:childTnLst>
                                    <p:set>
                                      <p:cBhvr>
                                        <p:cTn id="167" dur="1" fill="hold">
                                          <p:stCondLst>
                                            <p:cond delay="0"/>
                                          </p:stCondLst>
                                        </p:cTn>
                                        <p:tgtEl>
                                          <p:spTgt spid="118799"/>
                                        </p:tgtEl>
                                        <p:attrNameLst>
                                          <p:attrName>style.visibility</p:attrName>
                                        </p:attrNameLst>
                                      </p:cBhvr>
                                      <p:to>
                                        <p:strVal val="visible"/>
                                      </p:to>
                                    </p:set>
                                    <p:anim calcmode="lin" valueType="num">
                                      <p:cBhvr>
                                        <p:cTn id="168" dur="500" fill="hold"/>
                                        <p:tgtEl>
                                          <p:spTgt spid="118799"/>
                                        </p:tgtEl>
                                        <p:attrNameLst>
                                          <p:attrName>ppt_w</p:attrName>
                                        </p:attrNameLst>
                                      </p:cBhvr>
                                      <p:tavLst>
                                        <p:tav tm="0">
                                          <p:val>
                                            <p:strVal val="4*#ppt_w"/>
                                          </p:val>
                                        </p:tav>
                                        <p:tav tm="100000">
                                          <p:val>
                                            <p:strVal val="#ppt_w"/>
                                          </p:val>
                                        </p:tav>
                                      </p:tavLst>
                                    </p:anim>
                                    <p:anim calcmode="lin" valueType="num">
                                      <p:cBhvr>
                                        <p:cTn id="169" dur="500" fill="hold"/>
                                        <p:tgtEl>
                                          <p:spTgt spid="118799"/>
                                        </p:tgtEl>
                                        <p:attrNameLst>
                                          <p:attrName>ppt_h</p:attrName>
                                        </p:attrNameLst>
                                      </p:cBhvr>
                                      <p:tavLst>
                                        <p:tav tm="0">
                                          <p:val>
                                            <p:strVal val="4*#ppt_h"/>
                                          </p:val>
                                        </p:tav>
                                        <p:tav tm="100000">
                                          <p:val>
                                            <p:strVal val="#ppt_h"/>
                                          </p:val>
                                        </p:tav>
                                      </p:tavLst>
                                    </p:anim>
                                  </p:childTnLst>
                                </p:cTn>
                              </p:par>
                            </p:childTnLst>
                          </p:cTn>
                        </p:par>
                        <p:par>
                          <p:cTn id="170" fill="hold">
                            <p:stCondLst>
                              <p:cond delay="500"/>
                            </p:stCondLst>
                            <p:childTnLst>
                              <p:par>
                                <p:cTn id="171" presetID="22" presetClass="entr" presetSubtype="8" fill="hold" grpId="0" nodeType="afterEffect">
                                  <p:stCondLst>
                                    <p:cond delay="0"/>
                                  </p:stCondLst>
                                  <p:childTnLst>
                                    <p:set>
                                      <p:cBhvr>
                                        <p:cTn id="172" dur="1" fill="hold">
                                          <p:stCondLst>
                                            <p:cond delay="0"/>
                                          </p:stCondLst>
                                        </p:cTn>
                                        <p:tgtEl>
                                          <p:spTgt spid="118798"/>
                                        </p:tgtEl>
                                        <p:attrNameLst>
                                          <p:attrName>style.visibility</p:attrName>
                                        </p:attrNameLst>
                                      </p:cBhvr>
                                      <p:to>
                                        <p:strVal val="visible"/>
                                      </p:to>
                                    </p:set>
                                    <p:animEffect transition="in" filter="wipe(left)">
                                      <p:cBhvr>
                                        <p:cTn id="173" dur="500"/>
                                        <p:tgtEl>
                                          <p:spTgt spid="118798"/>
                                        </p:tgtEl>
                                      </p:cBhvr>
                                    </p:animEffect>
                                  </p:childTnLst>
                                </p:cTn>
                              </p:par>
                            </p:childTnLst>
                          </p:cTn>
                        </p:par>
                      </p:childTnLst>
                    </p:cTn>
                  </p:par>
                  <p:par>
                    <p:cTn id="174" fill="hold">
                      <p:stCondLst>
                        <p:cond delay="indefinite"/>
                      </p:stCondLst>
                      <p:childTnLst>
                        <p:par>
                          <p:cTn id="175" fill="hold">
                            <p:stCondLst>
                              <p:cond delay="0"/>
                            </p:stCondLst>
                            <p:childTnLst>
                              <p:par>
                                <p:cTn id="176" presetID="3" presetClass="entr" presetSubtype="5" fill="hold" grpId="0" nodeType="clickEffect">
                                  <p:stCondLst>
                                    <p:cond delay="0"/>
                                  </p:stCondLst>
                                  <p:childTnLst>
                                    <p:set>
                                      <p:cBhvr>
                                        <p:cTn id="177" dur="1" fill="hold">
                                          <p:stCondLst>
                                            <p:cond delay="0"/>
                                          </p:stCondLst>
                                        </p:cTn>
                                        <p:tgtEl>
                                          <p:spTgt spid="118800"/>
                                        </p:tgtEl>
                                        <p:attrNameLst>
                                          <p:attrName>style.visibility</p:attrName>
                                        </p:attrNameLst>
                                      </p:cBhvr>
                                      <p:to>
                                        <p:strVal val="visible"/>
                                      </p:to>
                                    </p:set>
                                    <p:animEffect transition="in" filter="blinds(vertical)">
                                      <p:cBhvr>
                                        <p:cTn id="178" dur="500"/>
                                        <p:tgtEl>
                                          <p:spTgt spid="1188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92" grpId="0"/>
      <p:bldP spid="118794" grpId="0" animBg="1"/>
      <p:bldP spid="118797" grpId="0"/>
      <p:bldP spid="118798" grpId="0"/>
      <p:bldP spid="118799" grpId="0" animBg="1"/>
      <p:bldP spid="118800" grpId="0"/>
      <p:bldP spid="118801" grpId="0"/>
      <p:bldP spid="118802" grpId="0" animBg="1"/>
      <p:bldP spid="118803" grpId="0" animBg="1"/>
      <p:bldP spid="118804" grpId="0" animBg="1"/>
      <p:bldP spid="118805" grpId="0" animBg="1"/>
      <p:bldP spid="118806" grpId="0" animBg="1"/>
      <p:bldP spid="118807" grpId="0" animBg="1"/>
      <p:bldP spid="118808" grpId="0" animBg="1"/>
      <p:bldP spid="118809" grpId="0" animBg="1"/>
      <p:bldP spid="118810" grpId="0" animBg="1"/>
      <p:bldP spid="118811" grpId="0" animBg="1"/>
      <p:bldP spid="118812" grpId="0" animBg="1"/>
      <p:bldP spid="118813" grpId="0" animBg="1"/>
      <p:bldP spid="118814" grpId="0" animBg="1"/>
      <p:bldP spid="118815" grpId="0" animBg="1"/>
      <p:bldP spid="118816" grpId="0" animBg="1"/>
      <p:bldP spid="118817" grpId="0" animBg="1"/>
      <p:bldP spid="118818" grpId="0" animBg="1"/>
      <p:bldP spid="118819" grpId="0" animBg="1"/>
      <p:bldP spid="118820" grpId="0" animBg="1"/>
      <p:bldP spid="118821" grpId="0" animBg="1"/>
      <p:bldP spid="118822" grpId="0" animBg="1"/>
      <p:bldP spid="118823" grpId="0" animBg="1"/>
      <p:bldP spid="118824" grpId="0" animBg="1"/>
      <p:bldP spid="118825" grpId="0" animBg="1"/>
      <p:bldP spid="118826" grpId="0" animBg="1"/>
      <p:bldP spid="118827" grpId="0" animBg="1"/>
      <p:bldP spid="118828" grpId="0" animBg="1"/>
      <p:bldP spid="118829" grpId="0" animBg="1"/>
      <p:bldP spid="118830" grpId="0" animBg="1"/>
      <p:bldP spid="118831" grpId="0" animBg="1"/>
      <p:bldP spid="118832" grpId="0" animBg="1"/>
      <p:bldP spid="118833" grpId="0" animBg="1"/>
      <p:bldP spid="118834" grpId="0" animBg="1"/>
      <p:bldP spid="118835" grpId="0" animBg="1"/>
      <p:bldP spid="118836"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ext Box 2"/>
          <p:cNvSpPr txBox="1">
            <a:spLocks noChangeArrowheads="1"/>
          </p:cNvSpPr>
          <p:nvPr/>
        </p:nvSpPr>
        <p:spPr bwMode="auto">
          <a:xfrm>
            <a:off x="179388" y="476250"/>
            <a:ext cx="8712200" cy="936625"/>
          </a:xfrm>
          <a:prstGeom prst="rect">
            <a:avLst/>
          </a:prstGeom>
          <a:noFill/>
          <a:ln w="9525">
            <a:noFill/>
            <a:miter lim="800000"/>
            <a:headEnd/>
            <a:tailEnd/>
          </a:ln>
        </p:spPr>
        <p:txBody>
          <a:bodyPr>
            <a:spAutoFit/>
          </a:bodyPr>
          <a:lstStyle/>
          <a:p>
            <a:pPr>
              <a:lnSpc>
                <a:spcPct val="120000"/>
              </a:lnSpc>
            </a:pPr>
            <a:r>
              <a:rPr kumimoji="1" lang="en-US" altLang="zh-CN" sz="2400">
                <a:latin typeface="Times New Roman" pitchFamily="18" charset="0"/>
              </a:rPr>
              <a:t>(1) </a:t>
            </a:r>
            <a:r>
              <a:rPr kumimoji="1" lang="zh-CN" altLang="en-US" sz="2400">
                <a:latin typeface="Times New Roman" pitchFamily="18" charset="0"/>
              </a:rPr>
              <a:t>从</a:t>
            </a:r>
            <a:r>
              <a:rPr kumimoji="1" lang="zh-CN" altLang="en-US" sz="2400">
                <a:solidFill>
                  <a:srgbClr val="FF6600"/>
                </a:solidFill>
                <a:latin typeface="Times New Roman" pitchFamily="18" charset="0"/>
              </a:rPr>
              <a:t>宇宙射线</a:t>
            </a:r>
            <a:r>
              <a:rPr kumimoji="1" lang="zh-CN" altLang="en-US" sz="2400">
                <a:latin typeface="Times New Roman" pitchFamily="18" charset="0"/>
              </a:rPr>
              <a:t>和</a:t>
            </a:r>
            <a:r>
              <a:rPr kumimoji="1" lang="zh-CN" altLang="en-US" sz="2400">
                <a:solidFill>
                  <a:srgbClr val="FF6600"/>
                </a:solidFill>
                <a:latin typeface="Times New Roman" pitchFamily="18" charset="0"/>
              </a:rPr>
              <a:t>加速器实验</a:t>
            </a:r>
            <a:r>
              <a:rPr kumimoji="1" lang="zh-CN" altLang="en-US" sz="2400">
                <a:latin typeface="Times New Roman" pitchFamily="18" charset="0"/>
              </a:rPr>
              <a:t>中发现了</a:t>
            </a:r>
            <a:r>
              <a:rPr kumimoji="1" lang="en-US" altLang="zh-CN" sz="2400">
                <a:latin typeface="Times New Roman" pitchFamily="18" charset="0"/>
              </a:rPr>
              <a:t>700</a:t>
            </a:r>
            <a:r>
              <a:rPr kumimoji="1" lang="zh-CN" altLang="en-US" sz="2400">
                <a:latin typeface="Times New Roman" pitchFamily="18" charset="0"/>
              </a:rPr>
              <a:t>多种粒子，其中绝大多数是</a:t>
            </a:r>
            <a:r>
              <a:rPr kumimoji="1" lang="zh-CN" altLang="en-US" sz="2400">
                <a:solidFill>
                  <a:srgbClr val="FF6600"/>
                </a:solidFill>
                <a:latin typeface="Times New Roman" pitchFamily="18" charset="0"/>
              </a:rPr>
              <a:t>强子</a:t>
            </a:r>
            <a:r>
              <a:rPr kumimoji="1" lang="zh-CN" altLang="en-US" sz="2400">
                <a:latin typeface="Times New Roman" pitchFamily="18" charset="0"/>
              </a:rPr>
              <a:t>：</a:t>
            </a:r>
          </a:p>
        </p:txBody>
      </p:sp>
      <p:sp>
        <p:nvSpPr>
          <p:cNvPr id="139267" name="AutoShape 3"/>
          <p:cNvSpPr>
            <a:spLocks/>
          </p:cNvSpPr>
          <p:nvPr/>
        </p:nvSpPr>
        <p:spPr bwMode="auto">
          <a:xfrm>
            <a:off x="1293813" y="1881188"/>
            <a:ext cx="134937" cy="2047875"/>
          </a:xfrm>
          <a:prstGeom prst="leftBrace">
            <a:avLst>
              <a:gd name="adj1" fmla="val 87476"/>
              <a:gd name="adj2" fmla="val 50000"/>
            </a:avLst>
          </a:prstGeom>
          <a:noFill/>
          <a:ln w="9525">
            <a:solidFill>
              <a:schemeClr val="tx1"/>
            </a:solidFill>
            <a:round/>
            <a:headEnd/>
            <a:tailEnd/>
          </a:ln>
        </p:spPr>
        <p:txBody>
          <a:bodyPr wrap="none" anchor="ctr"/>
          <a:lstStyle/>
          <a:p>
            <a:endParaRPr lang="zh-CN" altLang="en-US" sz="2400">
              <a:latin typeface="Times New Roman" pitchFamily="18" charset="0"/>
            </a:endParaRPr>
          </a:p>
        </p:txBody>
      </p:sp>
      <p:sp>
        <p:nvSpPr>
          <p:cNvPr id="139268" name="Text Box 4"/>
          <p:cNvSpPr txBox="1">
            <a:spLocks noChangeArrowheads="1"/>
          </p:cNvSpPr>
          <p:nvPr/>
        </p:nvSpPr>
        <p:spPr bwMode="auto">
          <a:xfrm>
            <a:off x="395288" y="2681288"/>
            <a:ext cx="1169987" cy="461962"/>
          </a:xfrm>
          <a:prstGeom prst="rect">
            <a:avLst/>
          </a:prstGeom>
          <a:noFill/>
          <a:ln w="9525">
            <a:noFill/>
            <a:miter lim="800000"/>
            <a:headEnd/>
            <a:tailEnd/>
          </a:ln>
        </p:spPr>
        <p:txBody>
          <a:bodyPr>
            <a:spAutoFit/>
          </a:bodyPr>
          <a:lstStyle/>
          <a:p>
            <a:r>
              <a:rPr kumimoji="1" lang="zh-CN" altLang="en-US" sz="2400">
                <a:solidFill>
                  <a:srgbClr val="FF6600"/>
                </a:solidFill>
                <a:latin typeface="Times New Roman" pitchFamily="18" charset="0"/>
              </a:rPr>
              <a:t>强子：</a:t>
            </a:r>
          </a:p>
        </p:txBody>
      </p:sp>
      <p:sp>
        <p:nvSpPr>
          <p:cNvPr id="139269" name="Text Box 5"/>
          <p:cNvSpPr txBox="1">
            <a:spLocks noChangeArrowheads="1"/>
          </p:cNvSpPr>
          <p:nvPr/>
        </p:nvSpPr>
        <p:spPr bwMode="auto">
          <a:xfrm>
            <a:off x="1565275" y="2016125"/>
            <a:ext cx="1125538" cy="461963"/>
          </a:xfrm>
          <a:prstGeom prst="rect">
            <a:avLst/>
          </a:prstGeom>
          <a:noFill/>
          <a:ln w="9525">
            <a:noFill/>
            <a:miter lim="800000"/>
            <a:headEnd/>
            <a:tailEnd/>
          </a:ln>
        </p:spPr>
        <p:txBody>
          <a:bodyPr>
            <a:spAutoFit/>
          </a:bodyPr>
          <a:lstStyle/>
          <a:p>
            <a:r>
              <a:rPr kumimoji="1" lang="zh-CN" altLang="en-US" sz="2400">
                <a:solidFill>
                  <a:srgbClr val="FF6600"/>
                </a:solidFill>
                <a:latin typeface="Times New Roman" pitchFamily="18" charset="0"/>
              </a:rPr>
              <a:t>重子：</a:t>
            </a:r>
          </a:p>
        </p:txBody>
      </p:sp>
      <p:sp>
        <p:nvSpPr>
          <p:cNvPr id="139270" name="Text Box 6"/>
          <p:cNvSpPr txBox="1">
            <a:spLocks noChangeArrowheads="1"/>
          </p:cNvSpPr>
          <p:nvPr/>
        </p:nvSpPr>
        <p:spPr bwMode="auto">
          <a:xfrm>
            <a:off x="2349500" y="3492500"/>
            <a:ext cx="6326188" cy="936625"/>
          </a:xfrm>
          <a:prstGeom prst="rect">
            <a:avLst/>
          </a:prstGeom>
          <a:noFill/>
          <a:ln w="9525">
            <a:noFill/>
            <a:miter lim="800000"/>
            <a:headEnd/>
            <a:tailEnd/>
          </a:ln>
        </p:spPr>
        <p:txBody>
          <a:bodyPr>
            <a:spAutoFit/>
          </a:bodyPr>
          <a:lstStyle/>
          <a:p>
            <a:pPr marL="854075" indent="-854075">
              <a:lnSpc>
                <a:spcPct val="120000"/>
              </a:lnSpc>
            </a:pPr>
            <a:r>
              <a:rPr kumimoji="1" lang="en-US" altLang="zh-CN" sz="2400">
                <a:latin typeface="Times New Roman" pitchFamily="18" charset="0"/>
              </a:rPr>
              <a:t>π</a:t>
            </a:r>
            <a:r>
              <a:rPr kumimoji="1" lang="zh-CN" altLang="en-US" sz="2400">
                <a:latin typeface="Times New Roman" pitchFamily="18" charset="0"/>
              </a:rPr>
              <a:t>介子、</a:t>
            </a:r>
            <a:r>
              <a:rPr kumimoji="1" lang="en-US" altLang="zh-CN" sz="2400">
                <a:latin typeface="Times New Roman" pitchFamily="18" charset="0"/>
              </a:rPr>
              <a:t>κ</a:t>
            </a:r>
            <a:r>
              <a:rPr kumimoji="1" lang="zh-CN" altLang="en-US" sz="2400">
                <a:latin typeface="Times New Roman" pitchFamily="18" charset="0"/>
              </a:rPr>
              <a:t>介子、</a:t>
            </a:r>
            <a:r>
              <a:rPr kumimoji="1" lang="en-US" altLang="zh-CN" sz="2400">
                <a:latin typeface="Times New Roman" pitchFamily="18" charset="0"/>
              </a:rPr>
              <a:t>η</a:t>
            </a:r>
            <a:r>
              <a:rPr kumimoji="1" lang="zh-CN" altLang="en-US" sz="2400">
                <a:latin typeface="Times New Roman" pitchFamily="18" charset="0"/>
              </a:rPr>
              <a:t>介子、</a:t>
            </a:r>
            <a:r>
              <a:rPr kumimoji="1" lang="en-US" altLang="zh-CN" sz="2400">
                <a:latin typeface="Times New Roman" pitchFamily="18" charset="0"/>
              </a:rPr>
              <a:t>ψ</a:t>
            </a:r>
            <a:r>
              <a:rPr kumimoji="1" lang="zh-CN" altLang="en-US" sz="2400">
                <a:latin typeface="Times New Roman" pitchFamily="18" charset="0"/>
              </a:rPr>
              <a:t>介子、</a:t>
            </a:r>
            <a:r>
              <a:rPr kumimoji="1" lang="en-US" altLang="zh-CN" sz="2400">
                <a:latin typeface="Times New Roman" pitchFamily="18" charset="0"/>
              </a:rPr>
              <a:t>ν</a:t>
            </a:r>
            <a:r>
              <a:rPr kumimoji="1" lang="zh-CN" altLang="en-US" sz="2400">
                <a:latin typeface="Times New Roman" pitchFamily="18" charset="0"/>
              </a:rPr>
              <a:t>介子、</a:t>
            </a:r>
            <a:r>
              <a:rPr kumimoji="1" lang="en-US" altLang="zh-CN" sz="2400">
                <a:latin typeface="Times New Roman" pitchFamily="18" charset="0"/>
              </a:rPr>
              <a:t>β</a:t>
            </a:r>
            <a:r>
              <a:rPr kumimoji="1" lang="zh-CN" altLang="en-US" sz="2400">
                <a:latin typeface="Times New Roman" pitchFamily="18" charset="0"/>
              </a:rPr>
              <a:t>介子等</a:t>
            </a:r>
          </a:p>
        </p:txBody>
      </p:sp>
      <p:sp>
        <p:nvSpPr>
          <p:cNvPr id="139271" name="AutoShape 7"/>
          <p:cNvSpPr>
            <a:spLocks/>
          </p:cNvSpPr>
          <p:nvPr/>
        </p:nvSpPr>
        <p:spPr bwMode="auto">
          <a:xfrm>
            <a:off x="2420938" y="1655763"/>
            <a:ext cx="76200" cy="1087437"/>
          </a:xfrm>
          <a:prstGeom prst="leftBrace">
            <a:avLst>
              <a:gd name="adj1" fmla="val 118924"/>
              <a:gd name="adj2" fmla="val 50000"/>
            </a:avLst>
          </a:prstGeom>
          <a:noFill/>
          <a:ln w="9525">
            <a:solidFill>
              <a:schemeClr val="tx1"/>
            </a:solidFill>
            <a:round/>
            <a:headEnd/>
            <a:tailEnd/>
          </a:ln>
        </p:spPr>
        <p:txBody>
          <a:bodyPr wrap="none" anchor="ctr"/>
          <a:lstStyle/>
          <a:p>
            <a:endParaRPr lang="zh-CN" altLang="en-US" sz="2400">
              <a:latin typeface="Times New Roman" pitchFamily="18" charset="0"/>
            </a:endParaRPr>
          </a:p>
        </p:txBody>
      </p:sp>
      <p:sp>
        <p:nvSpPr>
          <p:cNvPr id="139272" name="Text Box 8"/>
          <p:cNvSpPr txBox="1">
            <a:spLocks noChangeArrowheads="1"/>
          </p:cNvSpPr>
          <p:nvPr/>
        </p:nvSpPr>
        <p:spPr bwMode="auto">
          <a:xfrm>
            <a:off x="2517775" y="1619250"/>
            <a:ext cx="1208088" cy="461963"/>
          </a:xfrm>
          <a:prstGeom prst="rect">
            <a:avLst/>
          </a:prstGeom>
          <a:noFill/>
          <a:ln w="9525">
            <a:noFill/>
            <a:miter lim="800000"/>
            <a:headEnd/>
            <a:tailEnd/>
          </a:ln>
          <a:effectLst/>
        </p:spPr>
        <p:txBody>
          <a:bodyPr>
            <a:spAutoFit/>
          </a:bodyPr>
          <a:lstStyle/>
          <a:p>
            <a:pPr marL="1611313" indent="-1611313">
              <a:defRPr/>
            </a:pPr>
            <a:r>
              <a:rPr kumimoji="1" lang="zh-CN" altLang="en-US" sz="2400">
                <a:solidFill>
                  <a:srgbClr val="FF6600"/>
                </a:solidFill>
                <a:latin typeface="Times New Roman" pitchFamily="18" charset="0"/>
              </a:rPr>
              <a:t>核子：</a:t>
            </a:r>
            <a:endParaRPr kumimoji="1" lang="zh-CN" altLang="en-US" sz="2400">
              <a:effectLst>
                <a:outerShdw blurRad="38100" dist="38100" dir="2700000" algn="tl">
                  <a:srgbClr val="C0C0C0"/>
                </a:outerShdw>
              </a:effectLst>
              <a:latin typeface="Times New Roman" pitchFamily="18" charset="0"/>
            </a:endParaRPr>
          </a:p>
        </p:txBody>
      </p:sp>
      <p:sp>
        <p:nvSpPr>
          <p:cNvPr id="139273" name="Text Box 9"/>
          <p:cNvSpPr txBox="1">
            <a:spLocks noChangeArrowheads="1"/>
          </p:cNvSpPr>
          <p:nvPr/>
        </p:nvSpPr>
        <p:spPr bwMode="auto">
          <a:xfrm>
            <a:off x="2541588" y="2428875"/>
            <a:ext cx="1138237" cy="461963"/>
          </a:xfrm>
          <a:prstGeom prst="rect">
            <a:avLst/>
          </a:prstGeom>
          <a:noFill/>
          <a:ln w="9525">
            <a:noFill/>
            <a:miter lim="800000"/>
            <a:headEnd/>
            <a:tailEnd/>
          </a:ln>
          <a:effectLst/>
        </p:spPr>
        <p:txBody>
          <a:bodyPr>
            <a:spAutoFit/>
          </a:bodyPr>
          <a:lstStyle/>
          <a:p>
            <a:pPr marL="1611313" indent="-1611313">
              <a:defRPr/>
            </a:pPr>
            <a:r>
              <a:rPr kumimoji="1" lang="zh-CN" altLang="en-US" sz="2400">
                <a:solidFill>
                  <a:srgbClr val="FF6600"/>
                </a:solidFill>
                <a:latin typeface="Times New Roman" pitchFamily="18" charset="0"/>
              </a:rPr>
              <a:t>超子：</a:t>
            </a:r>
            <a:endParaRPr kumimoji="1" lang="zh-CN" altLang="en-US" sz="2400">
              <a:effectLst>
                <a:outerShdw blurRad="38100" dist="38100" dir="2700000" algn="tl">
                  <a:srgbClr val="C0C0C0"/>
                </a:outerShdw>
              </a:effectLst>
              <a:latin typeface="Times New Roman" pitchFamily="18" charset="0"/>
            </a:endParaRPr>
          </a:p>
        </p:txBody>
      </p:sp>
      <p:sp>
        <p:nvSpPr>
          <p:cNvPr id="139276" name="Rectangle 12"/>
          <p:cNvSpPr>
            <a:spLocks noChangeArrowheads="1"/>
          </p:cNvSpPr>
          <p:nvPr/>
        </p:nvSpPr>
        <p:spPr bwMode="auto">
          <a:xfrm>
            <a:off x="1565275" y="3532188"/>
            <a:ext cx="1304925" cy="461962"/>
          </a:xfrm>
          <a:prstGeom prst="rect">
            <a:avLst/>
          </a:prstGeom>
          <a:noFill/>
          <a:ln w="9525">
            <a:noFill/>
            <a:miter lim="800000"/>
            <a:headEnd/>
            <a:tailEnd/>
          </a:ln>
          <a:effectLst/>
        </p:spPr>
        <p:txBody>
          <a:bodyPr>
            <a:spAutoFit/>
          </a:bodyPr>
          <a:lstStyle/>
          <a:p>
            <a:pPr>
              <a:defRPr/>
            </a:pPr>
            <a:r>
              <a:rPr kumimoji="1" lang="zh-CN" altLang="en-US" sz="2400" dirty="0">
                <a:solidFill>
                  <a:srgbClr val="FF6600"/>
                </a:solidFill>
                <a:latin typeface="Times New Roman" pitchFamily="18" charset="0"/>
              </a:rPr>
              <a:t>介子：</a:t>
            </a:r>
            <a:endParaRPr kumimoji="1" lang="zh-CN" altLang="en-US" sz="2400" dirty="0">
              <a:solidFill>
                <a:srgbClr val="FF6600"/>
              </a:solidFill>
              <a:effectLst>
                <a:outerShdw blurRad="38100" dist="38100" dir="2700000" algn="tl">
                  <a:srgbClr val="C0C0C0"/>
                </a:outerShdw>
              </a:effectLst>
              <a:latin typeface="Times New Roman" pitchFamily="18" charset="0"/>
            </a:endParaRPr>
          </a:p>
        </p:txBody>
      </p:sp>
      <p:sp>
        <p:nvSpPr>
          <p:cNvPr id="139277" name="Rectangle 13"/>
          <p:cNvSpPr>
            <a:spLocks noChangeArrowheads="1"/>
          </p:cNvSpPr>
          <p:nvPr/>
        </p:nvSpPr>
        <p:spPr bwMode="auto">
          <a:xfrm>
            <a:off x="3308350" y="1649413"/>
            <a:ext cx="5835650" cy="461962"/>
          </a:xfrm>
          <a:prstGeom prst="rect">
            <a:avLst/>
          </a:prstGeom>
          <a:noFill/>
          <a:ln w="9525">
            <a:noFill/>
            <a:miter lim="800000"/>
            <a:headEnd/>
            <a:tailEnd/>
          </a:ln>
        </p:spPr>
        <p:txBody>
          <a:bodyPr>
            <a:spAutoFit/>
          </a:bodyPr>
          <a:lstStyle/>
          <a:p>
            <a:r>
              <a:rPr kumimoji="1" lang="zh-CN" altLang="en-US" sz="2400">
                <a:latin typeface="Times New Roman" pitchFamily="18" charset="0"/>
              </a:rPr>
              <a:t>中子、质子（它们是最轻、最稳定的重子）</a:t>
            </a:r>
          </a:p>
        </p:txBody>
      </p:sp>
      <p:sp>
        <p:nvSpPr>
          <p:cNvPr id="139278" name="Rectangle 14"/>
          <p:cNvSpPr>
            <a:spLocks noChangeArrowheads="1"/>
          </p:cNvSpPr>
          <p:nvPr/>
        </p:nvSpPr>
        <p:spPr bwMode="auto">
          <a:xfrm>
            <a:off x="3321050" y="2454275"/>
            <a:ext cx="5822950" cy="831850"/>
          </a:xfrm>
          <a:prstGeom prst="rect">
            <a:avLst/>
          </a:prstGeom>
          <a:noFill/>
          <a:ln w="9525">
            <a:noFill/>
            <a:miter lim="800000"/>
            <a:headEnd/>
            <a:tailEnd/>
          </a:ln>
        </p:spPr>
        <p:txBody>
          <a:bodyPr>
            <a:spAutoFit/>
          </a:bodyPr>
          <a:lstStyle/>
          <a:p>
            <a:r>
              <a:rPr kumimoji="1" lang="en-US" altLang="zh-CN" sz="2400">
                <a:latin typeface="Times New Roman" pitchFamily="18" charset="0"/>
              </a:rPr>
              <a:t>Λ</a:t>
            </a:r>
            <a:r>
              <a:rPr kumimoji="1" lang="zh-CN" altLang="en-US" sz="2400">
                <a:latin typeface="Times New Roman" pitchFamily="18" charset="0"/>
              </a:rPr>
              <a:t>、</a:t>
            </a:r>
            <a:r>
              <a:rPr kumimoji="1" lang="en-US" altLang="zh-CN" sz="2400">
                <a:latin typeface="Times New Roman" pitchFamily="18" charset="0"/>
              </a:rPr>
              <a:t>Σ</a:t>
            </a:r>
            <a:r>
              <a:rPr kumimoji="1" lang="zh-CN" altLang="en-US" sz="2400">
                <a:latin typeface="Times New Roman" pitchFamily="18" charset="0"/>
              </a:rPr>
              <a:t>、</a:t>
            </a:r>
            <a:r>
              <a:rPr kumimoji="1" lang="en-US" altLang="zh-CN" sz="2400">
                <a:latin typeface="Times New Roman" pitchFamily="18" charset="0"/>
              </a:rPr>
              <a:t>Ξ</a:t>
            </a:r>
            <a:r>
              <a:rPr kumimoji="1" lang="zh-CN" altLang="en-US" sz="2400">
                <a:latin typeface="Times New Roman" pitchFamily="18" charset="0"/>
              </a:rPr>
              <a:t>、</a:t>
            </a:r>
            <a:r>
              <a:rPr kumimoji="1" lang="en-US" altLang="zh-CN" sz="2400">
                <a:latin typeface="Times New Roman" pitchFamily="18" charset="0"/>
              </a:rPr>
              <a:t>Ω</a:t>
            </a:r>
            <a:r>
              <a:rPr kumimoji="1" lang="zh-CN" altLang="en-US" sz="2400">
                <a:latin typeface="Times New Roman" pitchFamily="18" charset="0"/>
              </a:rPr>
              <a:t>（质量比核子大，寿命约 </a:t>
            </a:r>
            <a:r>
              <a:rPr kumimoji="1" lang="en-US" altLang="zh-CN" sz="2400">
                <a:latin typeface="Times New Roman" pitchFamily="18" charset="0"/>
              </a:rPr>
              <a:t>10</a:t>
            </a:r>
            <a:r>
              <a:rPr kumimoji="1" lang="en-US" altLang="zh-CN" sz="2400" baseline="30000">
                <a:latin typeface="Times New Roman" pitchFamily="18" charset="0"/>
              </a:rPr>
              <a:t>-10</a:t>
            </a:r>
            <a:r>
              <a:rPr kumimoji="1" lang="en-US" altLang="zh-CN" sz="2400">
                <a:latin typeface="Times New Roman" pitchFamily="18" charset="0"/>
              </a:rPr>
              <a:t> s </a:t>
            </a:r>
            <a:r>
              <a:rPr kumimoji="1" lang="zh-CN" altLang="en-US" sz="2400">
                <a:latin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9266"/>
                                        </p:tgtEl>
                                        <p:attrNameLst>
                                          <p:attrName>style.visibility</p:attrName>
                                        </p:attrNameLst>
                                      </p:cBhvr>
                                      <p:to>
                                        <p:strVal val="visible"/>
                                      </p:to>
                                    </p:set>
                                    <p:animEffect transition="in" filter="wipe(left)">
                                      <p:cBhvr>
                                        <p:cTn id="7" dur="1000"/>
                                        <p:tgtEl>
                                          <p:spTgt spid="1392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9268"/>
                                        </p:tgtEl>
                                        <p:attrNameLst>
                                          <p:attrName>style.visibility</p:attrName>
                                        </p:attrNameLst>
                                      </p:cBhvr>
                                      <p:to>
                                        <p:strVal val="visible"/>
                                      </p:to>
                                    </p:set>
                                    <p:animEffect transition="in" filter="wipe(left)">
                                      <p:cBhvr>
                                        <p:cTn id="12" dur="500"/>
                                        <p:tgtEl>
                                          <p:spTgt spid="139268"/>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39267"/>
                                        </p:tgtEl>
                                        <p:attrNameLst>
                                          <p:attrName>style.visibility</p:attrName>
                                        </p:attrNameLst>
                                      </p:cBhvr>
                                      <p:to>
                                        <p:strVal val="visible"/>
                                      </p:to>
                                    </p:set>
                                    <p:animEffect transition="in" filter="wipe(left)">
                                      <p:cBhvr>
                                        <p:cTn id="15" dur="500"/>
                                        <p:tgtEl>
                                          <p:spTgt spid="139267"/>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39269"/>
                                        </p:tgtEl>
                                        <p:attrNameLst>
                                          <p:attrName>style.visibility</p:attrName>
                                        </p:attrNameLst>
                                      </p:cBhvr>
                                      <p:to>
                                        <p:strVal val="visible"/>
                                      </p:to>
                                    </p:set>
                                    <p:animEffect transition="in" filter="wipe(left)">
                                      <p:cBhvr>
                                        <p:cTn id="18" dur="500"/>
                                        <p:tgtEl>
                                          <p:spTgt spid="139269"/>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39276"/>
                                        </p:tgtEl>
                                        <p:attrNameLst>
                                          <p:attrName>style.visibility</p:attrName>
                                        </p:attrNameLst>
                                      </p:cBhvr>
                                      <p:to>
                                        <p:strVal val="visible"/>
                                      </p:to>
                                    </p:set>
                                    <p:animEffect transition="in" filter="wipe(left)">
                                      <p:cBhvr>
                                        <p:cTn id="21" dur="500"/>
                                        <p:tgtEl>
                                          <p:spTgt spid="13927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39271"/>
                                        </p:tgtEl>
                                        <p:attrNameLst>
                                          <p:attrName>style.visibility</p:attrName>
                                        </p:attrNameLst>
                                      </p:cBhvr>
                                      <p:to>
                                        <p:strVal val="visible"/>
                                      </p:to>
                                    </p:set>
                                    <p:animEffect transition="in" filter="wipe(left)">
                                      <p:cBhvr>
                                        <p:cTn id="26" dur="500"/>
                                        <p:tgtEl>
                                          <p:spTgt spid="139271"/>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39272"/>
                                        </p:tgtEl>
                                        <p:attrNameLst>
                                          <p:attrName>style.visibility</p:attrName>
                                        </p:attrNameLst>
                                      </p:cBhvr>
                                      <p:to>
                                        <p:strVal val="visible"/>
                                      </p:to>
                                    </p:set>
                                    <p:animEffect transition="in" filter="wipe(left)">
                                      <p:cBhvr>
                                        <p:cTn id="29" dur="500"/>
                                        <p:tgtEl>
                                          <p:spTgt spid="139272"/>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39273"/>
                                        </p:tgtEl>
                                        <p:attrNameLst>
                                          <p:attrName>style.visibility</p:attrName>
                                        </p:attrNameLst>
                                      </p:cBhvr>
                                      <p:to>
                                        <p:strVal val="visible"/>
                                      </p:to>
                                    </p:set>
                                    <p:animEffect transition="in" filter="wipe(left)">
                                      <p:cBhvr>
                                        <p:cTn id="32" dur="500"/>
                                        <p:tgtEl>
                                          <p:spTgt spid="13927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9277"/>
                                        </p:tgtEl>
                                        <p:attrNameLst>
                                          <p:attrName>style.visibility</p:attrName>
                                        </p:attrNameLst>
                                      </p:cBhvr>
                                      <p:to>
                                        <p:strVal val="visible"/>
                                      </p:to>
                                    </p:set>
                                    <p:animEffect transition="in" filter="wipe(left)">
                                      <p:cBhvr>
                                        <p:cTn id="37" dur="1000"/>
                                        <p:tgtEl>
                                          <p:spTgt spid="13927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39278"/>
                                        </p:tgtEl>
                                        <p:attrNameLst>
                                          <p:attrName>style.visibility</p:attrName>
                                        </p:attrNameLst>
                                      </p:cBhvr>
                                      <p:to>
                                        <p:strVal val="visible"/>
                                      </p:to>
                                    </p:set>
                                    <p:animEffect transition="in" filter="wipe(left)">
                                      <p:cBhvr>
                                        <p:cTn id="42" dur="1000"/>
                                        <p:tgtEl>
                                          <p:spTgt spid="13927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9270"/>
                                        </p:tgtEl>
                                        <p:attrNameLst>
                                          <p:attrName>style.visibility</p:attrName>
                                        </p:attrNameLst>
                                      </p:cBhvr>
                                      <p:to>
                                        <p:strVal val="visible"/>
                                      </p:to>
                                    </p:set>
                                    <p:animEffect transition="in" filter="wipe(left)">
                                      <p:cBhvr>
                                        <p:cTn id="47" dur="1000"/>
                                        <p:tgtEl>
                                          <p:spTgt spid="139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6" grpId="0"/>
      <p:bldP spid="139267" grpId="0" animBg="1"/>
      <p:bldP spid="139268" grpId="0"/>
      <p:bldP spid="139269" grpId="0"/>
      <p:bldP spid="139270" grpId="0"/>
      <p:bldP spid="139271" grpId="0" animBg="1"/>
      <p:bldP spid="139272" grpId="0"/>
      <p:bldP spid="139273" grpId="0"/>
      <p:bldP spid="139276" grpId="0"/>
      <p:bldP spid="139277" grpId="0"/>
      <p:bldP spid="13927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5"/>
          <p:cNvSpPr txBox="1">
            <a:spLocks noChangeArrowheads="1"/>
          </p:cNvSpPr>
          <p:nvPr/>
        </p:nvSpPr>
        <p:spPr bwMode="auto">
          <a:xfrm>
            <a:off x="0" y="3635375"/>
            <a:ext cx="9144000" cy="936625"/>
          </a:xfrm>
          <a:prstGeom prst="rect">
            <a:avLst/>
          </a:prstGeom>
          <a:noFill/>
          <a:ln w="9525">
            <a:noFill/>
            <a:miter lim="800000"/>
            <a:headEnd/>
            <a:tailEnd/>
          </a:ln>
        </p:spPr>
        <p:txBody>
          <a:bodyPr>
            <a:spAutoFit/>
          </a:bodyPr>
          <a:lstStyle/>
          <a:p>
            <a:pPr algn="just">
              <a:lnSpc>
                <a:spcPct val="120000"/>
              </a:lnSpc>
            </a:pPr>
            <a:r>
              <a:rPr kumimoji="1" lang="en-US" altLang="zh-CN" sz="2400">
                <a:latin typeface="Times New Roman" pitchFamily="18" charset="0"/>
              </a:rPr>
              <a:t>4</a:t>
            </a:r>
            <a:r>
              <a:rPr kumimoji="1" lang="zh-CN" altLang="en-US" sz="2400">
                <a:latin typeface="Times New Roman" pitchFamily="18" charset="0"/>
              </a:rPr>
              <a:t>、将夸克束缚在一起的力是</a:t>
            </a:r>
            <a:r>
              <a:rPr kumimoji="1" lang="zh-CN" altLang="en-US" sz="2400">
                <a:solidFill>
                  <a:srgbClr val="FF6600"/>
                </a:solidFill>
                <a:latin typeface="Times New Roman" pitchFamily="18" charset="0"/>
              </a:rPr>
              <a:t>强相互作用</a:t>
            </a:r>
            <a:r>
              <a:rPr kumimoji="1" lang="zh-CN" altLang="en-US" sz="2400">
                <a:latin typeface="Times New Roman" pitchFamily="18" charset="0"/>
              </a:rPr>
              <a:t>，传递强相互作用的粒子是</a:t>
            </a:r>
            <a:r>
              <a:rPr kumimoji="1" lang="zh-CN" altLang="en-US" sz="2400">
                <a:solidFill>
                  <a:srgbClr val="FF6600"/>
                </a:solidFill>
                <a:latin typeface="Times New Roman" pitchFamily="18" charset="0"/>
              </a:rPr>
              <a:t>胶子</a:t>
            </a:r>
            <a:r>
              <a:rPr kumimoji="1" lang="zh-CN" altLang="en-US" sz="2400">
                <a:latin typeface="Times New Roman" pitchFamily="18" charset="0"/>
              </a:rPr>
              <a:t>；</a:t>
            </a:r>
          </a:p>
        </p:txBody>
      </p:sp>
      <p:sp>
        <p:nvSpPr>
          <p:cNvPr id="3" name="Rectangle 16"/>
          <p:cNvSpPr>
            <a:spLocks noChangeArrowheads="1"/>
          </p:cNvSpPr>
          <p:nvPr/>
        </p:nvSpPr>
        <p:spPr bwMode="auto">
          <a:xfrm>
            <a:off x="371475" y="838200"/>
            <a:ext cx="803275" cy="461963"/>
          </a:xfrm>
          <a:prstGeom prst="rect">
            <a:avLst/>
          </a:prstGeom>
          <a:noFill/>
          <a:ln w="9525">
            <a:noFill/>
            <a:miter lim="800000"/>
            <a:headEnd/>
            <a:tailEnd/>
          </a:ln>
        </p:spPr>
        <p:txBody>
          <a:bodyPr wrap="none">
            <a:spAutoFit/>
          </a:bodyPr>
          <a:lstStyle/>
          <a:p>
            <a:pPr algn="ctr"/>
            <a:r>
              <a:rPr kumimoji="1" lang="zh-CN" altLang="en-US" sz="2400">
                <a:latin typeface="Times New Roman" pitchFamily="18" charset="0"/>
              </a:rPr>
              <a:t>注：</a:t>
            </a:r>
          </a:p>
        </p:txBody>
      </p:sp>
      <p:sp>
        <p:nvSpPr>
          <p:cNvPr id="4" name="AutoShape 17"/>
          <p:cNvSpPr>
            <a:spLocks noChangeAspect="1" noChangeArrowheads="1"/>
          </p:cNvSpPr>
          <p:nvPr/>
        </p:nvSpPr>
        <p:spPr bwMode="auto">
          <a:xfrm>
            <a:off x="115888" y="790575"/>
            <a:ext cx="258762" cy="414338"/>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headEnd/>
            <a:tailEnd/>
          </a:ln>
        </p:spPr>
        <p:txBody>
          <a:bodyPr wrap="none" anchor="ctr"/>
          <a:lstStyle/>
          <a:p>
            <a:endParaRPr lang="zh-CN" altLang="en-US" sz="2400">
              <a:latin typeface="Times New Roman" pitchFamily="18" charset="0"/>
            </a:endParaRPr>
          </a:p>
        </p:txBody>
      </p:sp>
      <p:sp>
        <p:nvSpPr>
          <p:cNvPr id="5" name="Rectangle 18"/>
          <p:cNvSpPr>
            <a:spLocks noChangeArrowheads="1"/>
          </p:cNvSpPr>
          <p:nvPr/>
        </p:nvSpPr>
        <p:spPr bwMode="auto">
          <a:xfrm>
            <a:off x="0" y="1214438"/>
            <a:ext cx="9001125" cy="830262"/>
          </a:xfrm>
          <a:prstGeom prst="rect">
            <a:avLst/>
          </a:prstGeom>
          <a:noFill/>
          <a:ln w="9525">
            <a:noFill/>
            <a:miter lim="800000"/>
            <a:headEnd/>
            <a:tailEnd/>
          </a:ln>
        </p:spPr>
        <p:txBody>
          <a:bodyPr>
            <a:spAutoFit/>
          </a:bodyPr>
          <a:lstStyle/>
          <a:p>
            <a:pPr algn="just"/>
            <a:r>
              <a:rPr kumimoji="1" lang="en-US" altLang="zh-CN" sz="2400">
                <a:latin typeface="Times New Roman" pitchFamily="18" charset="0"/>
              </a:rPr>
              <a:t>1</a:t>
            </a:r>
            <a:r>
              <a:rPr kumimoji="1" lang="zh-CN" altLang="en-US" sz="2400">
                <a:latin typeface="Times New Roman" pitchFamily="18" charset="0"/>
              </a:rPr>
              <a:t>、</a:t>
            </a:r>
            <a:r>
              <a:rPr kumimoji="1" lang="zh-CN" altLang="en-US" sz="2400">
                <a:solidFill>
                  <a:srgbClr val="FF6600"/>
                </a:solidFill>
                <a:latin typeface="Times New Roman" pitchFamily="18" charset="0"/>
              </a:rPr>
              <a:t>重子是费米子</a:t>
            </a:r>
            <a:r>
              <a:rPr kumimoji="1" lang="zh-CN" altLang="en-US" sz="2400">
                <a:latin typeface="Times New Roman" pitchFamily="18" charset="0"/>
              </a:rPr>
              <a:t>（自旋为半整数）；</a:t>
            </a:r>
            <a:r>
              <a:rPr kumimoji="1" lang="zh-CN" altLang="en-US" sz="2400">
                <a:solidFill>
                  <a:srgbClr val="FF6600"/>
                </a:solidFill>
                <a:latin typeface="Times New Roman" pitchFamily="18" charset="0"/>
              </a:rPr>
              <a:t>介子是波色子</a:t>
            </a:r>
            <a:r>
              <a:rPr kumimoji="1" lang="zh-CN" altLang="en-US" sz="2400">
                <a:latin typeface="Times New Roman" pitchFamily="18" charset="0"/>
              </a:rPr>
              <a:t>（自旋为整数）；</a:t>
            </a:r>
          </a:p>
        </p:txBody>
      </p:sp>
      <p:sp>
        <p:nvSpPr>
          <p:cNvPr id="6" name="Rectangle 19"/>
          <p:cNvSpPr>
            <a:spLocks noChangeArrowheads="1"/>
          </p:cNvSpPr>
          <p:nvPr/>
        </p:nvSpPr>
        <p:spPr bwMode="auto">
          <a:xfrm>
            <a:off x="0" y="1966913"/>
            <a:ext cx="9001125" cy="979487"/>
          </a:xfrm>
          <a:prstGeom prst="rect">
            <a:avLst/>
          </a:prstGeom>
          <a:noFill/>
          <a:ln w="9525">
            <a:noFill/>
            <a:miter lim="800000"/>
            <a:headEnd/>
            <a:tailEnd/>
          </a:ln>
        </p:spPr>
        <p:txBody>
          <a:bodyPr>
            <a:spAutoFit/>
          </a:bodyPr>
          <a:lstStyle/>
          <a:p>
            <a:pPr>
              <a:lnSpc>
                <a:spcPct val="120000"/>
              </a:lnSpc>
            </a:pPr>
            <a:r>
              <a:rPr kumimoji="1" lang="en-US" altLang="zh-CN" sz="2400">
                <a:latin typeface="Times New Roman" pitchFamily="18" charset="0"/>
              </a:rPr>
              <a:t>2</a:t>
            </a:r>
            <a:r>
              <a:rPr kumimoji="1" lang="zh-CN" altLang="en-US" sz="2400">
                <a:latin typeface="Times New Roman" pitchFamily="18" charset="0"/>
              </a:rPr>
              <a:t>、</a:t>
            </a:r>
            <a:r>
              <a:rPr kumimoji="1" lang="en-US" altLang="zh-CN" sz="2400">
                <a:solidFill>
                  <a:srgbClr val="FF6600"/>
                </a:solidFill>
                <a:latin typeface="Times New Roman" pitchFamily="18" charset="0"/>
              </a:rPr>
              <a:t>π</a:t>
            </a:r>
            <a:r>
              <a:rPr kumimoji="1" lang="zh-CN" altLang="en-US" sz="2400">
                <a:solidFill>
                  <a:srgbClr val="FF6600"/>
                </a:solidFill>
                <a:latin typeface="Times New Roman" pitchFamily="18" charset="0"/>
              </a:rPr>
              <a:t>介子是最轻的介子</a:t>
            </a:r>
            <a:r>
              <a:rPr kumimoji="1" lang="zh-CN" altLang="en-US" sz="2400">
                <a:latin typeface="Times New Roman" pitchFamily="18" charset="0"/>
              </a:rPr>
              <a:t>，约为质子重量的 </a:t>
            </a:r>
            <a:r>
              <a:rPr kumimoji="1" lang="en-US" altLang="zh-CN" sz="2400">
                <a:latin typeface="Times New Roman" pitchFamily="18" charset="0"/>
              </a:rPr>
              <a:t>1/7 </a:t>
            </a:r>
            <a:r>
              <a:rPr kumimoji="1" lang="zh-CN" altLang="en-US" sz="2400">
                <a:latin typeface="Times New Roman" pitchFamily="18" charset="0"/>
              </a:rPr>
              <a:t>，而较重的介子则达到质子重量的</a:t>
            </a:r>
            <a:r>
              <a:rPr kumimoji="1" lang="en-US" altLang="zh-CN" sz="2400">
                <a:latin typeface="Times New Roman" pitchFamily="18" charset="0"/>
              </a:rPr>
              <a:t>10</a:t>
            </a:r>
            <a:r>
              <a:rPr kumimoji="1" lang="zh-CN" altLang="en-US" sz="2400">
                <a:latin typeface="Times New Roman" pitchFamily="18" charset="0"/>
              </a:rPr>
              <a:t>倍以上；</a:t>
            </a:r>
          </a:p>
        </p:txBody>
      </p:sp>
      <p:sp>
        <p:nvSpPr>
          <p:cNvPr id="7" name="Rectangle 20"/>
          <p:cNvSpPr>
            <a:spLocks noChangeArrowheads="1"/>
          </p:cNvSpPr>
          <p:nvPr/>
        </p:nvSpPr>
        <p:spPr bwMode="auto">
          <a:xfrm>
            <a:off x="0" y="2965450"/>
            <a:ext cx="9144000" cy="534988"/>
          </a:xfrm>
          <a:prstGeom prst="rect">
            <a:avLst/>
          </a:prstGeom>
          <a:noFill/>
          <a:ln w="9525">
            <a:noFill/>
            <a:miter lim="800000"/>
            <a:headEnd/>
            <a:tailEnd/>
          </a:ln>
        </p:spPr>
        <p:txBody>
          <a:bodyPr>
            <a:spAutoFit/>
          </a:bodyPr>
          <a:lstStyle/>
          <a:p>
            <a:pPr>
              <a:lnSpc>
                <a:spcPct val="120000"/>
              </a:lnSpc>
            </a:pPr>
            <a:r>
              <a:rPr kumimoji="1" lang="en-US" altLang="zh-CN" sz="2400">
                <a:latin typeface="Times New Roman" pitchFamily="18" charset="0"/>
              </a:rPr>
              <a:t>3</a:t>
            </a:r>
            <a:r>
              <a:rPr kumimoji="1" lang="zh-CN" altLang="en-US" sz="2400">
                <a:latin typeface="Times New Roman" pitchFamily="18" charset="0"/>
              </a:rPr>
              <a:t>、构成强子的基本粒子是</a:t>
            </a:r>
            <a:r>
              <a:rPr kumimoji="1" lang="zh-CN" altLang="en-US" sz="2400">
                <a:solidFill>
                  <a:srgbClr val="FF6600"/>
                </a:solidFill>
                <a:latin typeface="Times New Roman" pitchFamily="18" charset="0"/>
              </a:rPr>
              <a:t>夸克</a:t>
            </a:r>
            <a:r>
              <a:rPr kumimoji="1" lang="zh-CN" altLang="en-US" sz="2400">
                <a:latin typeface="Times New Roman" pitchFamily="18" charset="0"/>
              </a:rPr>
              <a:t>，夸克共有</a:t>
            </a:r>
            <a:r>
              <a:rPr kumimoji="1" lang="en-US" altLang="zh-CN" sz="2400">
                <a:latin typeface="Times New Roman" pitchFamily="18" charset="0"/>
              </a:rPr>
              <a:t>6</a:t>
            </a:r>
            <a:r>
              <a:rPr kumimoji="1" lang="zh-CN" altLang="en-US" sz="2400">
                <a:latin typeface="Times New Roman" pitchFamily="18" charset="0"/>
              </a:rPr>
              <a:t>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strVal val="4*#ppt_w"/>
                                          </p:val>
                                        </p:tav>
                                        <p:tav tm="100000">
                                          <p:val>
                                            <p:strVal val="#ppt_w"/>
                                          </p:val>
                                        </p:tav>
                                      </p:tavLst>
                                    </p:anim>
                                    <p:anim calcmode="lin" valueType="num">
                                      <p:cBhvr>
                                        <p:cTn id="8" dur="500" fill="hold"/>
                                        <p:tgtEl>
                                          <p:spTgt spid="4"/>
                                        </p:tgtEl>
                                        <p:attrNameLst>
                                          <p:attrName>ppt_h</p:attrName>
                                        </p:attrNameLst>
                                      </p:cBhvr>
                                      <p:tavLst>
                                        <p:tav tm="0">
                                          <p:val>
                                            <p:strVal val="4*#ppt_h"/>
                                          </p:val>
                                        </p:tav>
                                        <p:tav tm="100000">
                                          <p:val>
                                            <p:strVal val="#ppt_h"/>
                                          </p:val>
                                        </p:tav>
                                      </p:tavLst>
                                    </p:anim>
                                  </p:childTnLst>
                                </p:cTn>
                              </p:par>
                              <p:par>
                                <p:cTn id="9" presetID="22" presetClass="entr" presetSubtype="8"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10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left)">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p:bldP spid="6" grpId="0"/>
      <p:bldP spid="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ext Box 2"/>
          <p:cNvSpPr txBox="1">
            <a:spLocks noChangeArrowheads="1"/>
          </p:cNvSpPr>
          <p:nvPr/>
        </p:nvSpPr>
        <p:spPr bwMode="auto">
          <a:xfrm>
            <a:off x="-79375" y="536575"/>
            <a:ext cx="6091238" cy="534988"/>
          </a:xfrm>
          <a:prstGeom prst="rect">
            <a:avLst/>
          </a:prstGeom>
          <a:noFill/>
          <a:ln w="9525">
            <a:noFill/>
            <a:miter lim="800000"/>
            <a:headEnd/>
            <a:tailEnd/>
          </a:ln>
        </p:spPr>
        <p:txBody>
          <a:bodyPr>
            <a:spAutoFit/>
          </a:bodyPr>
          <a:lstStyle/>
          <a:p>
            <a:pPr>
              <a:lnSpc>
                <a:spcPct val="120000"/>
              </a:lnSpc>
            </a:pPr>
            <a:r>
              <a:rPr kumimoji="1" lang="en-US" altLang="zh-CN" sz="2400">
                <a:latin typeface="Times New Roman" pitchFamily="18" charset="0"/>
              </a:rPr>
              <a:t>(2) </a:t>
            </a:r>
            <a:r>
              <a:rPr kumimoji="1" lang="zh-CN" altLang="en-US" sz="2400">
                <a:latin typeface="Times New Roman" pitchFamily="18" charset="0"/>
              </a:rPr>
              <a:t>自然界中除了强子外，还有 </a:t>
            </a:r>
            <a:r>
              <a:rPr kumimoji="1" lang="en-US" altLang="zh-CN" sz="2400">
                <a:latin typeface="Times New Roman" pitchFamily="18" charset="0"/>
              </a:rPr>
              <a:t>6 </a:t>
            </a:r>
            <a:r>
              <a:rPr kumimoji="1" lang="zh-CN" altLang="en-US" sz="2400">
                <a:latin typeface="Times New Roman" pitchFamily="18" charset="0"/>
              </a:rPr>
              <a:t>种</a:t>
            </a:r>
            <a:r>
              <a:rPr kumimoji="1" lang="zh-CN" altLang="en-US" sz="2400">
                <a:solidFill>
                  <a:srgbClr val="FF6600"/>
                </a:solidFill>
                <a:latin typeface="Times New Roman" pitchFamily="18" charset="0"/>
              </a:rPr>
              <a:t>轻子</a:t>
            </a:r>
            <a:r>
              <a:rPr kumimoji="1" lang="zh-CN" altLang="en-US" sz="2400">
                <a:latin typeface="Times New Roman" pitchFamily="18" charset="0"/>
              </a:rPr>
              <a:t>：</a:t>
            </a:r>
          </a:p>
        </p:txBody>
      </p:sp>
      <p:sp>
        <p:nvSpPr>
          <p:cNvPr id="140291" name="Rectangle 3"/>
          <p:cNvSpPr>
            <a:spLocks noChangeArrowheads="1"/>
          </p:cNvSpPr>
          <p:nvPr/>
        </p:nvSpPr>
        <p:spPr bwMode="auto">
          <a:xfrm>
            <a:off x="527050" y="1231900"/>
            <a:ext cx="7562850" cy="461963"/>
          </a:xfrm>
          <a:prstGeom prst="rect">
            <a:avLst/>
          </a:prstGeom>
          <a:noFill/>
          <a:ln w="9525">
            <a:noFill/>
            <a:miter lim="800000"/>
            <a:headEnd/>
            <a:tailEnd/>
          </a:ln>
        </p:spPr>
        <p:txBody>
          <a:bodyPr>
            <a:spAutoFit/>
          </a:bodyPr>
          <a:lstStyle/>
          <a:p>
            <a:pPr algn="ctr"/>
            <a:r>
              <a:rPr kumimoji="1" lang="zh-CN" altLang="en-US" sz="2400">
                <a:latin typeface="Times New Roman" pitchFamily="18" charset="0"/>
              </a:rPr>
              <a:t>电子</a:t>
            </a:r>
            <a:r>
              <a:rPr kumimoji="1" lang="en-US" altLang="zh-CN" sz="2400">
                <a:latin typeface="Times New Roman" pitchFamily="18" charset="0"/>
              </a:rPr>
              <a:t>e</a:t>
            </a:r>
            <a:r>
              <a:rPr kumimoji="1" lang="zh-CN" altLang="en-US" sz="2400">
                <a:latin typeface="Times New Roman" pitchFamily="18" charset="0"/>
              </a:rPr>
              <a:t>、</a:t>
            </a:r>
            <a:r>
              <a:rPr kumimoji="1" lang="en-US" altLang="zh-CN" sz="2400">
                <a:latin typeface="Times New Roman" pitchFamily="18" charset="0"/>
              </a:rPr>
              <a:t>μ</a:t>
            </a:r>
            <a:r>
              <a:rPr kumimoji="1" lang="zh-CN" altLang="en-US" sz="2400">
                <a:latin typeface="Times New Roman" pitchFamily="18" charset="0"/>
              </a:rPr>
              <a:t>子、</a:t>
            </a:r>
            <a:r>
              <a:rPr kumimoji="1" lang="en-US" altLang="zh-CN" sz="2400">
                <a:latin typeface="Times New Roman" pitchFamily="18" charset="0"/>
              </a:rPr>
              <a:t>τ</a:t>
            </a:r>
            <a:r>
              <a:rPr kumimoji="1" lang="zh-CN" altLang="en-US" sz="2400">
                <a:latin typeface="Times New Roman" pitchFamily="18" charset="0"/>
              </a:rPr>
              <a:t>子、电子中微子、 </a:t>
            </a:r>
            <a:r>
              <a:rPr kumimoji="1" lang="en-US" altLang="zh-CN" sz="2400">
                <a:latin typeface="Times New Roman" pitchFamily="18" charset="0"/>
              </a:rPr>
              <a:t>μ</a:t>
            </a:r>
            <a:r>
              <a:rPr kumimoji="1" lang="zh-CN" altLang="en-US" sz="2400">
                <a:latin typeface="Times New Roman" pitchFamily="18" charset="0"/>
              </a:rPr>
              <a:t>中微子、 </a:t>
            </a:r>
            <a:r>
              <a:rPr kumimoji="1" lang="en-US" altLang="zh-CN" sz="2400">
                <a:latin typeface="Times New Roman" pitchFamily="18" charset="0"/>
              </a:rPr>
              <a:t>τ</a:t>
            </a:r>
            <a:r>
              <a:rPr kumimoji="1" lang="zh-CN" altLang="en-US" sz="2400">
                <a:latin typeface="Times New Roman" pitchFamily="18" charset="0"/>
              </a:rPr>
              <a:t>中微子</a:t>
            </a:r>
          </a:p>
        </p:txBody>
      </p:sp>
      <p:sp>
        <p:nvSpPr>
          <p:cNvPr id="140292" name="AutoShape 4"/>
          <p:cNvSpPr>
            <a:spLocks noChangeAspect="1" noChangeArrowheads="1"/>
          </p:cNvSpPr>
          <p:nvPr/>
        </p:nvSpPr>
        <p:spPr bwMode="auto">
          <a:xfrm>
            <a:off x="169863" y="1862138"/>
            <a:ext cx="268287" cy="414337"/>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headEnd/>
            <a:tailEnd/>
          </a:ln>
        </p:spPr>
        <p:txBody>
          <a:bodyPr wrap="none" anchor="ctr"/>
          <a:lstStyle/>
          <a:p>
            <a:endParaRPr lang="zh-CN" altLang="en-US" sz="2400">
              <a:latin typeface="Times New Roman" pitchFamily="18" charset="0"/>
            </a:endParaRPr>
          </a:p>
        </p:txBody>
      </p:sp>
      <p:sp>
        <p:nvSpPr>
          <p:cNvPr id="140293" name="Rectangle 5"/>
          <p:cNvSpPr>
            <a:spLocks noChangeArrowheads="1"/>
          </p:cNvSpPr>
          <p:nvPr/>
        </p:nvSpPr>
        <p:spPr bwMode="auto">
          <a:xfrm>
            <a:off x="403225" y="1898650"/>
            <a:ext cx="831850" cy="461963"/>
          </a:xfrm>
          <a:prstGeom prst="rect">
            <a:avLst/>
          </a:prstGeom>
          <a:noFill/>
          <a:ln w="9525">
            <a:noFill/>
            <a:miter lim="800000"/>
            <a:headEnd/>
            <a:tailEnd/>
          </a:ln>
        </p:spPr>
        <p:txBody>
          <a:bodyPr>
            <a:spAutoFit/>
          </a:bodyPr>
          <a:lstStyle/>
          <a:p>
            <a:pPr algn="ctr"/>
            <a:r>
              <a:rPr kumimoji="1" lang="zh-CN" altLang="en-US" sz="2400">
                <a:latin typeface="Times New Roman" pitchFamily="18" charset="0"/>
              </a:rPr>
              <a:t>注：</a:t>
            </a:r>
          </a:p>
        </p:txBody>
      </p:sp>
      <p:sp>
        <p:nvSpPr>
          <p:cNvPr id="140294" name="Text Box 6">
            <a:hlinkClick r:id="" action="ppaction://noaction"/>
          </p:cNvPr>
          <p:cNvSpPr txBox="1">
            <a:spLocks noChangeArrowheads="1"/>
          </p:cNvSpPr>
          <p:nvPr/>
        </p:nvSpPr>
        <p:spPr bwMode="auto">
          <a:xfrm>
            <a:off x="214313" y="4359275"/>
            <a:ext cx="8632825" cy="1570038"/>
          </a:xfrm>
          <a:prstGeom prst="rect">
            <a:avLst/>
          </a:prstGeom>
          <a:noFill/>
          <a:ln w="9525">
            <a:noFill/>
            <a:miter lim="800000"/>
            <a:headEnd/>
            <a:tailEnd/>
          </a:ln>
          <a:effectLst/>
        </p:spPr>
        <p:txBody>
          <a:bodyPr>
            <a:spAutoFit/>
          </a:bodyPr>
          <a:lstStyle/>
          <a:p>
            <a:pPr indent="-457200">
              <a:defRPr/>
            </a:pPr>
            <a:r>
              <a:rPr kumimoji="1" lang="en-US" altLang="zh-CN" sz="2400" dirty="0">
                <a:latin typeface="Times New Roman" pitchFamily="18" charset="0"/>
              </a:rPr>
              <a:t>3</a:t>
            </a:r>
            <a:r>
              <a:rPr kumimoji="1" lang="zh-CN" altLang="en-US" sz="2400" dirty="0">
                <a:latin typeface="Times New Roman" pitchFamily="18" charset="0"/>
              </a:rPr>
              <a:t>、</a:t>
            </a:r>
            <a:r>
              <a:rPr kumimoji="1" lang="zh-CN" altLang="en-US" sz="2400" dirty="0">
                <a:solidFill>
                  <a:srgbClr val="FF6600"/>
                </a:solidFill>
                <a:latin typeface="Times New Roman" pitchFamily="18" charset="0"/>
              </a:rPr>
              <a:t>质量较大的轻子</a:t>
            </a:r>
            <a:r>
              <a:rPr kumimoji="1" lang="zh-CN" altLang="en-US" sz="2400" dirty="0">
                <a:latin typeface="Times New Roman" pitchFamily="18" charset="0"/>
              </a:rPr>
              <a:t>可能衰变成</a:t>
            </a:r>
            <a:r>
              <a:rPr kumimoji="1" lang="zh-CN" altLang="en-US" sz="2400" dirty="0">
                <a:solidFill>
                  <a:srgbClr val="FF6600"/>
                </a:solidFill>
                <a:latin typeface="Times New Roman" pitchFamily="18" charset="0"/>
              </a:rPr>
              <a:t>电子</a:t>
            </a:r>
            <a:r>
              <a:rPr kumimoji="1" lang="zh-CN" altLang="en-US" sz="2400" dirty="0">
                <a:latin typeface="Times New Roman" pitchFamily="18" charset="0"/>
              </a:rPr>
              <a:t>，</a:t>
            </a:r>
            <a:r>
              <a:rPr kumimoji="1" lang="zh-CN" altLang="en-US" sz="2400" dirty="0">
                <a:solidFill>
                  <a:srgbClr val="FF6600"/>
                </a:solidFill>
                <a:latin typeface="Times New Roman" pitchFamily="18" charset="0"/>
              </a:rPr>
              <a:t>较重的夸克</a:t>
            </a:r>
            <a:r>
              <a:rPr kumimoji="1" lang="zh-CN" altLang="en-US" sz="2400" dirty="0">
                <a:latin typeface="Times New Roman" pitchFamily="18" charset="0"/>
              </a:rPr>
              <a:t>有衰变成</a:t>
            </a:r>
            <a:r>
              <a:rPr kumimoji="1" lang="zh-CN" altLang="en-US" sz="2400" dirty="0">
                <a:solidFill>
                  <a:srgbClr val="FF6600"/>
                </a:solidFill>
                <a:latin typeface="Times New Roman" pitchFamily="18" charset="0"/>
              </a:rPr>
              <a:t>较轻的夸克</a:t>
            </a:r>
            <a:r>
              <a:rPr kumimoji="1" lang="zh-CN" altLang="en-US" sz="2400" dirty="0">
                <a:latin typeface="Times New Roman" pitchFamily="18" charset="0"/>
              </a:rPr>
              <a:t>的趋势。这两种情况下都有弱相互作用的参与。传递弱相互作用的粒子是</a:t>
            </a:r>
            <a:r>
              <a:rPr kumimoji="1" lang="zh-CN" altLang="en-US" sz="2400" dirty="0">
                <a:solidFill>
                  <a:srgbClr val="FF6600"/>
                </a:solidFill>
                <a:latin typeface="Times New Roman" pitchFamily="18" charset="0"/>
              </a:rPr>
              <a:t>中间矢量波色子</a:t>
            </a:r>
            <a:r>
              <a:rPr kumimoji="1" lang="zh-CN" altLang="en-US" sz="2400" dirty="0">
                <a:latin typeface="Times New Roman" pitchFamily="18" charset="0"/>
              </a:rPr>
              <a:t>（</a:t>
            </a:r>
            <a:r>
              <a:rPr kumimoji="1" lang="en-US" altLang="zh-CN" sz="2400" dirty="0">
                <a:latin typeface="Times New Roman" pitchFamily="18" charset="0"/>
              </a:rPr>
              <a:t>W</a:t>
            </a:r>
            <a:r>
              <a:rPr kumimoji="1" lang="en-US" altLang="zh-CN" sz="2400" baseline="30000" dirty="0">
                <a:latin typeface="Times New Roman" pitchFamily="18" charset="0"/>
              </a:rPr>
              <a:t>+ </a:t>
            </a:r>
            <a:r>
              <a:rPr kumimoji="1" lang="zh-CN" altLang="en-US" sz="2400" dirty="0">
                <a:latin typeface="Times New Roman" pitchFamily="18" charset="0"/>
              </a:rPr>
              <a:t>、</a:t>
            </a:r>
            <a:r>
              <a:rPr kumimoji="1" lang="en-US" altLang="zh-CN" sz="2400" dirty="0">
                <a:latin typeface="Times New Roman" pitchFamily="18" charset="0"/>
              </a:rPr>
              <a:t>W </a:t>
            </a:r>
            <a:r>
              <a:rPr kumimoji="1" lang="en-US" altLang="zh-CN" sz="2400" baseline="30000" dirty="0">
                <a:latin typeface="Times New Roman" pitchFamily="18" charset="0"/>
              </a:rPr>
              <a:t>–</a:t>
            </a:r>
            <a:r>
              <a:rPr kumimoji="1" lang="en-US" altLang="zh-CN" sz="2400" dirty="0">
                <a:latin typeface="Times New Roman" pitchFamily="18" charset="0"/>
              </a:rPr>
              <a:t> </a:t>
            </a:r>
            <a:r>
              <a:rPr kumimoji="1" lang="zh-CN" altLang="en-US" sz="2400" dirty="0">
                <a:latin typeface="Times New Roman" pitchFamily="18" charset="0"/>
              </a:rPr>
              <a:t>和</a:t>
            </a:r>
            <a:r>
              <a:rPr kumimoji="1" lang="en-US" altLang="zh-CN" sz="2400" dirty="0">
                <a:latin typeface="Times New Roman" pitchFamily="18" charset="0"/>
              </a:rPr>
              <a:t>Z</a:t>
            </a:r>
            <a:r>
              <a:rPr kumimoji="1" lang="en-US" altLang="zh-CN" sz="2400" baseline="30000" dirty="0">
                <a:latin typeface="Times New Roman" pitchFamily="18" charset="0"/>
              </a:rPr>
              <a:t>0</a:t>
            </a:r>
            <a:r>
              <a:rPr kumimoji="1" lang="en-US" altLang="zh-CN" sz="2400" dirty="0">
                <a:latin typeface="Times New Roman" pitchFamily="18" charset="0"/>
              </a:rPr>
              <a:t> </a:t>
            </a:r>
            <a:r>
              <a:rPr kumimoji="1" lang="zh-CN" altLang="en-US" sz="2400" dirty="0">
                <a:latin typeface="Times New Roman" pitchFamily="18" charset="0"/>
              </a:rPr>
              <a:t>），它们的质量约为质子的</a:t>
            </a:r>
            <a:r>
              <a:rPr kumimoji="1" lang="en-US" altLang="zh-CN" sz="2400" dirty="0">
                <a:latin typeface="Times New Roman" pitchFamily="18" charset="0"/>
              </a:rPr>
              <a:t>100</a:t>
            </a:r>
            <a:r>
              <a:rPr kumimoji="1" lang="zh-CN" altLang="en-US" sz="2400" dirty="0">
                <a:latin typeface="Times New Roman" pitchFamily="18" charset="0"/>
              </a:rPr>
              <a:t>倍，会通过其他粒子衰变为电子和中微子</a:t>
            </a:r>
            <a:r>
              <a:rPr kumimoji="1" lang="zh-CN" altLang="en-US" sz="2400" dirty="0">
                <a:effectLst>
                  <a:outerShdw blurRad="38100" dist="38100" dir="2700000" algn="tl">
                    <a:srgbClr val="C0C0C0"/>
                  </a:outerShdw>
                </a:effectLst>
                <a:latin typeface="Times New Roman" pitchFamily="18" charset="0"/>
              </a:rPr>
              <a:t>。</a:t>
            </a:r>
          </a:p>
        </p:txBody>
      </p:sp>
      <p:sp>
        <p:nvSpPr>
          <p:cNvPr id="140295" name="Rectangle 7"/>
          <p:cNvSpPr>
            <a:spLocks noChangeArrowheads="1"/>
          </p:cNvSpPr>
          <p:nvPr/>
        </p:nvSpPr>
        <p:spPr bwMode="auto">
          <a:xfrm>
            <a:off x="200025" y="2374900"/>
            <a:ext cx="8647113" cy="936625"/>
          </a:xfrm>
          <a:prstGeom prst="rect">
            <a:avLst/>
          </a:prstGeom>
          <a:noFill/>
          <a:ln w="9525">
            <a:noFill/>
            <a:miter lim="800000"/>
            <a:headEnd/>
            <a:tailEnd/>
          </a:ln>
        </p:spPr>
        <p:txBody>
          <a:bodyPr>
            <a:spAutoFit/>
          </a:bodyPr>
          <a:lstStyle/>
          <a:p>
            <a:pPr indent="-457200">
              <a:lnSpc>
                <a:spcPct val="120000"/>
              </a:lnSpc>
            </a:pPr>
            <a:r>
              <a:rPr kumimoji="1" lang="en-US" altLang="zh-CN" sz="2400">
                <a:latin typeface="Times New Roman" pitchFamily="18" charset="0"/>
              </a:rPr>
              <a:t>1</a:t>
            </a:r>
            <a:r>
              <a:rPr kumimoji="1" lang="zh-CN" altLang="en-US" sz="2400">
                <a:latin typeface="Times New Roman" pitchFamily="18" charset="0"/>
              </a:rPr>
              <a:t>、</a:t>
            </a:r>
            <a:r>
              <a:rPr kumimoji="1" lang="en-US" altLang="zh-CN" sz="2400">
                <a:solidFill>
                  <a:srgbClr val="FF6600"/>
                </a:solidFill>
                <a:latin typeface="Times New Roman" pitchFamily="18" charset="0"/>
              </a:rPr>
              <a:t>μ</a:t>
            </a:r>
            <a:r>
              <a:rPr kumimoji="1" lang="zh-CN" altLang="en-US" sz="2400">
                <a:solidFill>
                  <a:srgbClr val="FF6600"/>
                </a:solidFill>
                <a:latin typeface="Times New Roman" pitchFamily="18" charset="0"/>
              </a:rPr>
              <a:t>子</a:t>
            </a:r>
            <a:r>
              <a:rPr kumimoji="1" lang="zh-CN" altLang="en-US" sz="2400">
                <a:latin typeface="Times New Roman" pitchFamily="18" charset="0"/>
              </a:rPr>
              <a:t>重量为电子的 </a:t>
            </a:r>
            <a:r>
              <a:rPr kumimoji="1" lang="en-US" altLang="zh-CN" sz="2400">
                <a:latin typeface="Times New Roman" pitchFamily="18" charset="0"/>
              </a:rPr>
              <a:t>206 </a:t>
            </a:r>
            <a:r>
              <a:rPr kumimoji="1" lang="zh-CN" altLang="en-US" sz="2400">
                <a:latin typeface="Times New Roman" pitchFamily="18" charset="0"/>
              </a:rPr>
              <a:t>倍，</a:t>
            </a:r>
            <a:r>
              <a:rPr kumimoji="1" lang="en-US" altLang="zh-CN" sz="2400">
                <a:solidFill>
                  <a:srgbClr val="FF6600"/>
                </a:solidFill>
                <a:latin typeface="Times New Roman" pitchFamily="18" charset="0"/>
              </a:rPr>
              <a:t>τ</a:t>
            </a:r>
            <a:r>
              <a:rPr kumimoji="1" lang="zh-CN" altLang="en-US" sz="2400">
                <a:solidFill>
                  <a:srgbClr val="FF6600"/>
                </a:solidFill>
                <a:latin typeface="Times New Roman" pitchFamily="18" charset="0"/>
              </a:rPr>
              <a:t>子</a:t>
            </a:r>
            <a:r>
              <a:rPr kumimoji="1" lang="zh-CN" altLang="en-US" sz="2400">
                <a:latin typeface="Times New Roman" pitchFamily="18" charset="0"/>
              </a:rPr>
              <a:t>重量为电子的 </a:t>
            </a:r>
            <a:r>
              <a:rPr kumimoji="1" lang="en-US" altLang="zh-CN" sz="2400">
                <a:latin typeface="Times New Roman" pitchFamily="18" charset="0"/>
              </a:rPr>
              <a:t>3500 </a:t>
            </a:r>
            <a:r>
              <a:rPr kumimoji="1" lang="zh-CN" altLang="en-US" sz="2400">
                <a:latin typeface="Times New Roman" pitchFamily="18" charset="0"/>
              </a:rPr>
              <a:t>倍，它们都带负电，不够稳定，</a:t>
            </a:r>
            <a:r>
              <a:rPr kumimoji="1" lang="zh-CN" altLang="en-US" sz="2400">
                <a:solidFill>
                  <a:srgbClr val="FF6600"/>
                </a:solidFill>
                <a:latin typeface="Times New Roman" pitchFamily="18" charset="0"/>
              </a:rPr>
              <a:t>最终会衰减成电子</a:t>
            </a:r>
            <a:r>
              <a:rPr kumimoji="1" lang="zh-CN" altLang="en-US" sz="2400">
                <a:latin typeface="Times New Roman" pitchFamily="18" charset="0"/>
              </a:rPr>
              <a:t>；</a:t>
            </a:r>
          </a:p>
        </p:txBody>
      </p:sp>
      <p:sp>
        <p:nvSpPr>
          <p:cNvPr id="140296" name="Rectangle 8"/>
          <p:cNvSpPr>
            <a:spLocks noChangeArrowheads="1"/>
          </p:cNvSpPr>
          <p:nvPr/>
        </p:nvSpPr>
        <p:spPr bwMode="auto">
          <a:xfrm>
            <a:off x="215900" y="3349625"/>
            <a:ext cx="8677275" cy="936625"/>
          </a:xfrm>
          <a:prstGeom prst="rect">
            <a:avLst/>
          </a:prstGeom>
          <a:noFill/>
          <a:ln w="9525">
            <a:noFill/>
            <a:miter lim="800000"/>
            <a:headEnd/>
            <a:tailEnd/>
          </a:ln>
        </p:spPr>
        <p:txBody>
          <a:bodyPr>
            <a:spAutoFit/>
          </a:bodyPr>
          <a:lstStyle/>
          <a:p>
            <a:pPr indent="-457200">
              <a:lnSpc>
                <a:spcPct val="120000"/>
              </a:lnSpc>
            </a:pPr>
            <a:r>
              <a:rPr kumimoji="1" lang="en-US" altLang="zh-CN" sz="2400">
                <a:latin typeface="Times New Roman" pitchFamily="18" charset="0"/>
              </a:rPr>
              <a:t>2</a:t>
            </a:r>
            <a:r>
              <a:rPr kumimoji="1" lang="zh-CN" altLang="en-US" sz="2400">
                <a:latin typeface="Times New Roman" pitchFamily="18" charset="0"/>
              </a:rPr>
              <a:t>、中微子有极小的质量，在反应中伴随其它轻子出现（因此定义了三种中微子）；</a:t>
            </a:r>
          </a:p>
        </p:txBody>
      </p:sp>
      <p:sp>
        <p:nvSpPr>
          <p:cNvPr id="66569" name="动作按钮: 第一张 11">
            <a:hlinkClick r:id="rId2" action="ppaction://hlinksldjump" highlightClick="1"/>
          </p:cNvPr>
          <p:cNvSpPr>
            <a:spLocks noChangeArrowheads="1"/>
          </p:cNvSpPr>
          <p:nvPr/>
        </p:nvSpPr>
        <p:spPr bwMode="auto">
          <a:xfrm>
            <a:off x="8429625" y="6215063"/>
            <a:ext cx="285750" cy="285750"/>
          </a:xfrm>
          <a:prstGeom prst="actionButtonHome">
            <a:avLst/>
          </a:prstGeom>
          <a:solidFill>
            <a:schemeClr val="accent1"/>
          </a:solidFill>
          <a:ln w="9525" algn="ctr">
            <a:solidFill>
              <a:schemeClr val="tx1"/>
            </a:solidFill>
            <a:round/>
            <a:headEnd/>
            <a:tailEn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0290"/>
                                        </p:tgtEl>
                                        <p:attrNameLst>
                                          <p:attrName>style.visibility</p:attrName>
                                        </p:attrNameLst>
                                      </p:cBhvr>
                                      <p:to>
                                        <p:strVal val="visible"/>
                                      </p:to>
                                    </p:set>
                                    <p:animEffect transition="in" filter="wipe(left)">
                                      <p:cBhvr>
                                        <p:cTn id="7" dur="1000"/>
                                        <p:tgtEl>
                                          <p:spTgt spid="1402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0291"/>
                                        </p:tgtEl>
                                        <p:attrNameLst>
                                          <p:attrName>style.visibility</p:attrName>
                                        </p:attrNameLst>
                                      </p:cBhvr>
                                      <p:to>
                                        <p:strVal val="visible"/>
                                      </p:to>
                                    </p:set>
                                    <p:animEffect transition="in" filter="wipe(left)">
                                      <p:cBhvr>
                                        <p:cTn id="12" dur="1000"/>
                                        <p:tgtEl>
                                          <p:spTgt spid="140291"/>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32" fill="hold" grpId="0" nodeType="clickEffect">
                                  <p:stCondLst>
                                    <p:cond delay="0"/>
                                  </p:stCondLst>
                                  <p:childTnLst>
                                    <p:set>
                                      <p:cBhvr>
                                        <p:cTn id="16" dur="1" fill="hold">
                                          <p:stCondLst>
                                            <p:cond delay="0"/>
                                          </p:stCondLst>
                                        </p:cTn>
                                        <p:tgtEl>
                                          <p:spTgt spid="140292"/>
                                        </p:tgtEl>
                                        <p:attrNameLst>
                                          <p:attrName>style.visibility</p:attrName>
                                        </p:attrNameLst>
                                      </p:cBhvr>
                                      <p:to>
                                        <p:strVal val="visible"/>
                                      </p:to>
                                    </p:set>
                                    <p:anim calcmode="lin" valueType="num">
                                      <p:cBhvr>
                                        <p:cTn id="17" dur="500" fill="hold"/>
                                        <p:tgtEl>
                                          <p:spTgt spid="140292"/>
                                        </p:tgtEl>
                                        <p:attrNameLst>
                                          <p:attrName>ppt_w</p:attrName>
                                        </p:attrNameLst>
                                      </p:cBhvr>
                                      <p:tavLst>
                                        <p:tav tm="0">
                                          <p:val>
                                            <p:strVal val="4*#ppt_w"/>
                                          </p:val>
                                        </p:tav>
                                        <p:tav tm="100000">
                                          <p:val>
                                            <p:strVal val="#ppt_w"/>
                                          </p:val>
                                        </p:tav>
                                      </p:tavLst>
                                    </p:anim>
                                    <p:anim calcmode="lin" valueType="num">
                                      <p:cBhvr>
                                        <p:cTn id="18" dur="500" fill="hold"/>
                                        <p:tgtEl>
                                          <p:spTgt spid="140292"/>
                                        </p:tgtEl>
                                        <p:attrNameLst>
                                          <p:attrName>ppt_h</p:attrName>
                                        </p:attrNameLst>
                                      </p:cBhvr>
                                      <p:tavLst>
                                        <p:tav tm="0">
                                          <p:val>
                                            <p:strVal val="4*#ppt_h"/>
                                          </p:val>
                                        </p:tav>
                                        <p:tav tm="100000">
                                          <p:val>
                                            <p:strVal val="#ppt_h"/>
                                          </p:val>
                                        </p:tav>
                                      </p:tavLst>
                                    </p:anim>
                                  </p:childTnLst>
                                </p:cTn>
                              </p:par>
                              <p:par>
                                <p:cTn id="19" presetID="22" presetClass="entr" presetSubtype="8" fill="hold" grpId="0" nodeType="withEffect">
                                  <p:stCondLst>
                                    <p:cond delay="0"/>
                                  </p:stCondLst>
                                  <p:childTnLst>
                                    <p:set>
                                      <p:cBhvr>
                                        <p:cTn id="20" dur="1" fill="hold">
                                          <p:stCondLst>
                                            <p:cond delay="0"/>
                                          </p:stCondLst>
                                        </p:cTn>
                                        <p:tgtEl>
                                          <p:spTgt spid="140293"/>
                                        </p:tgtEl>
                                        <p:attrNameLst>
                                          <p:attrName>style.visibility</p:attrName>
                                        </p:attrNameLst>
                                      </p:cBhvr>
                                      <p:to>
                                        <p:strVal val="visible"/>
                                      </p:to>
                                    </p:set>
                                    <p:animEffect transition="in" filter="wipe(left)">
                                      <p:cBhvr>
                                        <p:cTn id="21" dur="500"/>
                                        <p:tgtEl>
                                          <p:spTgt spid="14029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0295"/>
                                        </p:tgtEl>
                                        <p:attrNameLst>
                                          <p:attrName>style.visibility</p:attrName>
                                        </p:attrNameLst>
                                      </p:cBhvr>
                                      <p:to>
                                        <p:strVal val="visible"/>
                                      </p:to>
                                    </p:set>
                                    <p:animEffect transition="in" filter="wipe(left)">
                                      <p:cBhvr>
                                        <p:cTn id="26" dur="1000"/>
                                        <p:tgtEl>
                                          <p:spTgt spid="14029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0296"/>
                                        </p:tgtEl>
                                        <p:attrNameLst>
                                          <p:attrName>style.visibility</p:attrName>
                                        </p:attrNameLst>
                                      </p:cBhvr>
                                      <p:to>
                                        <p:strVal val="visible"/>
                                      </p:to>
                                    </p:set>
                                    <p:animEffect transition="in" filter="wipe(left)">
                                      <p:cBhvr>
                                        <p:cTn id="31" dur="500"/>
                                        <p:tgtEl>
                                          <p:spTgt spid="14029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40294"/>
                                        </p:tgtEl>
                                        <p:attrNameLst>
                                          <p:attrName>style.visibility</p:attrName>
                                        </p:attrNameLst>
                                      </p:cBhvr>
                                      <p:to>
                                        <p:strVal val="visible"/>
                                      </p:to>
                                    </p:set>
                                    <p:animEffect transition="in" filter="wipe(left)">
                                      <p:cBhvr>
                                        <p:cTn id="36" dur="500"/>
                                        <p:tgtEl>
                                          <p:spTgt spid="140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0" grpId="0"/>
      <p:bldP spid="140291" grpId="0"/>
      <p:bldP spid="140292" grpId="0" animBg="1"/>
      <p:bldP spid="140293" grpId="0"/>
      <p:bldP spid="140294" grpId="0"/>
      <p:bldP spid="140295" grpId="0"/>
      <p:bldP spid="140296" grpId="0"/>
    </p:bldLst>
  </p:timing>
</p:sld>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6397</TotalTime>
  <Words>4579</Words>
  <Application>Microsoft PowerPoint</Application>
  <PresentationFormat>全屏显示(4:3)</PresentationFormat>
  <Paragraphs>701</Paragraphs>
  <Slides>64</Slides>
  <Notes>8</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5</vt:i4>
      </vt:variant>
      <vt:variant>
        <vt:lpstr>幻灯片标题</vt:lpstr>
      </vt:variant>
      <vt:variant>
        <vt:i4>64</vt:i4>
      </vt:variant>
    </vt:vector>
  </HeadingPairs>
  <TitlesOfParts>
    <vt:vector size="83" baseType="lpstr">
      <vt:lpstr>Arial</vt:lpstr>
      <vt:lpstr>宋体</vt:lpstr>
      <vt:lpstr>Times New Roman</vt:lpstr>
      <vt:lpstr>隶书</vt:lpstr>
      <vt:lpstr>楷体</vt:lpstr>
      <vt:lpstr>黑体</vt:lpstr>
      <vt:lpstr>仿宋_GB2312</vt:lpstr>
      <vt:lpstr>楷体_GB2312</vt:lpstr>
      <vt:lpstr>Monotype Sorts</vt:lpstr>
      <vt:lpstr>Webdings</vt:lpstr>
      <vt:lpstr>Bookman Old Style</vt:lpstr>
      <vt:lpstr>Wingdings</vt:lpstr>
      <vt:lpstr>Symbol</vt:lpstr>
      <vt:lpstr>1_默认设计模板</vt:lpstr>
      <vt:lpstr>Microsoft Clip Gallery</vt:lpstr>
      <vt:lpstr>Microsoft 公式 3.0</vt:lpstr>
      <vt:lpstr>MathType 6.0 Equation</vt:lpstr>
      <vt:lpstr>Microsoft Equation 3.0</vt:lpstr>
      <vt:lpstr>MathType 4.0 Equation</vt:lpstr>
      <vt:lpstr>幻灯片 1</vt:lpstr>
      <vt:lpstr>力    学</vt:lpstr>
      <vt:lpstr>幻灯片 3</vt:lpstr>
      <vt:lpstr>幻灯片 4</vt:lpstr>
      <vt:lpstr>第1章  运动学</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lpstr>幻灯片 58</vt:lpstr>
      <vt:lpstr>幻灯片 59</vt:lpstr>
      <vt:lpstr>幻灯片 60</vt:lpstr>
      <vt:lpstr>幻灯片 61</vt:lpstr>
      <vt:lpstr>幻灯片 62</vt:lpstr>
      <vt:lpstr>幻灯片 63</vt:lpstr>
      <vt:lpstr>幻灯片 64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解迎革</cp:lastModifiedBy>
  <cp:revision>218</cp:revision>
  <dcterms:created xsi:type="dcterms:W3CDTF">1601-01-01T00:00:00Z</dcterms:created>
  <dcterms:modified xsi:type="dcterms:W3CDTF">2015-12-04T03:17:11Z</dcterms:modified>
</cp:coreProperties>
</file>